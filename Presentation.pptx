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bookmarkIdSeed="2">
  <p:sldMasterIdLst>
    <p:sldMasterId id="2147483660" r:id="rId4"/>
  </p:sldMasterIdLst>
  <p:notesMasterIdLst>
    <p:notesMasterId r:id="rId54"/>
  </p:notesMasterIdLst>
  <p:sldIdLst>
    <p:sldId id="264" r:id="rId5"/>
    <p:sldId id="313" r:id="rId6"/>
    <p:sldId id="314" r:id="rId7"/>
    <p:sldId id="315" r:id="rId8"/>
    <p:sldId id="316" r:id="rId9"/>
    <p:sldId id="317" r:id="rId10"/>
    <p:sldId id="318" r:id="rId11"/>
    <p:sldId id="319" r:id="rId12"/>
    <p:sldId id="320" r:id="rId13"/>
    <p:sldId id="321" r:id="rId14"/>
    <p:sldId id="322" r:id="rId15"/>
    <p:sldId id="324" r:id="rId16"/>
    <p:sldId id="323" r:id="rId17"/>
    <p:sldId id="325" r:id="rId18"/>
    <p:sldId id="326" r:id="rId19"/>
    <p:sldId id="327" r:id="rId20"/>
    <p:sldId id="328" r:id="rId21"/>
    <p:sldId id="329" r:id="rId22"/>
    <p:sldId id="330" r:id="rId23"/>
    <p:sldId id="331" r:id="rId24"/>
    <p:sldId id="332" r:id="rId25"/>
    <p:sldId id="333" r:id="rId26"/>
    <p:sldId id="334" r:id="rId27"/>
    <p:sldId id="335" r:id="rId28"/>
    <p:sldId id="336" r:id="rId29"/>
    <p:sldId id="337" r:id="rId30"/>
    <p:sldId id="338" r:id="rId31"/>
    <p:sldId id="339" r:id="rId32"/>
    <p:sldId id="340" r:id="rId33"/>
    <p:sldId id="341" r:id="rId34"/>
    <p:sldId id="342" r:id="rId35"/>
    <p:sldId id="343" r:id="rId36"/>
    <p:sldId id="344" r:id="rId37"/>
    <p:sldId id="345" r:id="rId38"/>
    <p:sldId id="346" r:id="rId39"/>
    <p:sldId id="347" r:id="rId40"/>
    <p:sldId id="348" r:id="rId41"/>
    <p:sldId id="349" r:id="rId42"/>
    <p:sldId id="350" r:id="rId43"/>
    <p:sldId id="351" r:id="rId44"/>
    <p:sldId id="352" r:id="rId45"/>
    <p:sldId id="353" r:id="rId46"/>
    <p:sldId id="354" r:id="rId47"/>
    <p:sldId id="355" r:id="rId48"/>
    <p:sldId id="356" r:id="rId49"/>
    <p:sldId id="357" r:id="rId50"/>
    <p:sldId id="358" r:id="rId51"/>
    <p:sldId id="360" r:id="rId52"/>
    <p:sldId id="359" r:id="rId5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3DDDB26-5A25-4E3D-AF46-AFE8DD91FD6F}" v="517" dt="2024-01-15T14:54:18.93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19" autoAdjust="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tableStyles" Target="tableStyles.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microsoft.com/office/2016/11/relationships/changesInfo" Target="changesInfos/changesInfo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heme" Target="theme/theme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ran Ray" userId="1d91e097a9e7b782" providerId="LiveId" clId="{F3DDDB26-5A25-4E3D-AF46-AFE8DD91FD6F}"/>
    <pc:docChg chg="undo custSel addSld delSld modSld">
      <pc:chgData name="Karan Ray" userId="1d91e097a9e7b782" providerId="LiveId" clId="{F3DDDB26-5A25-4E3D-AF46-AFE8DD91FD6F}" dt="2024-01-19T06:08:44.032" v="1541" actId="20577"/>
      <pc:docMkLst>
        <pc:docMk/>
      </pc:docMkLst>
      <pc:sldChg chg="del">
        <pc:chgData name="Karan Ray" userId="1d91e097a9e7b782" providerId="LiveId" clId="{F3DDDB26-5A25-4E3D-AF46-AFE8DD91FD6F}" dt="2024-01-15T14:13:21.252" v="1476" actId="47"/>
        <pc:sldMkLst>
          <pc:docMk/>
          <pc:sldMk cId="3192257811" sldId="312"/>
        </pc:sldMkLst>
      </pc:sldChg>
      <pc:sldChg chg="modSp mod">
        <pc:chgData name="Karan Ray" userId="1d91e097a9e7b782" providerId="LiveId" clId="{F3DDDB26-5A25-4E3D-AF46-AFE8DD91FD6F}" dt="2024-01-15T14:17:47.985" v="1494" actId="1076"/>
        <pc:sldMkLst>
          <pc:docMk/>
          <pc:sldMk cId="3104624336" sldId="314"/>
        </pc:sldMkLst>
        <pc:spChg chg="mod">
          <ac:chgData name="Karan Ray" userId="1d91e097a9e7b782" providerId="LiveId" clId="{F3DDDB26-5A25-4E3D-AF46-AFE8DD91FD6F}" dt="2024-01-15T14:17:47.985" v="1494" actId="1076"/>
          <ac:spMkLst>
            <pc:docMk/>
            <pc:sldMk cId="3104624336" sldId="314"/>
            <ac:spMk id="3" creationId="{07F6AA2D-5AC0-AB79-7376-3CBE802FDB26}"/>
          </ac:spMkLst>
        </pc:spChg>
      </pc:sldChg>
      <pc:sldChg chg="modSp mod">
        <pc:chgData name="Karan Ray" userId="1d91e097a9e7b782" providerId="LiveId" clId="{F3DDDB26-5A25-4E3D-AF46-AFE8DD91FD6F}" dt="2024-01-15T14:13:46.711" v="1479" actId="122"/>
        <pc:sldMkLst>
          <pc:docMk/>
          <pc:sldMk cId="4029597330" sldId="315"/>
        </pc:sldMkLst>
        <pc:spChg chg="mod">
          <ac:chgData name="Karan Ray" userId="1d91e097a9e7b782" providerId="LiveId" clId="{F3DDDB26-5A25-4E3D-AF46-AFE8DD91FD6F}" dt="2024-01-15T14:13:46.711" v="1479" actId="122"/>
          <ac:spMkLst>
            <pc:docMk/>
            <pc:sldMk cId="4029597330" sldId="315"/>
            <ac:spMk id="2" creationId="{BDC3657D-032F-247C-AF88-784F5B842501}"/>
          </ac:spMkLst>
        </pc:spChg>
      </pc:sldChg>
      <pc:sldChg chg="new del">
        <pc:chgData name="Karan Ray" userId="1d91e097a9e7b782" providerId="LiveId" clId="{F3DDDB26-5A25-4E3D-AF46-AFE8DD91FD6F}" dt="2024-01-15T09:56:52.966" v="1" actId="680"/>
        <pc:sldMkLst>
          <pc:docMk/>
          <pc:sldMk cId="531818259" sldId="316"/>
        </pc:sldMkLst>
      </pc:sldChg>
      <pc:sldChg chg="addSp delSp modSp new mod">
        <pc:chgData name="Karan Ray" userId="1d91e097a9e7b782" providerId="LiveId" clId="{F3DDDB26-5A25-4E3D-AF46-AFE8DD91FD6F}" dt="2024-01-15T09:58:35.173" v="14" actId="1076"/>
        <pc:sldMkLst>
          <pc:docMk/>
          <pc:sldMk cId="1230093082" sldId="316"/>
        </pc:sldMkLst>
        <pc:spChg chg="del">
          <ac:chgData name="Karan Ray" userId="1d91e097a9e7b782" providerId="LiveId" clId="{F3DDDB26-5A25-4E3D-AF46-AFE8DD91FD6F}" dt="2024-01-15T09:57:09.246" v="3" actId="478"/>
          <ac:spMkLst>
            <pc:docMk/>
            <pc:sldMk cId="1230093082" sldId="316"/>
            <ac:spMk id="2" creationId="{18FB17B6-5562-04D8-01AA-F62A017B5E31}"/>
          </ac:spMkLst>
        </pc:spChg>
        <pc:spChg chg="del">
          <ac:chgData name="Karan Ray" userId="1d91e097a9e7b782" providerId="LiveId" clId="{F3DDDB26-5A25-4E3D-AF46-AFE8DD91FD6F}" dt="2024-01-15T09:57:20.522" v="4"/>
          <ac:spMkLst>
            <pc:docMk/>
            <pc:sldMk cId="1230093082" sldId="316"/>
            <ac:spMk id="3" creationId="{7403B18C-C656-F3FE-9987-8BF8B241EDA8}"/>
          </ac:spMkLst>
        </pc:spChg>
        <pc:spChg chg="add mod">
          <ac:chgData name="Karan Ray" userId="1d91e097a9e7b782" providerId="LiveId" clId="{F3DDDB26-5A25-4E3D-AF46-AFE8DD91FD6F}" dt="2024-01-15T09:58:35.173" v="14" actId="1076"/>
          <ac:spMkLst>
            <pc:docMk/>
            <pc:sldMk cId="1230093082" sldId="316"/>
            <ac:spMk id="4" creationId="{03935083-4052-6311-B23E-841D6CBE63C3}"/>
          </ac:spMkLst>
        </pc:spChg>
      </pc:sldChg>
      <pc:sldChg chg="modSp new mod">
        <pc:chgData name="Karan Ray" userId="1d91e097a9e7b782" providerId="LiveId" clId="{F3DDDB26-5A25-4E3D-AF46-AFE8DD91FD6F}" dt="2024-01-15T14:13:55.160" v="1480" actId="122"/>
        <pc:sldMkLst>
          <pc:docMk/>
          <pc:sldMk cId="1423874283" sldId="317"/>
        </pc:sldMkLst>
        <pc:spChg chg="mod">
          <ac:chgData name="Karan Ray" userId="1d91e097a9e7b782" providerId="LiveId" clId="{F3DDDB26-5A25-4E3D-AF46-AFE8DD91FD6F}" dt="2024-01-15T14:13:55.160" v="1480" actId="122"/>
          <ac:spMkLst>
            <pc:docMk/>
            <pc:sldMk cId="1423874283" sldId="317"/>
            <ac:spMk id="2" creationId="{57EEDF94-41C2-4211-3626-1D51F9F8E92D}"/>
          </ac:spMkLst>
        </pc:spChg>
        <pc:spChg chg="mod">
          <ac:chgData name="Karan Ray" userId="1d91e097a9e7b782" providerId="LiveId" clId="{F3DDDB26-5A25-4E3D-AF46-AFE8DD91FD6F}" dt="2024-01-15T10:01:25.868" v="96" actId="255"/>
          <ac:spMkLst>
            <pc:docMk/>
            <pc:sldMk cId="1423874283" sldId="317"/>
            <ac:spMk id="3" creationId="{1FBCCAE0-E256-1BB1-29A3-B65176A297E7}"/>
          </ac:spMkLst>
        </pc:spChg>
      </pc:sldChg>
      <pc:sldChg chg="delSp modSp new mod">
        <pc:chgData name="Karan Ray" userId="1d91e097a9e7b782" providerId="LiveId" clId="{F3DDDB26-5A25-4E3D-AF46-AFE8DD91FD6F}" dt="2024-01-15T10:02:56.246" v="151" actId="1076"/>
        <pc:sldMkLst>
          <pc:docMk/>
          <pc:sldMk cId="3527978741" sldId="318"/>
        </pc:sldMkLst>
        <pc:spChg chg="del">
          <ac:chgData name="Karan Ray" userId="1d91e097a9e7b782" providerId="LiveId" clId="{F3DDDB26-5A25-4E3D-AF46-AFE8DD91FD6F}" dt="2024-01-15T10:01:41.993" v="98" actId="478"/>
          <ac:spMkLst>
            <pc:docMk/>
            <pc:sldMk cId="3527978741" sldId="318"/>
            <ac:spMk id="2" creationId="{88B570DA-5A66-23AD-38C7-516525BDDA1B}"/>
          </ac:spMkLst>
        </pc:spChg>
        <pc:spChg chg="mod">
          <ac:chgData name="Karan Ray" userId="1d91e097a9e7b782" providerId="LiveId" clId="{F3DDDB26-5A25-4E3D-AF46-AFE8DD91FD6F}" dt="2024-01-15T10:02:56.246" v="151" actId="1076"/>
          <ac:spMkLst>
            <pc:docMk/>
            <pc:sldMk cId="3527978741" sldId="318"/>
            <ac:spMk id="3" creationId="{2FFB3D06-34D3-A778-4781-B58D38ED1D1C}"/>
          </ac:spMkLst>
        </pc:spChg>
      </pc:sldChg>
      <pc:sldChg chg="addSp delSp modSp new mod">
        <pc:chgData name="Karan Ray" userId="1d91e097a9e7b782" providerId="LiveId" clId="{F3DDDB26-5A25-4E3D-AF46-AFE8DD91FD6F}" dt="2024-01-15T10:09:25.246" v="189" actId="21"/>
        <pc:sldMkLst>
          <pc:docMk/>
          <pc:sldMk cId="4079506889" sldId="319"/>
        </pc:sldMkLst>
        <pc:spChg chg="add del mod">
          <ac:chgData name="Karan Ray" userId="1d91e097a9e7b782" providerId="LiveId" clId="{F3DDDB26-5A25-4E3D-AF46-AFE8DD91FD6F}" dt="2024-01-15T10:05:37.354" v="160" actId="478"/>
          <ac:spMkLst>
            <pc:docMk/>
            <pc:sldMk cId="4079506889" sldId="319"/>
            <ac:spMk id="2" creationId="{0AC48EDF-243F-C8DD-A254-7395972422FE}"/>
          </ac:spMkLst>
        </pc:spChg>
        <pc:spChg chg="add mod">
          <ac:chgData name="Karan Ray" userId="1d91e097a9e7b782" providerId="LiveId" clId="{F3DDDB26-5A25-4E3D-AF46-AFE8DD91FD6F}" dt="2024-01-15T10:08:03.200" v="181" actId="1076"/>
          <ac:spMkLst>
            <pc:docMk/>
            <pc:sldMk cId="4079506889" sldId="319"/>
            <ac:spMk id="3" creationId="{BC5D548D-0455-9489-A053-BD0D44B1C025}"/>
          </ac:spMkLst>
        </pc:spChg>
        <pc:spChg chg="add del mod">
          <ac:chgData name="Karan Ray" userId="1d91e097a9e7b782" providerId="LiveId" clId="{F3DDDB26-5A25-4E3D-AF46-AFE8DD91FD6F}" dt="2024-01-15T10:09:25.246" v="189" actId="21"/>
          <ac:spMkLst>
            <pc:docMk/>
            <pc:sldMk cId="4079506889" sldId="319"/>
            <ac:spMk id="4" creationId="{22DB9FB1-CE83-EED0-A3E9-AC1FBB1CFC7C}"/>
          </ac:spMkLst>
        </pc:spChg>
      </pc:sldChg>
      <pc:sldChg chg="addSp modSp new mod">
        <pc:chgData name="Karan Ray" userId="1d91e097a9e7b782" providerId="LiveId" clId="{F3DDDB26-5A25-4E3D-AF46-AFE8DD91FD6F}" dt="2024-01-15T10:13:49.433" v="238" actId="14100"/>
        <pc:sldMkLst>
          <pc:docMk/>
          <pc:sldMk cId="676416968" sldId="320"/>
        </pc:sldMkLst>
        <pc:spChg chg="add mod">
          <ac:chgData name="Karan Ray" userId="1d91e097a9e7b782" providerId="LiveId" clId="{F3DDDB26-5A25-4E3D-AF46-AFE8DD91FD6F}" dt="2024-01-15T10:09:13.297" v="188" actId="1076"/>
          <ac:spMkLst>
            <pc:docMk/>
            <pc:sldMk cId="676416968" sldId="320"/>
            <ac:spMk id="2" creationId="{8A92A538-70E9-5FF3-F4E7-9E3D3905A4BA}"/>
          </ac:spMkLst>
        </pc:spChg>
        <pc:spChg chg="add mod">
          <ac:chgData name="Karan Ray" userId="1d91e097a9e7b782" providerId="LiveId" clId="{F3DDDB26-5A25-4E3D-AF46-AFE8DD91FD6F}" dt="2024-01-15T10:13:46.295" v="237" actId="14100"/>
          <ac:spMkLst>
            <pc:docMk/>
            <pc:sldMk cId="676416968" sldId="320"/>
            <ac:spMk id="3" creationId="{7034F448-77F8-8C06-E50C-B76FFC54D652}"/>
          </ac:spMkLst>
        </pc:spChg>
        <pc:spChg chg="add mod">
          <ac:chgData name="Karan Ray" userId="1d91e097a9e7b782" providerId="LiveId" clId="{F3DDDB26-5A25-4E3D-AF46-AFE8DD91FD6F}" dt="2024-01-15T10:11:04.395" v="203" actId="20577"/>
          <ac:spMkLst>
            <pc:docMk/>
            <pc:sldMk cId="676416968" sldId="320"/>
            <ac:spMk id="4" creationId="{22DB9FB1-CE83-EED0-A3E9-AC1FBB1CFC7C}"/>
          </ac:spMkLst>
        </pc:spChg>
        <pc:spChg chg="add mod">
          <ac:chgData name="Karan Ray" userId="1d91e097a9e7b782" providerId="LiveId" clId="{F3DDDB26-5A25-4E3D-AF46-AFE8DD91FD6F}" dt="2024-01-15T10:13:49.433" v="238" actId="14100"/>
          <ac:spMkLst>
            <pc:docMk/>
            <pc:sldMk cId="676416968" sldId="320"/>
            <ac:spMk id="5" creationId="{914EAE29-61B8-3F83-FA65-7EC2E48FA0B6}"/>
          </ac:spMkLst>
        </pc:spChg>
      </pc:sldChg>
      <pc:sldChg chg="addSp delSp modSp new mod">
        <pc:chgData name="Karan Ray" userId="1d91e097a9e7b782" providerId="LiveId" clId="{F3DDDB26-5A25-4E3D-AF46-AFE8DD91FD6F}" dt="2024-01-15T14:14:05.402" v="1481" actId="122"/>
        <pc:sldMkLst>
          <pc:docMk/>
          <pc:sldMk cId="2353802365" sldId="321"/>
        </pc:sldMkLst>
        <pc:spChg chg="mod">
          <ac:chgData name="Karan Ray" userId="1d91e097a9e7b782" providerId="LiveId" clId="{F3DDDB26-5A25-4E3D-AF46-AFE8DD91FD6F}" dt="2024-01-15T14:14:05.402" v="1481" actId="122"/>
          <ac:spMkLst>
            <pc:docMk/>
            <pc:sldMk cId="2353802365" sldId="321"/>
            <ac:spMk id="2" creationId="{AEE0591F-6323-AD11-9F05-A1370C1D9014}"/>
          </ac:spMkLst>
        </pc:spChg>
        <pc:spChg chg="del">
          <ac:chgData name="Karan Ray" userId="1d91e097a9e7b782" providerId="LiveId" clId="{F3DDDB26-5A25-4E3D-AF46-AFE8DD91FD6F}" dt="2024-01-15T10:18:02.301" v="255"/>
          <ac:spMkLst>
            <pc:docMk/>
            <pc:sldMk cId="2353802365" sldId="321"/>
            <ac:spMk id="3" creationId="{55D53FB4-E50D-F700-516A-D2D3C0F03269}"/>
          </ac:spMkLst>
        </pc:spChg>
        <pc:spChg chg="add mod">
          <ac:chgData name="Karan Ray" userId="1d91e097a9e7b782" providerId="LiveId" clId="{F3DDDB26-5A25-4E3D-AF46-AFE8DD91FD6F}" dt="2024-01-15T10:26:33.618" v="290" actId="1076"/>
          <ac:spMkLst>
            <pc:docMk/>
            <pc:sldMk cId="2353802365" sldId="321"/>
            <ac:spMk id="4" creationId="{3E279DB0-D095-E4E0-5475-537856174F95}"/>
          </ac:spMkLst>
        </pc:spChg>
        <pc:spChg chg="add mod">
          <ac:chgData name="Karan Ray" userId="1d91e097a9e7b782" providerId="LiveId" clId="{F3DDDB26-5A25-4E3D-AF46-AFE8DD91FD6F}" dt="2024-01-15T10:20:25.684" v="266" actId="1076"/>
          <ac:spMkLst>
            <pc:docMk/>
            <pc:sldMk cId="2353802365" sldId="321"/>
            <ac:spMk id="5" creationId="{121DE905-7E85-22ED-3472-CC9D4F99DE61}"/>
          </ac:spMkLst>
        </pc:spChg>
        <pc:spChg chg="add mod">
          <ac:chgData name="Karan Ray" userId="1d91e097a9e7b782" providerId="LiveId" clId="{F3DDDB26-5A25-4E3D-AF46-AFE8DD91FD6F}" dt="2024-01-15T10:26:42.523" v="291" actId="1076"/>
          <ac:spMkLst>
            <pc:docMk/>
            <pc:sldMk cId="2353802365" sldId="321"/>
            <ac:spMk id="6" creationId="{8573A90E-F434-372C-94E2-9770B0732879}"/>
          </ac:spMkLst>
        </pc:spChg>
      </pc:sldChg>
      <pc:sldChg chg="addSp modSp new mod">
        <pc:chgData name="Karan Ray" userId="1d91e097a9e7b782" providerId="LiveId" clId="{F3DDDB26-5A25-4E3D-AF46-AFE8DD91FD6F}" dt="2024-01-15T14:50:19.672" v="1502" actId="1076"/>
        <pc:sldMkLst>
          <pc:docMk/>
          <pc:sldMk cId="1100485747" sldId="322"/>
        </pc:sldMkLst>
        <pc:spChg chg="add mod">
          <ac:chgData name="Karan Ray" userId="1d91e097a9e7b782" providerId="LiveId" clId="{F3DDDB26-5A25-4E3D-AF46-AFE8DD91FD6F}" dt="2024-01-15T14:50:15.304" v="1501" actId="2711"/>
          <ac:spMkLst>
            <pc:docMk/>
            <pc:sldMk cId="1100485747" sldId="322"/>
            <ac:spMk id="2" creationId="{83E956AE-7C55-2AD8-7A3F-3541F99E127B}"/>
          </ac:spMkLst>
        </pc:spChg>
        <pc:spChg chg="add mod">
          <ac:chgData name="Karan Ray" userId="1d91e097a9e7b782" providerId="LiveId" clId="{F3DDDB26-5A25-4E3D-AF46-AFE8DD91FD6F}" dt="2024-01-15T10:29:15.416" v="309"/>
          <ac:spMkLst>
            <pc:docMk/>
            <pc:sldMk cId="1100485747" sldId="322"/>
            <ac:spMk id="4" creationId="{01703AEC-413A-8561-5441-D52756BA5627}"/>
          </ac:spMkLst>
        </pc:spChg>
        <pc:graphicFrameChg chg="add mod modGraphic">
          <ac:chgData name="Karan Ray" userId="1d91e097a9e7b782" providerId="LiveId" clId="{F3DDDB26-5A25-4E3D-AF46-AFE8DD91FD6F}" dt="2024-01-15T10:29:14.880" v="308" actId="14100"/>
          <ac:graphicFrameMkLst>
            <pc:docMk/>
            <pc:sldMk cId="1100485747" sldId="322"/>
            <ac:graphicFrameMk id="3" creationId="{C2CF32D7-76DD-43DE-62A0-D1CAE0FD0B97}"/>
          </ac:graphicFrameMkLst>
        </pc:graphicFrameChg>
        <pc:picChg chg="add mod">
          <ac:chgData name="Karan Ray" userId="1d91e097a9e7b782" providerId="LiveId" clId="{F3DDDB26-5A25-4E3D-AF46-AFE8DD91FD6F}" dt="2024-01-15T14:50:19.672" v="1502" actId="1076"/>
          <ac:picMkLst>
            <pc:docMk/>
            <pc:sldMk cId="1100485747" sldId="322"/>
            <ac:picMk id="6" creationId="{89214DF3-9E30-C199-0B42-E67359AB0B0E}"/>
          </ac:picMkLst>
        </pc:picChg>
      </pc:sldChg>
      <pc:sldChg chg="addSp delSp modSp new mod">
        <pc:chgData name="Karan Ray" userId="1d91e097a9e7b782" providerId="LiveId" clId="{F3DDDB26-5A25-4E3D-AF46-AFE8DD91FD6F}" dt="2024-01-15T14:14:44.797" v="1486" actId="27636"/>
        <pc:sldMkLst>
          <pc:docMk/>
          <pc:sldMk cId="3559427708" sldId="323"/>
        </pc:sldMkLst>
        <pc:spChg chg="del">
          <ac:chgData name="Karan Ray" userId="1d91e097a9e7b782" providerId="LiveId" clId="{F3DDDB26-5A25-4E3D-AF46-AFE8DD91FD6F}" dt="2024-01-15T10:44:10.478" v="311" actId="478"/>
          <ac:spMkLst>
            <pc:docMk/>
            <pc:sldMk cId="3559427708" sldId="323"/>
            <ac:spMk id="2" creationId="{B1B9018E-7625-B192-C16F-8EE53C041E60}"/>
          </ac:spMkLst>
        </pc:spChg>
        <pc:spChg chg="mod">
          <ac:chgData name="Karan Ray" userId="1d91e097a9e7b782" providerId="LiveId" clId="{F3DDDB26-5A25-4E3D-AF46-AFE8DD91FD6F}" dt="2024-01-15T14:14:44.797" v="1486" actId="27636"/>
          <ac:spMkLst>
            <pc:docMk/>
            <pc:sldMk cId="3559427708" sldId="323"/>
            <ac:spMk id="3" creationId="{C545CABC-7EC9-A874-C911-71278DA44A14}"/>
          </ac:spMkLst>
        </pc:spChg>
        <pc:spChg chg="add mod">
          <ac:chgData name="Karan Ray" userId="1d91e097a9e7b782" providerId="LiveId" clId="{F3DDDB26-5A25-4E3D-AF46-AFE8DD91FD6F}" dt="2024-01-15T12:25:48.910" v="438" actId="1076"/>
          <ac:spMkLst>
            <pc:docMk/>
            <pc:sldMk cId="3559427708" sldId="323"/>
            <ac:spMk id="5" creationId="{0025FB09-8985-77E7-16CE-F70C0C7BD95E}"/>
          </ac:spMkLst>
        </pc:spChg>
        <pc:picChg chg="add del mod">
          <ac:chgData name="Karan Ray" userId="1d91e097a9e7b782" providerId="LiveId" clId="{F3DDDB26-5A25-4E3D-AF46-AFE8DD91FD6F}" dt="2024-01-15T10:51:45.790" v="392" actId="21"/>
          <ac:picMkLst>
            <pc:docMk/>
            <pc:sldMk cId="3559427708" sldId="323"/>
            <ac:picMk id="4" creationId="{DCB13733-CA9D-D6A2-4D3B-FB2D1A2FFB72}"/>
          </ac:picMkLst>
        </pc:picChg>
      </pc:sldChg>
      <pc:sldChg chg="addSp modSp new mod">
        <pc:chgData name="Karan Ray" userId="1d91e097a9e7b782" providerId="LiveId" clId="{F3DDDB26-5A25-4E3D-AF46-AFE8DD91FD6F}" dt="2024-01-19T06:08:44.032" v="1541" actId="20577"/>
        <pc:sldMkLst>
          <pc:docMk/>
          <pc:sldMk cId="3522607286" sldId="324"/>
        </pc:sldMkLst>
        <pc:spChg chg="add mod">
          <ac:chgData name="Karan Ray" userId="1d91e097a9e7b782" providerId="LiveId" clId="{F3DDDB26-5A25-4E3D-AF46-AFE8DD91FD6F}" dt="2024-01-15T10:47:29.441" v="339" actId="1076"/>
          <ac:spMkLst>
            <pc:docMk/>
            <pc:sldMk cId="3522607286" sldId="324"/>
            <ac:spMk id="2" creationId="{292904EB-40AF-1446-5133-816A308CAEAE}"/>
          </ac:spMkLst>
        </pc:spChg>
        <pc:spChg chg="add mod">
          <ac:chgData name="Karan Ray" userId="1d91e097a9e7b782" providerId="LiveId" clId="{F3DDDB26-5A25-4E3D-AF46-AFE8DD91FD6F}" dt="2024-01-19T06:08:44.032" v="1541" actId="20577"/>
          <ac:spMkLst>
            <pc:docMk/>
            <pc:sldMk cId="3522607286" sldId="324"/>
            <ac:spMk id="3" creationId="{B12F5FD5-70AC-F8EE-8530-CFCC79F570F9}"/>
          </ac:spMkLst>
        </pc:spChg>
        <pc:spChg chg="add mod">
          <ac:chgData name="Karan Ray" userId="1d91e097a9e7b782" providerId="LiveId" clId="{F3DDDB26-5A25-4E3D-AF46-AFE8DD91FD6F}" dt="2024-01-15T10:51:17.890" v="390" actId="14100"/>
          <ac:spMkLst>
            <pc:docMk/>
            <pc:sldMk cId="3522607286" sldId="324"/>
            <ac:spMk id="4" creationId="{16B124DB-DE35-4A99-7511-1BBAFA99B503}"/>
          </ac:spMkLst>
        </pc:spChg>
        <pc:spChg chg="add mod">
          <ac:chgData name="Karan Ray" userId="1d91e097a9e7b782" providerId="LiveId" clId="{F3DDDB26-5A25-4E3D-AF46-AFE8DD91FD6F}" dt="2024-01-15T10:51:11.815" v="389" actId="14100"/>
          <ac:spMkLst>
            <pc:docMk/>
            <pc:sldMk cId="3522607286" sldId="324"/>
            <ac:spMk id="5" creationId="{10521AB8-1855-72C6-2607-63E0A4DA9251}"/>
          </ac:spMkLst>
        </pc:spChg>
      </pc:sldChg>
      <pc:sldChg chg="addSp modSp new mod">
        <pc:chgData name="Karan Ray" userId="1d91e097a9e7b782" providerId="LiveId" clId="{F3DDDB26-5A25-4E3D-AF46-AFE8DD91FD6F}" dt="2024-01-15T10:54:40.700" v="416" actId="14100"/>
        <pc:sldMkLst>
          <pc:docMk/>
          <pc:sldMk cId="3485727563" sldId="325"/>
        </pc:sldMkLst>
        <pc:spChg chg="add mod">
          <ac:chgData name="Karan Ray" userId="1d91e097a9e7b782" providerId="LiveId" clId="{F3DDDB26-5A25-4E3D-AF46-AFE8DD91FD6F}" dt="2024-01-15T10:54:40.700" v="416" actId="14100"/>
          <ac:spMkLst>
            <pc:docMk/>
            <pc:sldMk cId="3485727563" sldId="325"/>
            <ac:spMk id="2" creationId="{43985EF8-9F30-CE67-ECCA-A349922AA7DE}"/>
          </ac:spMkLst>
        </pc:spChg>
        <pc:picChg chg="add mod">
          <ac:chgData name="Karan Ray" userId="1d91e097a9e7b782" providerId="LiveId" clId="{F3DDDB26-5A25-4E3D-AF46-AFE8DD91FD6F}" dt="2024-01-15T10:54:34.534" v="415" actId="1076"/>
          <ac:picMkLst>
            <pc:docMk/>
            <pc:sldMk cId="3485727563" sldId="325"/>
            <ac:picMk id="4" creationId="{DCB13733-CA9D-D6A2-4D3B-FB2D1A2FFB72}"/>
          </ac:picMkLst>
        </pc:picChg>
      </pc:sldChg>
      <pc:sldChg chg="addSp modSp new mod">
        <pc:chgData name="Karan Ray" userId="1d91e097a9e7b782" providerId="LiveId" clId="{F3DDDB26-5A25-4E3D-AF46-AFE8DD91FD6F}" dt="2024-01-15T12:32:29.637" v="466" actId="1076"/>
        <pc:sldMkLst>
          <pc:docMk/>
          <pc:sldMk cId="3275184274" sldId="326"/>
        </pc:sldMkLst>
        <pc:spChg chg="add mod">
          <ac:chgData name="Karan Ray" userId="1d91e097a9e7b782" providerId="LiveId" clId="{F3DDDB26-5A25-4E3D-AF46-AFE8DD91FD6F}" dt="2024-01-15T12:32:24.406" v="465" actId="404"/>
          <ac:spMkLst>
            <pc:docMk/>
            <pc:sldMk cId="3275184274" sldId="326"/>
            <ac:spMk id="2" creationId="{97646741-0B41-2C97-2332-565705264D77}"/>
          </ac:spMkLst>
        </pc:spChg>
        <pc:spChg chg="add mod">
          <ac:chgData name="Karan Ray" userId="1d91e097a9e7b782" providerId="LiveId" clId="{F3DDDB26-5A25-4E3D-AF46-AFE8DD91FD6F}" dt="2024-01-15T12:32:29.637" v="466" actId="1076"/>
          <ac:spMkLst>
            <pc:docMk/>
            <pc:sldMk cId="3275184274" sldId="326"/>
            <ac:spMk id="3" creationId="{7CA9C929-C35B-FC60-D0E3-6F7385195453}"/>
          </ac:spMkLst>
        </pc:spChg>
      </pc:sldChg>
      <pc:sldChg chg="addSp modSp new mod">
        <pc:chgData name="Karan Ray" userId="1d91e097a9e7b782" providerId="LiveId" clId="{F3DDDB26-5A25-4E3D-AF46-AFE8DD91FD6F}" dt="2024-01-15T12:36:20.253" v="488" actId="14100"/>
        <pc:sldMkLst>
          <pc:docMk/>
          <pc:sldMk cId="546982017" sldId="327"/>
        </pc:sldMkLst>
        <pc:spChg chg="add mod">
          <ac:chgData name="Karan Ray" userId="1d91e097a9e7b782" providerId="LiveId" clId="{F3DDDB26-5A25-4E3D-AF46-AFE8DD91FD6F}" dt="2024-01-15T12:34:42.679" v="472" actId="403"/>
          <ac:spMkLst>
            <pc:docMk/>
            <pc:sldMk cId="546982017" sldId="327"/>
            <ac:spMk id="3" creationId="{7FCFF787-E0F2-B2C9-72CE-6BB6CF8090BB}"/>
          </ac:spMkLst>
        </pc:spChg>
        <pc:spChg chg="add mod">
          <ac:chgData name="Karan Ray" userId="1d91e097a9e7b782" providerId="LiveId" clId="{F3DDDB26-5A25-4E3D-AF46-AFE8DD91FD6F}" dt="2024-01-15T12:35:31.129" v="479" actId="1076"/>
          <ac:spMkLst>
            <pc:docMk/>
            <pc:sldMk cId="546982017" sldId="327"/>
            <ac:spMk id="4" creationId="{A342A3B9-E67E-91D8-6B0C-9C78FC91F686}"/>
          </ac:spMkLst>
        </pc:spChg>
        <pc:spChg chg="add mod">
          <ac:chgData name="Karan Ray" userId="1d91e097a9e7b782" providerId="LiveId" clId="{F3DDDB26-5A25-4E3D-AF46-AFE8DD91FD6F}" dt="2024-01-15T12:36:20.253" v="488" actId="14100"/>
          <ac:spMkLst>
            <pc:docMk/>
            <pc:sldMk cId="546982017" sldId="327"/>
            <ac:spMk id="5" creationId="{88A32850-FE93-35D9-C2AA-07FF2EC18169}"/>
          </ac:spMkLst>
        </pc:spChg>
      </pc:sldChg>
      <pc:sldChg chg="addSp modSp new mod">
        <pc:chgData name="Karan Ray" userId="1d91e097a9e7b782" providerId="LiveId" clId="{F3DDDB26-5A25-4E3D-AF46-AFE8DD91FD6F}" dt="2024-01-15T12:38:57.346" v="507" actId="1076"/>
        <pc:sldMkLst>
          <pc:docMk/>
          <pc:sldMk cId="3474015217" sldId="328"/>
        </pc:sldMkLst>
        <pc:spChg chg="add mod">
          <ac:chgData name="Karan Ray" userId="1d91e097a9e7b782" providerId="LiveId" clId="{F3DDDB26-5A25-4E3D-AF46-AFE8DD91FD6F}" dt="2024-01-15T12:38:57.346" v="507" actId="1076"/>
          <ac:spMkLst>
            <pc:docMk/>
            <pc:sldMk cId="3474015217" sldId="328"/>
            <ac:spMk id="3" creationId="{1BC78413-66EE-AA12-4204-76084A090138}"/>
          </ac:spMkLst>
        </pc:spChg>
        <pc:spChg chg="add mod">
          <ac:chgData name="Karan Ray" userId="1d91e097a9e7b782" providerId="LiveId" clId="{F3DDDB26-5A25-4E3D-AF46-AFE8DD91FD6F}" dt="2024-01-15T12:38:54.155" v="506" actId="1076"/>
          <ac:spMkLst>
            <pc:docMk/>
            <pc:sldMk cId="3474015217" sldId="328"/>
            <ac:spMk id="4" creationId="{9E86D506-B72D-4387-4AC3-5107EEE4A7CF}"/>
          </ac:spMkLst>
        </pc:spChg>
      </pc:sldChg>
      <pc:sldChg chg="addSp modSp new mod">
        <pc:chgData name="Karan Ray" userId="1d91e097a9e7b782" providerId="LiveId" clId="{F3DDDB26-5A25-4E3D-AF46-AFE8DD91FD6F}" dt="2024-01-15T12:41:21.814" v="527" actId="14100"/>
        <pc:sldMkLst>
          <pc:docMk/>
          <pc:sldMk cId="2497285383" sldId="329"/>
        </pc:sldMkLst>
        <pc:spChg chg="add mod">
          <ac:chgData name="Karan Ray" userId="1d91e097a9e7b782" providerId="LiveId" clId="{F3DDDB26-5A25-4E3D-AF46-AFE8DD91FD6F}" dt="2024-01-15T12:39:45.680" v="513" actId="113"/>
          <ac:spMkLst>
            <pc:docMk/>
            <pc:sldMk cId="2497285383" sldId="329"/>
            <ac:spMk id="3" creationId="{5463A044-A8DB-05E0-F21B-9A4E3B1D104F}"/>
          </ac:spMkLst>
        </pc:spChg>
        <pc:spChg chg="add mod">
          <ac:chgData name="Karan Ray" userId="1d91e097a9e7b782" providerId="LiveId" clId="{F3DDDB26-5A25-4E3D-AF46-AFE8DD91FD6F}" dt="2024-01-15T12:40:26.028" v="518" actId="255"/>
          <ac:spMkLst>
            <pc:docMk/>
            <pc:sldMk cId="2497285383" sldId="329"/>
            <ac:spMk id="4" creationId="{E30E56E0-F821-569D-7BBD-911716C48B58}"/>
          </ac:spMkLst>
        </pc:spChg>
        <pc:spChg chg="add mod">
          <ac:chgData name="Karan Ray" userId="1d91e097a9e7b782" providerId="LiveId" clId="{F3DDDB26-5A25-4E3D-AF46-AFE8DD91FD6F}" dt="2024-01-15T12:41:21.814" v="527" actId="14100"/>
          <ac:spMkLst>
            <pc:docMk/>
            <pc:sldMk cId="2497285383" sldId="329"/>
            <ac:spMk id="5" creationId="{A4CB3FCA-D26D-B8CB-1508-D077C7A9D0B3}"/>
          </ac:spMkLst>
        </pc:spChg>
      </pc:sldChg>
      <pc:sldChg chg="addSp modSp new mod">
        <pc:chgData name="Karan Ray" userId="1d91e097a9e7b782" providerId="LiveId" clId="{F3DDDB26-5A25-4E3D-AF46-AFE8DD91FD6F}" dt="2024-01-15T12:43:26.244" v="548" actId="1076"/>
        <pc:sldMkLst>
          <pc:docMk/>
          <pc:sldMk cId="921294496" sldId="330"/>
        </pc:sldMkLst>
        <pc:spChg chg="add mod">
          <ac:chgData name="Karan Ray" userId="1d91e097a9e7b782" providerId="LiveId" clId="{F3DDDB26-5A25-4E3D-AF46-AFE8DD91FD6F}" dt="2024-01-15T12:43:06.354" v="545" actId="1076"/>
          <ac:spMkLst>
            <pc:docMk/>
            <pc:sldMk cId="921294496" sldId="330"/>
            <ac:spMk id="2" creationId="{DDDC8642-BB4F-F7D3-3284-2CAD2E2AE8BD}"/>
          </ac:spMkLst>
        </pc:spChg>
        <pc:spChg chg="add mod">
          <ac:chgData name="Karan Ray" userId="1d91e097a9e7b782" providerId="LiveId" clId="{F3DDDB26-5A25-4E3D-AF46-AFE8DD91FD6F}" dt="2024-01-15T12:43:26.244" v="548" actId="1076"/>
          <ac:spMkLst>
            <pc:docMk/>
            <pc:sldMk cId="921294496" sldId="330"/>
            <ac:spMk id="3" creationId="{33DAFEE2-3067-CE05-CA7C-7C21296CCF70}"/>
          </ac:spMkLst>
        </pc:spChg>
      </pc:sldChg>
      <pc:sldChg chg="addSp delSp modSp new mod">
        <pc:chgData name="Karan Ray" userId="1d91e097a9e7b782" providerId="LiveId" clId="{F3DDDB26-5A25-4E3D-AF46-AFE8DD91FD6F}" dt="2024-01-15T14:51:33.442" v="1513" actId="1076"/>
        <pc:sldMkLst>
          <pc:docMk/>
          <pc:sldMk cId="3288376168" sldId="331"/>
        </pc:sldMkLst>
        <pc:spChg chg="mod">
          <ac:chgData name="Karan Ray" userId="1d91e097a9e7b782" providerId="LiveId" clId="{F3DDDB26-5A25-4E3D-AF46-AFE8DD91FD6F}" dt="2024-01-15T14:51:15.286" v="1504" actId="1076"/>
          <ac:spMkLst>
            <pc:docMk/>
            <pc:sldMk cId="3288376168" sldId="331"/>
            <ac:spMk id="2" creationId="{324E19F8-A493-85C8-4961-65AD2CD5D1C7}"/>
          </ac:spMkLst>
        </pc:spChg>
        <pc:spChg chg="del">
          <ac:chgData name="Karan Ray" userId="1d91e097a9e7b782" providerId="LiveId" clId="{F3DDDB26-5A25-4E3D-AF46-AFE8DD91FD6F}" dt="2024-01-15T12:44:23.350" v="571"/>
          <ac:spMkLst>
            <pc:docMk/>
            <pc:sldMk cId="3288376168" sldId="331"/>
            <ac:spMk id="3" creationId="{74C9F0ED-61D5-EB6E-4BE2-1989EB07C229}"/>
          </ac:spMkLst>
        </pc:spChg>
        <pc:spChg chg="add mod">
          <ac:chgData name="Karan Ray" userId="1d91e097a9e7b782" providerId="LiveId" clId="{F3DDDB26-5A25-4E3D-AF46-AFE8DD91FD6F}" dt="2024-01-15T14:51:18.179" v="1505" actId="1076"/>
          <ac:spMkLst>
            <pc:docMk/>
            <pc:sldMk cId="3288376168" sldId="331"/>
            <ac:spMk id="4" creationId="{C394006C-2066-1DE8-8DEC-4937C35F6CA1}"/>
          </ac:spMkLst>
        </pc:spChg>
        <pc:spChg chg="add mod">
          <ac:chgData name="Karan Ray" userId="1d91e097a9e7b782" providerId="LiveId" clId="{F3DDDB26-5A25-4E3D-AF46-AFE8DD91FD6F}" dt="2024-01-15T14:51:22.435" v="1506" actId="1076"/>
          <ac:spMkLst>
            <pc:docMk/>
            <pc:sldMk cId="3288376168" sldId="331"/>
            <ac:spMk id="5" creationId="{02D0324C-B1B8-7DCC-1FBD-BEF168DFF1EB}"/>
          </ac:spMkLst>
        </pc:spChg>
        <pc:picChg chg="add mod">
          <ac:chgData name="Karan Ray" userId="1d91e097a9e7b782" providerId="LiveId" clId="{F3DDDB26-5A25-4E3D-AF46-AFE8DD91FD6F}" dt="2024-01-15T14:51:33.442" v="1513" actId="1076"/>
          <ac:picMkLst>
            <pc:docMk/>
            <pc:sldMk cId="3288376168" sldId="331"/>
            <ac:picMk id="7" creationId="{2EF243A6-B1C2-9FAD-BB35-F1E0F37414E7}"/>
          </ac:picMkLst>
        </pc:picChg>
      </pc:sldChg>
      <pc:sldChg chg="new del">
        <pc:chgData name="Karan Ray" userId="1d91e097a9e7b782" providerId="LiveId" clId="{F3DDDB26-5A25-4E3D-AF46-AFE8DD91FD6F}" dt="2024-01-15T12:47:02.234" v="581" actId="680"/>
        <pc:sldMkLst>
          <pc:docMk/>
          <pc:sldMk cId="2505560637" sldId="332"/>
        </pc:sldMkLst>
      </pc:sldChg>
      <pc:sldChg chg="addSp modSp new mod">
        <pc:chgData name="Karan Ray" userId="1d91e097a9e7b782" providerId="LiveId" clId="{F3DDDB26-5A25-4E3D-AF46-AFE8DD91FD6F}" dt="2024-01-15T12:50:58.359" v="605" actId="1076"/>
        <pc:sldMkLst>
          <pc:docMk/>
          <pc:sldMk cId="2787367678" sldId="332"/>
        </pc:sldMkLst>
        <pc:spChg chg="add mod">
          <ac:chgData name="Karan Ray" userId="1d91e097a9e7b782" providerId="LiveId" clId="{F3DDDB26-5A25-4E3D-AF46-AFE8DD91FD6F}" dt="2024-01-15T12:50:42.636" v="602" actId="1076"/>
          <ac:spMkLst>
            <pc:docMk/>
            <pc:sldMk cId="2787367678" sldId="332"/>
            <ac:spMk id="3" creationId="{1D8C449F-1DF8-1013-F051-D61B28D38FD5}"/>
          </ac:spMkLst>
        </pc:spChg>
        <pc:spChg chg="add mod">
          <ac:chgData name="Karan Ray" userId="1d91e097a9e7b782" providerId="LiveId" clId="{F3DDDB26-5A25-4E3D-AF46-AFE8DD91FD6F}" dt="2024-01-15T12:50:46.496" v="603" actId="1076"/>
          <ac:spMkLst>
            <pc:docMk/>
            <pc:sldMk cId="2787367678" sldId="332"/>
            <ac:spMk id="5" creationId="{AA73B305-E2C2-B6F2-0D46-EE7B7847DFD5}"/>
          </ac:spMkLst>
        </pc:spChg>
        <pc:spChg chg="add mod">
          <ac:chgData name="Karan Ray" userId="1d91e097a9e7b782" providerId="LiveId" clId="{F3DDDB26-5A25-4E3D-AF46-AFE8DD91FD6F}" dt="2024-01-15T12:50:53.163" v="604" actId="1076"/>
          <ac:spMkLst>
            <pc:docMk/>
            <pc:sldMk cId="2787367678" sldId="332"/>
            <ac:spMk id="6" creationId="{17E67C54-79F1-F580-C227-CB39887F7D8F}"/>
          </ac:spMkLst>
        </pc:spChg>
        <pc:spChg chg="add mod">
          <ac:chgData name="Karan Ray" userId="1d91e097a9e7b782" providerId="LiveId" clId="{F3DDDB26-5A25-4E3D-AF46-AFE8DD91FD6F}" dt="2024-01-15T12:50:58.359" v="605" actId="1076"/>
          <ac:spMkLst>
            <pc:docMk/>
            <pc:sldMk cId="2787367678" sldId="332"/>
            <ac:spMk id="8" creationId="{0783ABCE-B52E-3F6D-8FFC-1A5CBB97D971}"/>
          </ac:spMkLst>
        </pc:spChg>
        <pc:picChg chg="add mod">
          <ac:chgData name="Karan Ray" userId="1d91e097a9e7b782" providerId="LiveId" clId="{F3DDDB26-5A25-4E3D-AF46-AFE8DD91FD6F}" dt="2024-01-15T12:50:14.022" v="600" actId="1076"/>
          <ac:picMkLst>
            <pc:docMk/>
            <pc:sldMk cId="2787367678" sldId="332"/>
            <ac:picMk id="16387" creationId="{834AF50D-F106-297E-A50A-B6CE64179DC9}"/>
          </ac:picMkLst>
        </pc:picChg>
      </pc:sldChg>
      <pc:sldChg chg="addSp modSp new mod">
        <pc:chgData name="Karan Ray" userId="1d91e097a9e7b782" providerId="LiveId" clId="{F3DDDB26-5A25-4E3D-AF46-AFE8DD91FD6F}" dt="2024-01-15T12:53:08.469" v="625" actId="14100"/>
        <pc:sldMkLst>
          <pc:docMk/>
          <pc:sldMk cId="1467880411" sldId="333"/>
        </pc:sldMkLst>
        <pc:spChg chg="add mod">
          <ac:chgData name="Karan Ray" userId="1d91e097a9e7b782" providerId="LiveId" clId="{F3DDDB26-5A25-4E3D-AF46-AFE8DD91FD6F}" dt="2024-01-15T12:52:42.476" v="623" actId="1076"/>
          <ac:spMkLst>
            <pc:docMk/>
            <pc:sldMk cId="1467880411" sldId="333"/>
            <ac:spMk id="3" creationId="{5C1120B2-DDF5-E87E-E9C8-F62989B6ECF4}"/>
          </ac:spMkLst>
        </pc:spChg>
        <pc:spChg chg="add mod">
          <ac:chgData name="Karan Ray" userId="1d91e097a9e7b782" providerId="LiveId" clId="{F3DDDB26-5A25-4E3D-AF46-AFE8DD91FD6F}" dt="2024-01-15T12:53:08.469" v="625" actId="14100"/>
          <ac:spMkLst>
            <pc:docMk/>
            <pc:sldMk cId="1467880411" sldId="333"/>
            <ac:spMk id="4" creationId="{835BDDB5-DDE7-C1C9-002E-466071711021}"/>
          </ac:spMkLst>
        </pc:spChg>
      </pc:sldChg>
      <pc:sldChg chg="addSp modSp new">
        <pc:chgData name="Karan Ray" userId="1d91e097a9e7b782" providerId="LiveId" clId="{F3DDDB26-5A25-4E3D-AF46-AFE8DD91FD6F}" dt="2024-01-15T12:53:59.229" v="629" actId="1076"/>
        <pc:sldMkLst>
          <pc:docMk/>
          <pc:sldMk cId="4076015496" sldId="334"/>
        </pc:sldMkLst>
        <pc:picChg chg="add mod">
          <ac:chgData name="Karan Ray" userId="1d91e097a9e7b782" providerId="LiveId" clId="{F3DDDB26-5A25-4E3D-AF46-AFE8DD91FD6F}" dt="2024-01-15T12:53:59.229" v="629" actId="1076"/>
          <ac:picMkLst>
            <pc:docMk/>
            <pc:sldMk cId="4076015496" sldId="334"/>
            <ac:picMk id="18434" creationId="{C65038BD-9B4D-90FC-DA94-F85ABA25FF58}"/>
          </ac:picMkLst>
        </pc:picChg>
      </pc:sldChg>
      <pc:sldChg chg="addSp modSp new mod">
        <pc:chgData name="Karan Ray" userId="1d91e097a9e7b782" providerId="LiveId" clId="{F3DDDB26-5A25-4E3D-AF46-AFE8DD91FD6F}" dt="2024-01-15T12:57:51.387" v="660" actId="1076"/>
        <pc:sldMkLst>
          <pc:docMk/>
          <pc:sldMk cId="3851155214" sldId="335"/>
        </pc:sldMkLst>
        <pc:spChg chg="add mod">
          <ac:chgData name="Karan Ray" userId="1d91e097a9e7b782" providerId="LiveId" clId="{F3DDDB26-5A25-4E3D-AF46-AFE8DD91FD6F}" dt="2024-01-15T12:55:31.526" v="645" actId="20577"/>
          <ac:spMkLst>
            <pc:docMk/>
            <pc:sldMk cId="3851155214" sldId="335"/>
            <ac:spMk id="3" creationId="{824BB4DA-50E5-5117-968A-DE7C6A4B49BD}"/>
          </ac:spMkLst>
        </pc:spChg>
        <pc:spChg chg="add mod">
          <ac:chgData name="Karan Ray" userId="1d91e097a9e7b782" providerId="LiveId" clId="{F3DDDB26-5A25-4E3D-AF46-AFE8DD91FD6F}" dt="2024-01-15T12:55:39.451" v="646" actId="1076"/>
          <ac:spMkLst>
            <pc:docMk/>
            <pc:sldMk cId="3851155214" sldId="335"/>
            <ac:spMk id="5" creationId="{1F047821-906F-9D31-6546-A198D09D7C1B}"/>
          </ac:spMkLst>
        </pc:spChg>
        <pc:spChg chg="add mod">
          <ac:chgData name="Karan Ray" userId="1d91e097a9e7b782" providerId="LiveId" clId="{F3DDDB26-5A25-4E3D-AF46-AFE8DD91FD6F}" dt="2024-01-15T12:57:51.387" v="660" actId="1076"/>
          <ac:spMkLst>
            <pc:docMk/>
            <pc:sldMk cId="3851155214" sldId="335"/>
            <ac:spMk id="6" creationId="{D6C093F9-8D66-C3C0-83F6-127D55B2327A}"/>
          </ac:spMkLst>
        </pc:spChg>
      </pc:sldChg>
      <pc:sldChg chg="addSp modSp new mod">
        <pc:chgData name="Karan Ray" userId="1d91e097a9e7b782" providerId="LiveId" clId="{F3DDDB26-5A25-4E3D-AF46-AFE8DD91FD6F}" dt="2024-01-15T13:00:11.433" v="678" actId="1076"/>
        <pc:sldMkLst>
          <pc:docMk/>
          <pc:sldMk cId="288606456" sldId="336"/>
        </pc:sldMkLst>
        <pc:spChg chg="add mod">
          <ac:chgData name="Karan Ray" userId="1d91e097a9e7b782" providerId="LiveId" clId="{F3DDDB26-5A25-4E3D-AF46-AFE8DD91FD6F}" dt="2024-01-15T13:00:11.433" v="678" actId="1076"/>
          <ac:spMkLst>
            <pc:docMk/>
            <pc:sldMk cId="288606456" sldId="336"/>
            <ac:spMk id="2" creationId="{E2551C84-2F43-6959-E276-2B7623B0CE20}"/>
          </ac:spMkLst>
        </pc:spChg>
        <pc:spChg chg="add mod">
          <ac:chgData name="Karan Ray" userId="1d91e097a9e7b782" providerId="LiveId" clId="{F3DDDB26-5A25-4E3D-AF46-AFE8DD91FD6F}" dt="2024-01-15T13:00:08.620" v="677" actId="1076"/>
          <ac:spMkLst>
            <pc:docMk/>
            <pc:sldMk cId="288606456" sldId="336"/>
            <ac:spMk id="3" creationId="{05B036D4-C8B2-C553-B588-AF34606BFD5F}"/>
          </ac:spMkLst>
        </pc:spChg>
      </pc:sldChg>
      <pc:sldChg chg="addSp modSp new mod">
        <pc:chgData name="Karan Ray" userId="1d91e097a9e7b782" providerId="LiveId" clId="{F3DDDB26-5A25-4E3D-AF46-AFE8DD91FD6F}" dt="2024-01-15T13:05:45.715" v="718" actId="1076"/>
        <pc:sldMkLst>
          <pc:docMk/>
          <pc:sldMk cId="1733420277" sldId="337"/>
        </pc:sldMkLst>
        <pc:spChg chg="add mod">
          <ac:chgData name="Karan Ray" userId="1d91e097a9e7b782" providerId="LiveId" clId="{F3DDDB26-5A25-4E3D-AF46-AFE8DD91FD6F}" dt="2024-01-15T13:00:44.803" v="682" actId="113"/>
          <ac:spMkLst>
            <pc:docMk/>
            <pc:sldMk cId="1733420277" sldId="337"/>
            <ac:spMk id="3" creationId="{4CF1BA71-A872-B80A-8A20-ED88F906FD41}"/>
          </ac:spMkLst>
        </pc:spChg>
        <pc:spChg chg="add mod">
          <ac:chgData name="Karan Ray" userId="1d91e097a9e7b782" providerId="LiveId" clId="{F3DDDB26-5A25-4E3D-AF46-AFE8DD91FD6F}" dt="2024-01-15T13:01:01.369" v="686" actId="1076"/>
          <ac:spMkLst>
            <pc:docMk/>
            <pc:sldMk cId="1733420277" sldId="337"/>
            <ac:spMk id="5" creationId="{D6F53BA1-EEA8-D2F7-9AED-EC8A5855713C}"/>
          </ac:spMkLst>
        </pc:spChg>
        <pc:spChg chg="add mod">
          <ac:chgData name="Karan Ray" userId="1d91e097a9e7b782" providerId="LiveId" clId="{F3DDDB26-5A25-4E3D-AF46-AFE8DD91FD6F}" dt="2024-01-15T13:05:45.715" v="718" actId="1076"/>
          <ac:spMkLst>
            <pc:docMk/>
            <pc:sldMk cId="1733420277" sldId="337"/>
            <ac:spMk id="6" creationId="{3FD21FD9-D71A-B495-F893-3CD91CBC918D}"/>
          </ac:spMkLst>
        </pc:spChg>
        <pc:spChg chg="add mod">
          <ac:chgData name="Karan Ray" userId="1d91e097a9e7b782" providerId="LiveId" clId="{F3DDDB26-5A25-4E3D-AF46-AFE8DD91FD6F}" dt="2024-01-15T13:05:42.328" v="717" actId="1076"/>
          <ac:spMkLst>
            <pc:docMk/>
            <pc:sldMk cId="1733420277" sldId="337"/>
            <ac:spMk id="7" creationId="{E131FA7B-C8C2-83A3-0124-B94B1C75100C}"/>
          </ac:spMkLst>
        </pc:spChg>
        <pc:spChg chg="add mod">
          <ac:chgData name="Karan Ray" userId="1d91e097a9e7b782" providerId="LiveId" clId="{F3DDDB26-5A25-4E3D-AF46-AFE8DD91FD6F}" dt="2024-01-15T13:05:36.716" v="716" actId="1076"/>
          <ac:spMkLst>
            <pc:docMk/>
            <pc:sldMk cId="1733420277" sldId="337"/>
            <ac:spMk id="8" creationId="{BE6848C6-7FAE-26A6-3E10-B2A6BCFFE309}"/>
          </ac:spMkLst>
        </pc:spChg>
        <pc:spChg chg="add">
          <ac:chgData name="Karan Ray" userId="1d91e097a9e7b782" providerId="LiveId" clId="{F3DDDB26-5A25-4E3D-AF46-AFE8DD91FD6F}" dt="2024-01-15T13:04:18.297" v="707"/>
          <ac:spMkLst>
            <pc:docMk/>
            <pc:sldMk cId="1733420277" sldId="337"/>
            <ac:spMk id="9" creationId="{0EE0C3D9-41E1-D03F-9630-7A6BCF0836CC}"/>
          </ac:spMkLst>
        </pc:spChg>
      </pc:sldChg>
      <pc:sldChg chg="modSp new mod">
        <pc:chgData name="Karan Ray" userId="1d91e097a9e7b782" providerId="LiveId" clId="{F3DDDB26-5A25-4E3D-AF46-AFE8DD91FD6F}" dt="2024-01-15T13:08:16.335" v="787" actId="1076"/>
        <pc:sldMkLst>
          <pc:docMk/>
          <pc:sldMk cId="2440292948" sldId="338"/>
        </pc:sldMkLst>
        <pc:spChg chg="mod">
          <ac:chgData name="Karan Ray" userId="1d91e097a9e7b782" providerId="LiveId" clId="{F3DDDB26-5A25-4E3D-AF46-AFE8DD91FD6F}" dt="2024-01-15T13:08:16.335" v="787" actId="1076"/>
          <ac:spMkLst>
            <pc:docMk/>
            <pc:sldMk cId="2440292948" sldId="338"/>
            <ac:spMk id="2" creationId="{252EC97F-FAD9-E3F7-4C9F-95BA0E8CBDDD}"/>
          </ac:spMkLst>
        </pc:spChg>
        <pc:spChg chg="mod">
          <ac:chgData name="Karan Ray" userId="1d91e097a9e7b782" providerId="LiveId" clId="{F3DDDB26-5A25-4E3D-AF46-AFE8DD91FD6F}" dt="2024-01-15T13:08:10.461" v="786" actId="20577"/>
          <ac:spMkLst>
            <pc:docMk/>
            <pc:sldMk cId="2440292948" sldId="338"/>
            <ac:spMk id="3" creationId="{A610FAEC-55CB-0F97-BFF9-C209E137E4BA}"/>
          </ac:spMkLst>
        </pc:spChg>
      </pc:sldChg>
      <pc:sldChg chg="addSp modSp new">
        <pc:chgData name="Karan Ray" userId="1d91e097a9e7b782" providerId="LiveId" clId="{F3DDDB26-5A25-4E3D-AF46-AFE8DD91FD6F}" dt="2024-01-15T13:12:08.116" v="824" actId="1076"/>
        <pc:sldMkLst>
          <pc:docMk/>
          <pc:sldMk cId="1526311231" sldId="339"/>
        </pc:sldMkLst>
        <pc:spChg chg="add mod">
          <ac:chgData name="Karan Ray" userId="1d91e097a9e7b782" providerId="LiveId" clId="{F3DDDB26-5A25-4E3D-AF46-AFE8DD91FD6F}" dt="2024-01-15T13:12:08.116" v="824" actId="1076"/>
          <ac:spMkLst>
            <pc:docMk/>
            <pc:sldMk cId="1526311231" sldId="339"/>
            <ac:spMk id="2" creationId="{117D884C-260C-B683-D08D-B71BC6F0B1B4}"/>
          </ac:spMkLst>
        </pc:spChg>
      </pc:sldChg>
      <pc:sldChg chg="addSp modSp new mod">
        <pc:chgData name="Karan Ray" userId="1d91e097a9e7b782" providerId="LiveId" clId="{F3DDDB26-5A25-4E3D-AF46-AFE8DD91FD6F}" dt="2024-01-15T13:16:27.208" v="869" actId="1076"/>
        <pc:sldMkLst>
          <pc:docMk/>
          <pc:sldMk cId="3725068712" sldId="340"/>
        </pc:sldMkLst>
        <pc:spChg chg="add mod">
          <ac:chgData name="Karan Ray" userId="1d91e097a9e7b782" providerId="LiveId" clId="{F3DDDB26-5A25-4E3D-AF46-AFE8DD91FD6F}" dt="2024-01-15T13:12:45.768" v="828" actId="113"/>
          <ac:spMkLst>
            <pc:docMk/>
            <pc:sldMk cId="3725068712" sldId="340"/>
            <ac:spMk id="3" creationId="{84226991-5989-1713-592B-BBCA283EEF55}"/>
          </ac:spMkLst>
        </pc:spChg>
        <pc:spChg chg="add mod">
          <ac:chgData name="Karan Ray" userId="1d91e097a9e7b782" providerId="LiveId" clId="{F3DDDB26-5A25-4E3D-AF46-AFE8DD91FD6F}" dt="2024-01-15T13:15:43.770" v="862" actId="1076"/>
          <ac:spMkLst>
            <pc:docMk/>
            <pc:sldMk cId="3725068712" sldId="340"/>
            <ac:spMk id="4" creationId="{0758AFCF-D296-7D37-4BA9-E1C97C175C0E}"/>
          </ac:spMkLst>
        </pc:spChg>
        <pc:spChg chg="add mod">
          <ac:chgData name="Karan Ray" userId="1d91e097a9e7b782" providerId="LiveId" clId="{F3DDDB26-5A25-4E3D-AF46-AFE8DD91FD6F}" dt="2024-01-15T13:16:27.208" v="869" actId="1076"/>
          <ac:spMkLst>
            <pc:docMk/>
            <pc:sldMk cId="3725068712" sldId="340"/>
            <ac:spMk id="5" creationId="{C91FF4E0-3632-FFE7-086D-457A088229A2}"/>
          </ac:spMkLst>
        </pc:spChg>
      </pc:sldChg>
      <pc:sldChg chg="addSp modSp new mod">
        <pc:chgData name="Karan Ray" userId="1d91e097a9e7b782" providerId="LiveId" clId="{F3DDDB26-5A25-4E3D-AF46-AFE8DD91FD6F}" dt="2024-01-15T13:18:17.292" v="887" actId="14100"/>
        <pc:sldMkLst>
          <pc:docMk/>
          <pc:sldMk cId="3339847757" sldId="341"/>
        </pc:sldMkLst>
        <pc:spChg chg="add mod">
          <ac:chgData name="Karan Ray" userId="1d91e097a9e7b782" providerId="LiveId" clId="{F3DDDB26-5A25-4E3D-AF46-AFE8DD91FD6F}" dt="2024-01-15T13:17:02.047" v="873" actId="1076"/>
          <ac:spMkLst>
            <pc:docMk/>
            <pc:sldMk cId="3339847757" sldId="341"/>
            <ac:spMk id="3" creationId="{A289E84F-7F49-E5E5-1C3D-4864E99842F8}"/>
          </ac:spMkLst>
        </pc:spChg>
        <pc:spChg chg="add mod">
          <ac:chgData name="Karan Ray" userId="1d91e097a9e7b782" providerId="LiveId" clId="{F3DDDB26-5A25-4E3D-AF46-AFE8DD91FD6F}" dt="2024-01-15T13:17:26.253" v="878" actId="33524"/>
          <ac:spMkLst>
            <pc:docMk/>
            <pc:sldMk cId="3339847757" sldId="341"/>
            <ac:spMk id="5" creationId="{D20B94EF-DE38-D919-7311-71B241AAE307}"/>
          </ac:spMkLst>
        </pc:spChg>
        <pc:spChg chg="add mod">
          <ac:chgData name="Karan Ray" userId="1d91e097a9e7b782" providerId="LiveId" clId="{F3DDDB26-5A25-4E3D-AF46-AFE8DD91FD6F}" dt="2024-01-15T13:17:41.042" v="881" actId="1076"/>
          <ac:spMkLst>
            <pc:docMk/>
            <pc:sldMk cId="3339847757" sldId="341"/>
            <ac:spMk id="6" creationId="{1B6E63F6-04F2-AC75-6FFE-0FF71764EB49}"/>
          </ac:spMkLst>
        </pc:spChg>
        <pc:picChg chg="add mod">
          <ac:chgData name="Karan Ray" userId="1d91e097a9e7b782" providerId="LiveId" clId="{F3DDDB26-5A25-4E3D-AF46-AFE8DD91FD6F}" dt="2024-01-15T13:18:17.292" v="887" actId="14100"/>
          <ac:picMkLst>
            <pc:docMk/>
            <pc:sldMk cId="3339847757" sldId="341"/>
            <ac:picMk id="24579" creationId="{7E0B1694-AD8F-CD32-9B76-086954EC1C2F}"/>
          </ac:picMkLst>
        </pc:picChg>
      </pc:sldChg>
      <pc:sldChg chg="addSp modSp new mod">
        <pc:chgData name="Karan Ray" userId="1d91e097a9e7b782" providerId="LiveId" clId="{F3DDDB26-5A25-4E3D-AF46-AFE8DD91FD6F}" dt="2024-01-15T13:22:33.765" v="919" actId="1076"/>
        <pc:sldMkLst>
          <pc:docMk/>
          <pc:sldMk cId="1564529469" sldId="342"/>
        </pc:sldMkLst>
        <pc:spChg chg="add mod">
          <ac:chgData name="Karan Ray" userId="1d91e097a9e7b782" providerId="LiveId" clId="{F3DDDB26-5A25-4E3D-AF46-AFE8DD91FD6F}" dt="2024-01-15T13:19:50.116" v="898" actId="403"/>
          <ac:spMkLst>
            <pc:docMk/>
            <pc:sldMk cId="1564529469" sldId="342"/>
            <ac:spMk id="3" creationId="{521AF618-E249-569E-88BB-2825575F613E}"/>
          </ac:spMkLst>
        </pc:spChg>
        <pc:spChg chg="add mod">
          <ac:chgData name="Karan Ray" userId="1d91e097a9e7b782" providerId="LiveId" clId="{F3DDDB26-5A25-4E3D-AF46-AFE8DD91FD6F}" dt="2024-01-15T13:19:39.827" v="897" actId="2711"/>
          <ac:spMkLst>
            <pc:docMk/>
            <pc:sldMk cId="1564529469" sldId="342"/>
            <ac:spMk id="4" creationId="{A71EF620-0DBC-46F3-EAE4-D1CD3BBA22F9}"/>
          </ac:spMkLst>
        </pc:spChg>
        <pc:spChg chg="add mod">
          <ac:chgData name="Karan Ray" userId="1d91e097a9e7b782" providerId="LiveId" clId="{F3DDDB26-5A25-4E3D-AF46-AFE8DD91FD6F}" dt="2024-01-15T13:22:33.765" v="919" actId="1076"/>
          <ac:spMkLst>
            <pc:docMk/>
            <pc:sldMk cId="1564529469" sldId="342"/>
            <ac:spMk id="6" creationId="{23CD3A12-3E99-D14F-DBE1-07C1574AED9D}"/>
          </ac:spMkLst>
        </pc:spChg>
        <pc:spChg chg="add mod">
          <ac:chgData name="Karan Ray" userId="1d91e097a9e7b782" providerId="LiveId" clId="{F3DDDB26-5A25-4E3D-AF46-AFE8DD91FD6F}" dt="2024-01-15T13:22:26.847" v="918" actId="1076"/>
          <ac:spMkLst>
            <pc:docMk/>
            <pc:sldMk cId="1564529469" sldId="342"/>
            <ac:spMk id="7" creationId="{776B1A29-9D44-114D-AB3B-E0CA2FFC0E4D}"/>
          </ac:spMkLst>
        </pc:spChg>
      </pc:sldChg>
      <pc:sldChg chg="addSp modSp new">
        <pc:chgData name="Karan Ray" userId="1d91e097a9e7b782" providerId="LiveId" clId="{F3DDDB26-5A25-4E3D-AF46-AFE8DD91FD6F}" dt="2024-01-15T13:24:38.058" v="944" actId="20577"/>
        <pc:sldMkLst>
          <pc:docMk/>
          <pc:sldMk cId="1864230875" sldId="343"/>
        </pc:sldMkLst>
        <pc:spChg chg="add mod">
          <ac:chgData name="Karan Ray" userId="1d91e097a9e7b782" providerId="LiveId" clId="{F3DDDB26-5A25-4E3D-AF46-AFE8DD91FD6F}" dt="2024-01-15T13:24:38.058" v="944" actId="20577"/>
          <ac:spMkLst>
            <pc:docMk/>
            <pc:sldMk cId="1864230875" sldId="343"/>
            <ac:spMk id="2" creationId="{26C6B644-9182-7793-CBAE-CC5BDA5E0DC7}"/>
          </ac:spMkLst>
        </pc:spChg>
      </pc:sldChg>
      <pc:sldChg chg="addSp modSp new mod">
        <pc:chgData name="Karan Ray" userId="1d91e097a9e7b782" providerId="LiveId" clId="{F3DDDB26-5A25-4E3D-AF46-AFE8DD91FD6F}" dt="2024-01-15T13:27:52.121" v="995" actId="1076"/>
        <pc:sldMkLst>
          <pc:docMk/>
          <pc:sldMk cId="784229313" sldId="344"/>
        </pc:sldMkLst>
        <pc:spChg chg="mod">
          <ac:chgData name="Karan Ray" userId="1d91e097a9e7b782" providerId="LiveId" clId="{F3DDDB26-5A25-4E3D-AF46-AFE8DD91FD6F}" dt="2024-01-15T13:26:31.094" v="979" actId="122"/>
          <ac:spMkLst>
            <pc:docMk/>
            <pc:sldMk cId="784229313" sldId="344"/>
            <ac:spMk id="2" creationId="{AF2810F8-96D7-DEE8-209E-53552717F45F}"/>
          </ac:spMkLst>
        </pc:spChg>
        <pc:spChg chg="mod">
          <ac:chgData name="Karan Ray" userId="1d91e097a9e7b782" providerId="LiveId" clId="{F3DDDB26-5A25-4E3D-AF46-AFE8DD91FD6F}" dt="2024-01-15T13:26:24.019" v="978" actId="1076"/>
          <ac:spMkLst>
            <pc:docMk/>
            <pc:sldMk cId="784229313" sldId="344"/>
            <ac:spMk id="3" creationId="{4AB3D6C7-5AB7-82C2-22E6-DC0AD008DBE1}"/>
          </ac:spMkLst>
        </pc:spChg>
        <pc:spChg chg="add mod">
          <ac:chgData name="Karan Ray" userId="1d91e097a9e7b782" providerId="LiveId" clId="{F3DDDB26-5A25-4E3D-AF46-AFE8DD91FD6F}" dt="2024-01-15T13:27:40.953" v="993" actId="1076"/>
          <ac:spMkLst>
            <pc:docMk/>
            <pc:sldMk cId="784229313" sldId="344"/>
            <ac:spMk id="4" creationId="{AAA08B3B-A161-D7FC-001A-18380B71F978}"/>
          </ac:spMkLst>
        </pc:spChg>
        <pc:picChg chg="add mod">
          <ac:chgData name="Karan Ray" userId="1d91e097a9e7b782" providerId="LiveId" clId="{F3DDDB26-5A25-4E3D-AF46-AFE8DD91FD6F}" dt="2024-01-15T13:27:52.121" v="995" actId="1076"/>
          <ac:picMkLst>
            <pc:docMk/>
            <pc:sldMk cId="784229313" sldId="344"/>
            <ac:picMk id="27651" creationId="{D7810066-16A7-D528-A10D-365C9B9B4606}"/>
          </ac:picMkLst>
        </pc:picChg>
      </pc:sldChg>
      <pc:sldChg chg="addSp modSp new mod">
        <pc:chgData name="Karan Ray" userId="1d91e097a9e7b782" providerId="LiveId" clId="{F3DDDB26-5A25-4E3D-AF46-AFE8DD91FD6F}" dt="2024-01-15T13:30:40.709" v="1021" actId="403"/>
        <pc:sldMkLst>
          <pc:docMk/>
          <pc:sldMk cId="2619286791" sldId="345"/>
        </pc:sldMkLst>
        <pc:spChg chg="add mod">
          <ac:chgData name="Karan Ray" userId="1d91e097a9e7b782" providerId="LiveId" clId="{F3DDDB26-5A25-4E3D-AF46-AFE8DD91FD6F}" dt="2024-01-15T13:30:40.709" v="1021" actId="403"/>
          <ac:spMkLst>
            <pc:docMk/>
            <pc:sldMk cId="2619286791" sldId="345"/>
            <ac:spMk id="3" creationId="{6F30F1BA-2106-7EC8-E439-6CA926B269F3}"/>
          </ac:spMkLst>
        </pc:spChg>
        <pc:spChg chg="add mod">
          <ac:chgData name="Karan Ray" userId="1d91e097a9e7b782" providerId="LiveId" clId="{F3DDDB26-5A25-4E3D-AF46-AFE8DD91FD6F}" dt="2024-01-15T13:29:52.183" v="1017" actId="1076"/>
          <ac:spMkLst>
            <pc:docMk/>
            <pc:sldMk cId="2619286791" sldId="345"/>
            <ac:spMk id="4" creationId="{49867296-3015-35BC-6DC9-FBCFD49D493D}"/>
          </ac:spMkLst>
        </pc:spChg>
        <pc:picChg chg="add mod">
          <ac:chgData name="Karan Ray" userId="1d91e097a9e7b782" providerId="LiveId" clId="{F3DDDB26-5A25-4E3D-AF46-AFE8DD91FD6F}" dt="2024-01-15T13:30:25.757" v="1020" actId="1076"/>
          <ac:picMkLst>
            <pc:docMk/>
            <pc:sldMk cId="2619286791" sldId="345"/>
            <ac:picMk id="28675" creationId="{84E3999E-68D7-70B2-43B1-3DAFFB94B706}"/>
          </ac:picMkLst>
        </pc:picChg>
      </pc:sldChg>
      <pc:sldChg chg="new del">
        <pc:chgData name="Karan Ray" userId="1d91e097a9e7b782" providerId="LiveId" clId="{F3DDDB26-5A25-4E3D-AF46-AFE8DD91FD6F}" dt="2024-01-15T13:28:02.296" v="997" actId="680"/>
        <pc:sldMkLst>
          <pc:docMk/>
          <pc:sldMk cId="3410381303" sldId="345"/>
        </pc:sldMkLst>
      </pc:sldChg>
      <pc:sldChg chg="addSp modSp new mod">
        <pc:chgData name="Karan Ray" userId="1d91e097a9e7b782" providerId="LiveId" clId="{F3DDDB26-5A25-4E3D-AF46-AFE8DD91FD6F}" dt="2024-01-15T13:35:24.002" v="1061" actId="14100"/>
        <pc:sldMkLst>
          <pc:docMk/>
          <pc:sldMk cId="1025864777" sldId="346"/>
        </pc:sldMkLst>
        <pc:spChg chg="add mod">
          <ac:chgData name="Karan Ray" userId="1d91e097a9e7b782" providerId="LiveId" clId="{F3DDDB26-5A25-4E3D-AF46-AFE8DD91FD6F}" dt="2024-01-15T13:31:59.083" v="1028" actId="1076"/>
          <ac:spMkLst>
            <pc:docMk/>
            <pc:sldMk cId="1025864777" sldId="346"/>
            <ac:spMk id="3" creationId="{53EDF848-5802-7D93-7CC4-F95589E92E1E}"/>
          </ac:spMkLst>
        </pc:spChg>
        <pc:spChg chg="add mod">
          <ac:chgData name="Karan Ray" userId="1d91e097a9e7b782" providerId="LiveId" clId="{F3DDDB26-5A25-4E3D-AF46-AFE8DD91FD6F}" dt="2024-01-15T13:32:25.431" v="1033" actId="2711"/>
          <ac:spMkLst>
            <pc:docMk/>
            <pc:sldMk cId="1025864777" sldId="346"/>
            <ac:spMk id="5" creationId="{2297C883-7BA2-2CDB-9C59-FE3B189A6E52}"/>
          </ac:spMkLst>
        </pc:spChg>
        <pc:spChg chg="add mod">
          <ac:chgData name="Karan Ray" userId="1d91e097a9e7b782" providerId="LiveId" clId="{F3DDDB26-5A25-4E3D-AF46-AFE8DD91FD6F}" dt="2024-01-15T13:34:52.559" v="1057" actId="1076"/>
          <ac:spMkLst>
            <pc:docMk/>
            <pc:sldMk cId="1025864777" sldId="346"/>
            <ac:spMk id="7" creationId="{BBD99234-38DF-946A-D03C-0C82313FB411}"/>
          </ac:spMkLst>
        </pc:spChg>
        <pc:spChg chg="add mod">
          <ac:chgData name="Karan Ray" userId="1d91e097a9e7b782" providerId="LiveId" clId="{F3DDDB26-5A25-4E3D-AF46-AFE8DD91FD6F}" dt="2024-01-15T13:34:49.148" v="1056" actId="1076"/>
          <ac:spMkLst>
            <pc:docMk/>
            <pc:sldMk cId="1025864777" sldId="346"/>
            <ac:spMk id="8" creationId="{2407EE4C-C39F-C250-1379-231315701BD3}"/>
          </ac:spMkLst>
        </pc:spChg>
        <pc:spChg chg="add mod">
          <ac:chgData name="Karan Ray" userId="1d91e097a9e7b782" providerId="LiveId" clId="{F3DDDB26-5A25-4E3D-AF46-AFE8DD91FD6F}" dt="2024-01-15T13:35:24.002" v="1061" actId="14100"/>
          <ac:spMkLst>
            <pc:docMk/>
            <pc:sldMk cId="1025864777" sldId="346"/>
            <ac:spMk id="9" creationId="{85EBD8C8-D10B-80F9-2E2D-5CE18C70E2FD}"/>
          </ac:spMkLst>
        </pc:spChg>
        <pc:spChg chg="add mod">
          <ac:chgData name="Karan Ray" userId="1d91e097a9e7b782" providerId="LiveId" clId="{F3DDDB26-5A25-4E3D-AF46-AFE8DD91FD6F}" dt="2024-01-15T13:35:14.867" v="1060" actId="255"/>
          <ac:spMkLst>
            <pc:docMk/>
            <pc:sldMk cId="1025864777" sldId="346"/>
            <ac:spMk id="10" creationId="{62DD27D2-C5E1-6865-DB3E-D15D57674CB0}"/>
          </ac:spMkLst>
        </pc:spChg>
      </pc:sldChg>
      <pc:sldChg chg="addSp modSp new mod">
        <pc:chgData name="Karan Ray" userId="1d91e097a9e7b782" providerId="LiveId" clId="{F3DDDB26-5A25-4E3D-AF46-AFE8DD91FD6F}" dt="2024-01-15T13:39:17.156" v="1092" actId="404"/>
        <pc:sldMkLst>
          <pc:docMk/>
          <pc:sldMk cId="1251113478" sldId="347"/>
        </pc:sldMkLst>
        <pc:spChg chg="add mod">
          <ac:chgData name="Karan Ray" userId="1d91e097a9e7b782" providerId="LiveId" clId="{F3DDDB26-5A25-4E3D-AF46-AFE8DD91FD6F}" dt="2024-01-15T13:37:51.122" v="1080" actId="403"/>
          <ac:spMkLst>
            <pc:docMk/>
            <pc:sldMk cId="1251113478" sldId="347"/>
            <ac:spMk id="3" creationId="{BA8C5AC8-F7FA-CCE6-5D98-D148F37372A1}"/>
          </ac:spMkLst>
        </pc:spChg>
        <pc:spChg chg="add mod">
          <ac:chgData name="Karan Ray" userId="1d91e097a9e7b782" providerId="LiveId" clId="{F3DDDB26-5A25-4E3D-AF46-AFE8DD91FD6F}" dt="2024-01-15T13:37:57.854" v="1081" actId="1076"/>
          <ac:spMkLst>
            <pc:docMk/>
            <pc:sldMk cId="1251113478" sldId="347"/>
            <ac:spMk id="4" creationId="{27E8E65F-F3A9-DB04-E184-5472A5283CB2}"/>
          </ac:spMkLst>
        </pc:spChg>
        <pc:spChg chg="add mod">
          <ac:chgData name="Karan Ray" userId="1d91e097a9e7b782" providerId="LiveId" clId="{F3DDDB26-5A25-4E3D-AF46-AFE8DD91FD6F}" dt="2024-01-15T13:38:03.582" v="1082" actId="1076"/>
          <ac:spMkLst>
            <pc:docMk/>
            <pc:sldMk cId="1251113478" sldId="347"/>
            <ac:spMk id="5" creationId="{43910D64-7A15-02C0-916C-674DF6C68DCC}"/>
          </ac:spMkLst>
        </pc:spChg>
        <pc:spChg chg="add mod">
          <ac:chgData name="Karan Ray" userId="1d91e097a9e7b782" providerId="LiveId" clId="{F3DDDB26-5A25-4E3D-AF46-AFE8DD91FD6F}" dt="2024-01-15T13:38:30.788" v="1087" actId="255"/>
          <ac:spMkLst>
            <pc:docMk/>
            <pc:sldMk cId="1251113478" sldId="347"/>
            <ac:spMk id="6" creationId="{978AE2BE-E378-4F2B-3ABC-E69ECA2C91F0}"/>
          </ac:spMkLst>
        </pc:spChg>
        <pc:spChg chg="add mod">
          <ac:chgData name="Karan Ray" userId="1d91e097a9e7b782" providerId="LiveId" clId="{F3DDDB26-5A25-4E3D-AF46-AFE8DD91FD6F}" dt="2024-01-15T13:39:17.156" v="1092" actId="404"/>
          <ac:spMkLst>
            <pc:docMk/>
            <pc:sldMk cId="1251113478" sldId="347"/>
            <ac:spMk id="8" creationId="{88CB4012-723F-20AD-4C14-A497BC8D2697}"/>
          </ac:spMkLst>
        </pc:spChg>
      </pc:sldChg>
      <pc:sldChg chg="addSp modSp new mod">
        <pc:chgData name="Karan Ray" userId="1d91e097a9e7b782" providerId="LiveId" clId="{F3DDDB26-5A25-4E3D-AF46-AFE8DD91FD6F}" dt="2024-01-15T13:45:14.318" v="1140" actId="1076"/>
        <pc:sldMkLst>
          <pc:docMk/>
          <pc:sldMk cId="2440156983" sldId="348"/>
        </pc:sldMkLst>
        <pc:spChg chg="add mod">
          <ac:chgData name="Karan Ray" userId="1d91e097a9e7b782" providerId="LiveId" clId="{F3DDDB26-5A25-4E3D-AF46-AFE8DD91FD6F}" dt="2024-01-15T13:40:57.541" v="1103" actId="403"/>
          <ac:spMkLst>
            <pc:docMk/>
            <pc:sldMk cId="2440156983" sldId="348"/>
            <ac:spMk id="3" creationId="{61F0EE06-590B-65B6-9CDC-2272385EC2AB}"/>
          </ac:spMkLst>
        </pc:spChg>
        <pc:spChg chg="add mod">
          <ac:chgData name="Karan Ray" userId="1d91e097a9e7b782" providerId="LiveId" clId="{F3DDDB26-5A25-4E3D-AF46-AFE8DD91FD6F}" dt="2024-01-15T13:41:41.611" v="1107" actId="1076"/>
          <ac:spMkLst>
            <pc:docMk/>
            <pc:sldMk cId="2440156983" sldId="348"/>
            <ac:spMk id="5" creationId="{4EBA30D3-B950-FABE-55F4-754768079532}"/>
          </ac:spMkLst>
        </pc:spChg>
        <pc:spChg chg="add mod">
          <ac:chgData name="Karan Ray" userId="1d91e097a9e7b782" providerId="LiveId" clId="{F3DDDB26-5A25-4E3D-AF46-AFE8DD91FD6F}" dt="2024-01-15T13:41:54.275" v="1111" actId="255"/>
          <ac:spMkLst>
            <pc:docMk/>
            <pc:sldMk cId="2440156983" sldId="348"/>
            <ac:spMk id="6" creationId="{F2F4BDBB-D942-62DF-894E-6AA5ED09558F}"/>
          </ac:spMkLst>
        </pc:spChg>
        <pc:spChg chg="add mod">
          <ac:chgData name="Karan Ray" userId="1d91e097a9e7b782" providerId="LiveId" clId="{F3DDDB26-5A25-4E3D-AF46-AFE8DD91FD6F}" dt="2024-01-15T13:42:21.878" v="1115" actId="255"/>
          <ac:spMkLst>
            <pc:docMk/>
            <pc:sldMk cId="2440156983" sldId="348"/>
            <ac:spMk id="7" creationId="{36D04455-3240-58B8-8F97-08B4AF500856}"/>
          </ac:spMkLst>
        </pc:spChg>
        <pc:spChg chg="add mod">
          <ac:chgData name="Karan Ray" userId="1d91e097a9e7b782" providerId="LiveId" clId="{F3DDDB26-5A25-4E3D-AF46-AFE8DD91FD6F}" dt="2024-01-15T13:45:14.318" v="1140" actId="1076"/>
          <ac:spMkLst>
            <pc:docMk/>
            <pc:sldMk cId="2440156983" sldId="348"/>
            <ac:spMk id="9" creationId="{A44CFC37-7F1A-8EFD-35F0-567B619D2E06}"/>
          </ac:spMkLst>
        </pc:spChg>
        <pc:spChg chg="add mod">
          <ac:chgData name="Karan Ray" userId="1d91e097a9e7b782" providerId="LiveId" clId="{F3DDDB26-5A25-4E3D-AF46-AFE8DD91FD6F}" dt="2024-01-15T13:45:07.997" v="1139" actId="1076"/>
          <ac:spMkLst>
            <pc:docMk/>
            <pc:sldMk cId="2440156983" sldId="348"/>
            <ac:spMk id="11" creationId="{22E196BE-D6EF-A765-2FB1-FFE3E2677950}"/>
          </ac:spMkLst>
        </pc:spChg>
        <pc:spChg chg="add mod">
          <ac:chgData name="Karan Ray" userId="1d91e097a9e7b782" providerId="LiveId" clId="{F3DDDB26-5A25-4E3D-AF46-AFE8DD91FD6F}" dt="2024-01-15T13:45:03.201" v="1138" actId="1076"/>
          <ac:spMkLst>
            <pc:docMk/>
            <pc:sldMk cId="2440156983" sldId="348"/>
            <ac:spMk id="12" creationId="{DF416AAD-6AC3-ED70-0D13-F7768A8EFF98}"/>
          </ac:spMkLst>
        </pc:spChg>
        <pc:spChg chg="add mod">
          <ac:chgData name="Karan Ray" userId="1d91e097a9e7b782" providerId="LiveId" clId="{F3DDDB26-5A25-4E3D-AF46-AFE8DD91FD6F}" dt="2024-01-15T13:44:59.523" v="1137" actId="1076"/>
          <ac:spMkLst>
            <pc:docMk/>
            <pc:sldMk cId="2440156983" sldId="348"/>
            <ac:spMk id="13" creationId="{2DD6962F-A8F0-E504-F849-05E255D2BFD9}"/>
          </ac:spMkLst>
        </pc:spChg>
        <pc:spChg chg="add mod">
          <ac:chgData name="Karan Ray" userId="1d91e097a9e7b782" providerId="LiveId" clId="{F3DDDB26-5A25-4E3D-AF46-AFE8DD91FD6F}" dt="2024-01-15T13:44:53.994" v="1136" actId="1076"/>
          <ac:spMkLst>
            <pc:docMk/>
            <pc:sldMk cId="2440156983" sldId="348"/>
            <ac:spMk id="14" creationId="{3D5FEF41-CFB3-39F6-FC36-76000B8F449E}"/>
          </ac:spMkLst>
        </pc:spChg>
      </pc:sldChg>
      <pc:sldChg chg="addSp modSp new mod">
        <pc:chgData name="Karan Ray" userId="1d91e097a9e7b782" providerId="LiveId" clId="{F3DDDB26-5A25-4E3D-AF46-AFE8DD91FD6F}" dt="2024-01-15T14:52:42.593" v="1520" actId="1076"/>
        <pc:sldMkLst>
          <pc:docMk/>
          <pc:sldMk cId="4293097376" sldId="349"/>
        </pc:sldMkLst>
        <pc:spChg chg="add mod">
          <ac:chgData name="Karan Ray" userId="1d91e097a9e7b782" providerId="LiveId" clId="{F3DDDB26-5A25-4E3D-AF46-AFE8DD91FD6F}" dt="2024-01-15T13:46:04.844" v="1149" actId="14100"/>
          <ac:spMkLst>
            <pc:docMk/>
            <pc:sldMk cId="4293097376" sldId="349"/>
            <ac:spMk id="3" creationId="{F8102BB9-C08B-FD14-1CFE-0D9F11F67A34}"/>
          </ac:spMkLst>
        </pc:spChg>
        <pc:spChg chg="add mod">
          <ac:chgData name="Karan Ray" userId="1d91e097a9e7b782" providerId="LiveId" clId="{F3DDDB26-5A25-4E3D-AF46-AFE8DD91FD6F}" dt="2024-01-15T13:46:24.652" v="1153" actId="255"/>
          <ac:spMkLst>
            <pc:docMk/>
            <pc:sldMk cId="4293097376" sldId="349"/>
            <ac:spMk id="4" creationId="{8EEAED87-B7E8-2AF3-FB48-FA53730BBBDD}"/>
          </ac:spMkLst>
        </pc:spChg>
        <pc:picChg chg="add mod">
          <ac:chgData name="Karan Ray" userId="1d91e097a9e7b782" providerId="LiveId" clId="{F3DDDB26-5A25-4E3D-AF46-AFE8DD91FD6F}" dt="2024-01-15T14:52:42.593" v="1520" actId="1076"/>
          <ac:picMkLst>
            <pc:docMk/>
            <pc:sldMk cId="4293097376" sldId="349"/>
            <ac:picMk id="6" creationId="{CB3D4E2F-0693-2AC4-1A45-3548AC4D4C5A}"/>
          </ac:picMkLst>
        </pc:picChg>
      </pc:sldChg>
      <pc:sldChg chg="addSp modSp new mod">
        <pc:chgData name="Karan Ray" userId="1d91e097a9e7b782" providerId="LiveId" clId="{F3DDDB26-5A25-4E3D-AF46-AFE8DD91FD6F}" dt="2024-01-15T14:53:00.363" v="1525" actId="1076"/>
        <pc:sldMkLst>
          <pc:docMk/>
          <pc:sldMk cId="1124931256" sldId="350"/>
        </pc:sldMkLst>
        <pc:spChg chg="add mod">
          <ac:chgData name="Karan Ray" userId="1d91e097a9e7b782" providerId="LiveId" clId="{F3DDDB26-5A25-4E3D-AF46-AFE8DD91FD6F}" dt="2024-01-15T13:49:47.544" v="1162" actId="1076"/>
          <ac:spMkLst>
            <pc:docMk/>
            <pc:sldMk cId="1124931256" sldId="350"/>
            <ac:spMk id="2" creationId="{6C79A7DE-6280-538A-ACFD-989AF1EC7F64}"/>
          </ac:spMkLst>
        </pc:spChg>
        <pc:picChg chg="add mod">
          <ac:chgData name="Karan Ray" userId="1d91e097a9e7b782" providerId="LiveId" clId="{F3DDDB26-5A25-4E3D-AF46-AFE8DD91FD6F}" dt="2024-01-15T14:53:00.363" v="1525" actId="1076"/>
          <ac:picMkLst>
            <pc:docMk/>
            <pc:sldMk cId="1124931256" sldId="350"/>
            <ac:picMk id="4" creationId="{D4DA187B-43F3-5F0B-DCED-4415B6761112}"/>
          </ac:picMkLst>
        </pc:picChg>
      </pc:sldChg>
      <pc:sldChg chg="addSp modSp new mod">
        <pc:chgData name="Karan Ray" userId="1d91e097a9e7b782" providerId="LiveId" clId="{F3DDDB26-5A25-4E3D-AF46-AFE8DD91FD6F}" dt="2024-01-15T13:52:18.475" v="1184" actId="1076"/>
        <pc:sldMkLst>
          <pc:docMk/>
          <pc:sldMk cId="3012735730" sldId="351"/>
        </pc:sldMkLst>
        <pc:spChg chg="add mod">
          <ac:chgData name="Karan Ray" userId="1d91e097a9e7b782" providerId="LiveId" clId="{F3DDDB26-5A25-4E3D-AF46-AFE8DD91FD6F}" dt="2024-01-15T13:50:53.106" v="1170" actId="14100"/>
          <ac:spMkLst>
            <pc:docMk/>
            <pc:sldMk cId="3012735730" sldId="351"/>
            <ac:spMk id="3" creationId="{A6684B85-5140-B013-04CB-626943BDFA9E}"/>
          </ac:spMkLst>
        </pc:spChg>
        <pc:spChg chg="add mod">
          <ac:chgData name="Karan Ray" userId="1d91e097a9e7b782" providerId="LiveId" clId="{F3DDDB26-5A25-4E3D-AF46-AFE8DD91FD6F}" dt="2024-01-15T13:51:30.700" v="1176" actId="1076"/>
          <ac:spMkLst>
            <pc:docMk/>
            <pc:sldMk cId="3012735730" sldId="351"/>
            <ac:spMk id="4" creationId="{C863A794-FFCA-6F30-2FF2-2D5B264C28AA}"/>
          </ac:spMkLst>
        </pc:spChg>
        <pc:spChg chg="add mod">
          <ac:chgData name="Karan Ray" userId="1d91e097a9e7b782" providerId="LiveId" clId="{F3DDDB26-5A25-4E3D-AF46-AFE8DD91FD6F}" dt="2024-01-15T13:52:13.466" v="1183" actId="1076"/>
          <ac:spMkLst>
            <pc:docMk/>
            <pc:sldMk cId="3012735730" sldId="351"/>
            <ac:spMk id="6" creationId="{564B7A17-9FB1-64D3-219A-9B712F3E8031}"/>
          </ac:spMkLst>
        </pc:spChg>
        <pc:picChg chg="add mod">
          <ac:chgData name="Karan Ray" userId="1d91e097a9e7b782" providerId="LiveId" clId="{F3DDDB26-5A25-4E3D-AF46-AFE8DD91FD6F}" dt="2024-01-15T13:52:18.475" v="1184" actId="1076"/>
          <ac:picMkLst>
            <pc:docMk/>
            <pc:sldMk cId="3012735730" sldId="351"/>
            <ac:picMk id="34819" creationId="{2D5C3990-1EF2-FA21-EDE8-173D35D07E80}"/>
          </ac:picMkLst>
        </pc:picChg>
      </pc:sldChg>
      <pc:sldChg chg="addSp modSp new mod">
        <pc:chgData name="Karan Ray" userId="1d91e097a9e7b782" providerId="LiveId" clId="{F3DDDB26-5A25-4E3D-AF46-AFE8DD91FD6F}" dt="2024-01-15T13:56:48.397" v="1220" actId="2711"/>
        <pc:sldMkLst>
          <pc:docMk/>
          <pc:sldMk cId="1930141377" sldId="352"/>
        </pc:sldMkLst>
        <pc:spChg chg="add mod">
          <ac:chgData name="Karan Ray" userId="1d91e097a9e7b782" providerId="LiveId" clId="{F3DDDB26-5A25-4E3D-AF46-AFE8DD91FD6F}" dt="2024-01-15T13:56:48.397" v="1220" actId="2711"/>
          <ac:spMkLst>
            <pc:docMk/>
            <pc:sldMk cId="1930141377" sldId="352"/>
            <ac:spMk id="2" creationId="{56B8E447-7BE3-2D52-1A87-DDF45E3A0786}"/>
          </ac:spMkLst>
        </pc:spChg>
      </pc:sldChg>
      <pc:sldChg chg="addSp modSp new">
        <pc:chgData name="Karan Ray" userId="1d91e097a9e7b782" providerId="LiveId" clId="{F3DDDB26-5A25-4E3D-AF46-AFE8DD91FD6F}" dt="2024-01-15T13:57:22.762" v="1227" actId="1076"/>
        <pc:sldMkLst>
          <pc:docMk/>
          <pc:sldMk cId="753279901" sldId="353"/>
        </pc:sldMkLst>
        <pc:picChg chg="add mod">
          <ac:chgData name="Karan Ray" userId="1d91e097a9e7b782" providerId="LiveId" clId="{F3DDDB26-5A25-4E3D-AF46-AFE8DD91FD6F}" dt="2024-01-15T13:57:22.762" v="1227" actId="1076"/>
          <ac:picMkLst>
            <pc:docMk/>
            <pc:sldMk cId="753279901" sldId="353"/>
            <ac:picMk id="36866" creationId="{4E18587B-71B6-61A0-7FB2-E1CD97355EF1}"/>
          </ac:picMkLst>
        </pc:picChg>
      </pc:sldChg>
      <pc:sldChg chg="addSp modSp new mod">
        <pc:chgData name="Karan Ray" userId="1d91e097a9e7b782" providerId="LiveId" clId="{F3DDDB26-5A25-4E3D-AF46-AFE8DD91FD6F}" dt="2024-01-15T13:59:40.282" v="1250" actId="14100"/>
        <pc:sldMkLst>
          <pc:docMk/>
          <pc:sldMk cId="2528164857" sldId="354"/>
        </pc:sldMkLst>
        <pc:spChg chg="add mod">
          <ac:chgData name="Karan Ray" userId="1d91e097a9e7b782" providerId="LiveId" clId="{F3DDDB26-5A25-4E3D-AF46-AFE8DD91FD6F}" dt="2024-01-15T13:58:34.236" v="1238" actId="403"/>
          <ac:spMkLst>
            <pc:docMk/>
            <pc:sldMk cId="2528164857" sldId="354"/>
            <ac:spMk id="3" creationId="{0EF27DB0-DA9D-CD77-7AC9-7CB06EC84ED9}"/>
          </ac:spMkLst>
        </pc:spChg>
        <pc:spChg chg="add mod">
          <ac:chgData name="Karan Ray" userId="1d91e097a9e7b782" providerId="LiveId" clId="{F3DDDB26-5A25-4E3D-AF46-AFE8DD91FD6F}" dt="2024-01-15T13:58:22.671" v="1237" actId="2711"/>
          <ac:spMkLst>
            <pc:docMk/>
            <pc:sldMk cId="2528164857" sldId="354"/>
            <ac:spMk id="5" creationId="{AAC408F2-2B0B-8D52-FE2E-6107303A80FC}"/>
          </ac:spMkLst>
        </pc:spChg>
        <pc:spChg chg="add mod">
          <ac:chgData name="Karan Ray" userId="1d91e097a9e7b782" providerId="LiveId" clId="{F3DDDB26-5A25-4E3D-AF46-AFE8DD91FD6F}" dt="2024-01-15T13:59:25.280" v="1246" actId="1076"/>
          <ac:spMkLst>
            <pc:docMk/>
            <pc:sldMk cId="2528164857" sldId="354"/>
            <ac:spMk id="6" creationId="{A1A68959-B021-0764-02F2-8C5B477B6E1A}"/>
          </ac:spMkLst>
        </pc:spChg>
        <pc:picChg chg="add mod">
          <ac:chgData name="Karan Ray" userId="1d91e097a9e7b782" providerId="LiveId" clId="{F3DDDB26-5A25-4E3D-AF46-AFE8DD91FD6F}" dt="2024-01-15T13:59:40.282" v="1250" actId="14100"/>
          <ac:picMkLst>
            <pc:docMk/>
            <pc:sldMk cId="2528164857" sldId="354"/>
            <ac:picMk id="37891" creationId="{7BA584F1-EAB4-1E7D-DE94-375CD3FC51E3}"/>
          </ac:picMkLst>
        </pc:picChg>
      </pc:sldChg>
      <pc:sldChg chg="addSp delSp modSp new mod">
        <pc:chgData name="Karan Ray" userId="1d91e097a9e7b782" providerId="LiveId" clId="{F3DDDB26-5A25-4E3D-AF46-AFE8DD91FD6F}" dt="2024-01-15T14:05:42.508" v="1335" actId="1076"/>
        <pc:sldMkLst>
          <pc:docMk/>
          <pc:sldMk cId="1670720057" sldId="355"/>
        </pc:sldMkLst>
        <pc:spChg chg="mod">
          <ac:chgData name="Karan Ray" userId="1d91e097a9e7b782" providerId="LiveId" clId="{F3DDDB26-5A25-4E3D-AF46-AFE8DD91FD6F}" dt="2024-01-15T14:01:19.548" v="1307" actId="122"/>
          <ac:spMkLst>
            <pc:docMk/>
            <pc:sldMk cId="1670720057" sldId="355"/>
            <ac:spMk id="2" creationId="{7B671EA5-23C8-353A-8A1E-85015016D858}"/>
          </ac:spMkLst>
        </pc:spChg>
        <pc:spChg chg="del">
          <ac:chgData name="Karan Ray" userId="1d91e097a9e7b782" providerId="LiveId" clId="{F3DDDB26-5A25-4E3D-AF46-AFE8DD91FD6F}" dt="2024-01-15T14:01:29.451" v="1308" actId="478"/>
          <ac:spMkLst>
            <pc:docMk/>
            <pc:sldMk cId="1670720057" sldId="355"/>
            <ac:spMk id="3" creationId="{E0DFB7C8-5B49-9E77-A116-EA7209941417}"/>
          </ac:spMkLst>
        </pc:spChg>
        <pc:spChg chg="add mod">
          <ac:chgData name="Karan Ray" userId="1d91e097a9e7b782" providerId="LiveId" clId="{F3DDDB26-5A25-4E3D-AF46-AFE8DD91FD6F}" dt="2024-01-15T14:05:42.508" v="1335" actId="1076"/>
          <ac:spMkLst>
            <pc:docMk/>
            <pc:sldMk cId="1670720057" sldId="355"/>
            <ac:spMk id="4" creationId="{1F87B3F2-9A54-5785-D0CA-7F3E32B7BBFE}"/>
          </ac:spMkLst>
        </pc:spChg>
        <pc:spChg chg="add mod">
          <ac:chgData name="Karan Ray" userId="1d91e097a9e7b782" providerId="LiveId" clId="{F3DDDB26-5A25-4E3D-AF46-AFE8DD91FD6F}" dt="2024-01-15T14:05:38.501" v="1334" actId="403"/>
          <ac:spMkLst>
            <pc:docMk/>
            <pc:sldMk cId="1670720057" sldId="355"/>
            <ac:spMk id="5" creationId="{FCBC70F1-677B-B7F1-377A-2BCC95B9198C}"/>
          </ac:spMkLst>
        </pc:spChg>
        <pc:spChg chg="add mod">
          <ac:chgData name="Karan Ray" userId="1d91e097a9e7b782" providerId="LiveId" clId="{F3DDDB26-5A25-4E3D-AF46-AFE8DD91FD6F}" dt="2024-01-15T14:05:25.233" v="1332" actId="1076"/>
          <ac:spMkLst>
            <pc:docMk/>
            <pc:sldMk cId="1670720057" sldId="355"/>
            <ac:spMk id="7" creationId="{87791E9F-4586-353C-D88A-430DCF949FF2}"/>
          </ac:spMkLst>
        </pc:spChg>
      </pc:sldChg>
      <pc:sldChg chg="addSp modSp new mod">
        <pc:chgData name="Karan Ray" userId="1d91e097a9e7b782" providerId="LiveId" clId="{F3DDDB26-5A25-4E3D-AF46-AFE8DD91FD6F}" dt="2024-01-15T14:53:48.095" v="1532" actId="14100"/>
        <pc:sldMkLst>
          <pc:docMk/>
          <pc:sldMk cId="674704254" sldId="356"/>
        </pc:sldMkLst>
        <pc:spChg chg="add mod">
          <ac:chgData name="Karan Ray" userId="1d91e097a9e7b782" providerId="LiveId" clId="{F3DDDB26-5A25-4E3D-AF46-AFE8DD91FD6F}" dt="2024-01-15T14:06:06.324" v="1339" actId="2711"/>
          <ac:spMkLst>
            <pc:docMk/>
            <pc:sldMk cId="674704254" sldId="356"/>
            <ac:spMk id="3" creationId="{84D27231-92BE-27BA-ED89-5CC7C4347CC1}"/>
          </ac:spMkLst>
        </pc:spChg>
        <pc:spChg chg="add mod">
          <ac:chgData name="Karan Ray" userId="1d91e097a9e7b782" providerId="LiveId" clId="{F3DDDB26-5A25-4E3D-AF46-AFE8DD91FD6F}" dt="2024-01-15T14:06:31.248" v="1344" actId="255"/>
          <ac:spMkLst>
            <pc:docMk/>
            <pc:sldMk cId="674704254" sldId="356"/>
            <ac:spMk id="4" creationId="{B0B48BE5-D0C8-DF9A-E287-114D0E0F4D35}"/>
          </ac:spMkLst>
        </pc:spChg>
        <pc:picChg chg="add mod">
          <ac:chgData name="Karan Ray" userId="1d91e097a9e7b782" providerId="LiveId" clId="{F3DDDB26-5A25-4E3D-AF46-AFE8DD91FD6F}" dt="2024-01-15T14:53:48.095" v="1532" actId="14100"/>
          <ac:picMkLst>
            <pc:docMk/>
            <pc:sldMk cId="674704254" sldId="356"/>
            <ac:picMk id="6" creationId="{92BB90EA-88AE-48A3-93A5-17349D0EAB8B}"/>
          </ac:picMkLst>
        </pc:picChg>
      </pc:sldChg>
      <pc:sldChg chg="addSp modSp new mod">
        <pc:chgData name="Karan Ray" userId="1d91e097a9e7b782" providerId="LiveId" clId="{F3DDDB26-5A25-4E3D-AF46-AFE8DD91FD6F}" dt="2024-01-15T14:09:35.678" v="1380" actId="2711"/>
        <pc:sldMkLst>
          <pc:docMk/>
          <pc:sldMk cId="60948037" sldId="357"/>
        </pc:sldMkLst>
        <pc:spChg chg="add mod">
          <ac:chgData name="Karan Ray" userId="1d91e097a9e7b782" providerId="LiveId" clId="{F3DDDB26-5A25-4E3D-AF46-AFE8DD91FD6F}" dt="2024-01-15T14:07:09.393" v="1350" actId="14100"/>
          <ac:spMkLst>
            <pc:docMk/>
            <pc:sldMk cId="60948037" sldId="357"/>
            <ac:spMk id="3" creationId="{53603D36-0916-C808-B12F-315548986749}"/>
          </ac:spMkLst>
        </pc:spChg>
        <pc:spChg chg="add mod">
          <ac:chgData name="Karan Ray" userId="1d91e097a9e7b782" providerId="LiveId" clId="{F3DDDB26-5A25-4E3D-AF46-AFE8DD91FD6F}" dt="2024-01-15T14:07:29.813" v="1356"/>
          <ac:spMkLst>
            <pc:docMk/>
            <pc:sldMk cId="60948037" sldId="357"/>
            <ac:spMk id="4" creationId="{8547088E-0851-F3AD-D8B5-35CF3D5DA31C}"/>
          </ac:spMkLst>
        </pc:spChg>
        <pc:spChg chg="add mod">
          <ac:chgData name="Karan Ray" userId="1d91e097a9e7b782" providerId="LiveId" clId="{F3DDDB26-5A25-4E3D-AF46-AFE8DD91FD6F}" dt="2024-01-15T14:07:29.813" v="1356"/>
          <ac:spMkLst>
            <pc:docMk/>
            <pc:sldMk cId="60948037" sldId="357"/>
            <ac:spMk id="5" creationId="{3DA30E34-F028-E9E2-E2C6-F2A4447291B5}"/>
          </ac:spMkLst>
        </pc:spChg>
        <pc:spChg chg="add mod">
          <ac:chgData name="Karan Ray" userId="1d91e097a9e7b782" providerId="LiveId" clId="{F3DDDB26-5A25-4E3D-AF46-AFE8DD91FD6F}" dt="2024-01-15T14:07:48.224" v="1359" actId="2711"/>
          <ac:spMkLst>
            <pc:docMk/>
            <pc:sldMk cId="60948037" sldId="357"/>
            <ac:spMk id="7" creationId="{B85D932F-3528-EC18-9B24-A0DC29E0F896}"/>
          </ac:spMkLst>
        </pc:spChg>
        <pc:spChg chg="add mod">
          <ac:chgData name="Karan Ray" userId="1d91e097a9e7b782" providerId="LiveId" clId="{F3DDDB26-5A25-4E3D-AF46-AFE8DD91FD6F}" dt="2024-01-15T14:08:06.743" v="1362" actId="2711"/>
          <ac:spMkLst>
            <pc:docMk/>
            <pc:sldMk cId="60948037" sldId="357"/>
            <ac:spMk id="9" creationId="{95C0233A-D8B8-5CC3-5C4B-C5A91DE2E350}"/>
          </ac:spMkLst>
        </pc:spChg>
        <pc:spChg chg="add mod">
          <ac:chgData name="Karan Ray" userId="1d91e097a9e7b782" providerId="LiveId" clId="{F3DDDB26-5A25-4E3D-AF46-AFE8DD91FD6F}" dt="2024-01-15T14:08:57.757" v="1373" actId="1076"/>
          <ac:spMkLst>
            <pc:docMk/>
            <pc:sldMk cId="60948037" sldId="357"/>
            <ac:spMk id="10" creationId="{FEC36CA1-17A5-BC53-7FC8-4E5F0BF716C3}"/>
          </ac:spMkLst>
        </pc:spChg>
        <pc:spChg chg="add mod">
          <ac:chgData name="Karan Ray" userId="1d91e097a9e7b782" providerId="LiveId" clId="{F3DDDB26-5A25-4E3D-AF46-AFE8DD91FD6F}" dt="2024-01-15T14:09:35.678" v="1380" actId="2711"/>
          <ac:spMkLst>
            <pc:docMk/>
            <pc:sldMk cId="60948037" sldId="357"/>
            <ac:spMk id="12" creationId="{3C33D55B-0E45-3407-EF50-24D52A8522E9}"/>
          </ac:spMkLst>
        </pc:spChg>
        <pc:picChg chg="add mod">
          <ac:chgData name="Karan Ray" userId="1d91e097a9e7b782" providerId="LiveId" clId="{F3DDDB26-5A25-4E3D-AF46-AFE8DD91FD6F}" dt="2024-01-15T14:09:16.872" v="1376" actId="1076"/>
          <ac:picMkLst>
            <pc:docMk/>
            <pc:sldMk cId="60948037" sldId="357"/>
            <ac:picMk id="40965" creationId="{E432A9DB-FE59-8B59-D245-10C147A4C84C}"/>
          </ac:picMkLst>
        </pc:picChg>
      </pc:sldChg>
      <pc:sldChg chg="addSp modSp new mod">
        <pc:chgData name="Karan Ray" userId="1d91e097a9e7b782" providerId="LiveId" clId="{F3DDDB26-5A25-4E3D-AF46-AFE8DD91FD6F}" dt="2024-01-15T14:54:23.884" v="1537" actId="1076"/>
        <pc:sldMkLst>
          <pc:docMk/>
          <pc:sldMk cId="617767035" sldId="358"/>
        </pc:sldMkLst>
        <pc:spChg chg="add mod">
          <ac:chgData name="Karan Ray" userId="1d91e097a9e7b782" providerId="LiveId" clId="{F3DDDB26-5A25-4E3D-AF46-AFE8DD91FD6F}" dt="2024-01-15T14:10:47.497" v="1392" actId="1076"/>
          <ac:spMkLst>
            <pc:docMk/>
            <pc:sldMk cId="617767035" sldId="358"/>
            <ac:spMk id="2" creationId="{8B6C4330-8768-B6ED-84C1-1639428064E2}"/>
          </ac:spMkLst>
        </pc:spChg>
        <pc:spChg chg="add mod">
          <ac:chgData name="Karan Ray" userId="1d91e097a9e7b782" providerId="LiveId" clId="{F3DDDB26-5A25-4E3D-AF46-AFE8DD91FD6F}" dt="2024-01-15T14:11:18.188" v="1397" actId="255"/>
          <ac:spMkLst>
            <pc:docMk/>
            <pc:sldMk cId="617767035" sldId="358"/>
            <ac:spMk id="3" creationId="{30C11D6C-8351-9B34-CCB5-5D8FAC807062}"/>
          </ac:spMkLst>
        </pc:spChg>
        <pc:picChg chg="add mod">
          <ac:chgData name="Karan Ray" userId="1d91e097a9e7b782" providerId="LiveId" clId="{F3DDDB26-5A25-4E3D-AF46-AFE8DD91FD6F}" dt="2024-01-15T14:54:23.884" v="1537" actId="1076"/>
          <ac:picMkLst>
            <pc:docMk/>
            <pc:sldMk cId="617767035" sldId="358"/>
            <ac:picMk id="5" creationId="{A9F8AD8A-C7A2-0933-8ED3-0906E12DE29E}"/>
          </ac:picMkLst>
        </pc:picChg>
      </pc:sldChg>
      <pc:sldChg chg="modSp new mod">
        <pc:chgData name="Karan Ray" userId="1d91e097a9e7b782" providerId="LiveId" clId="{F3DDDB26-5A25-4E3D-AF46-AFE8DD91FD6F}" dt="2024-01-15T14:13:29.249" v="1478" actId="403"/>
        <pc:sldMkLst>
          <pc:docMk/>
          <pc:sldMk cId="3756303199" sldId="359"/>
        </pc:sldMkLst>
        <pc:spChg chg="mod">
          <ac:chgData name="Karan Ray" userId="1d91e097a9e7b782" providerId="LiveId" clId="{F3DDDB26-5A25-4E3D-AF46-AFE8DD91FD6F}" dt="2024-01-15T14:12:16.947" v="1409" actId="27636"/>
          <ac:spMkLst>
            <pc:docMk/>
            <pc:sldMk cId="3756303199" sldId="359"/>
            <ac:spMk id="2" creationId="{417B09A9-2201-D3BF-6419-9E9E4DB69164}"/>
          </ac:spMkLst>
        </pc:spChg>
        <pc:spChg chg="mod">
          <ac:chgData name="Karan Ray" userId="1d91e097a9e7b782" providerId="LiveId" clId="{F3DDDB26-5A25-4E3D-AF46-AFE8DD91FD6F}" dt="2024-01-15T14:13:29.249" v="1478" actId="403"/>
          <ac:spMkLst>
            <pc:docMk/>
            <pc:sldMk cId="3756303199" sldId="359"/>
            <ac:spMk id="3" creationId="{F350D037-631F-FBF7-CF3C-ACF9F92A361F}"/>
          </ac:spMkLst>
        </pc:spChg>
      </pc:sldChg>
      <pc:sldChg chg="addSp modSp new mod">
        <pc:chgData name="Karan Ray" userId="1d91e097a9e7b782" providerId="LiveId" clId="{F3DDDB26-5A25-4E3D-AF46-AFE8DD91FD6F}" dt="2024-01-15T14:17:58.757" v="1495" actId="120"/>
        <pc:sldMkLst>
          <pc:docMk/>
          <pc:sldMk cId="2745076772" sldId="360"/>
        </pc:sldMkLst>
        <pc:spChg chg="add mod">
          <ac:chgData name="Karan Ray" userId="1d91e097a9e7b782" providerId="LiveId" clId="{F3DDDB26-5A25-4E3D-AF46-AFE8DD91FD6F}" dt="2024-01-15T14:17:58.757" v="1495" actId="120"/>
          <ac:spMkLst>
            <pc:docMk/>
            <pc:sldMk cId="2745076772" sldId="360"/>
            <ac:spMk id="3" creationId="{92D1284E-30CA-CAC1-C7A3-D6412457611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C6DBDFE-DD3D-4291-A404-1B97A83A6EA8}" type="datetimeFigureOut">
              <a:rPr lang="en-US" smtClean="0"/>
              <a:t>1/19/2024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6456DE3-4E01-4AFD-AD42-42312842ED89}" type="slidenum">
              <a:rPr lang="en-US" smtClean="0"/>
              <a:t>‹#›</a:t>
            </a:fld>
            <a:endParaRPr lang="en-US" dirty="0"/>
          </a:p>
        </p:txBody>
      </p:sp>
    </p:spTree>
    <p:extLst>
      <p:ext uri="{BB962C8B-B14F-4D97-AF65-F5344CB8AC3E}">
        <p14:creationId xmlns:p14="http://schemas.microsoft.com/office/powerpoint/2010/main" val="7029615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AEA074-24A7-4657-AE02-A51F68EA6AA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498700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04DB13E-F722-4ED6-BB00-556651E95281}"/>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0" name="Rectangle 9"/>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7" name="Group 6">
            <a:extLst>
              <a:ext uri="{FF2B5EF4-FFF2-40B4-BE49-F238E27FC236}">
                <a16:creationId xmlns:a16="http://schemas.microsoft.com/office/drawing/2014/main" id="{E26428D7-C6F3-473D-A360-A3F5C3E8728C}"/>
              </a:ext>
            </a:extLst>
          </p:cNvPr>
          <p:cNvGrpSpPr/>
          <p:nvPr/>
        </p:nvGrpSpPr>
        <p:grpSpPr>
          <a:xfrm>
            <a:off x="5250180" y="1267730"/>
            <a:ext cx="1691640" cy="615934"/>
            <a:chOff x="5250180" y="1267730"/>
            <a:chExt cx="1691640" cy="615934"/>
          </a:xfrm>
        </p:grpSpPr>
        <p:cxnSp>
          <p:nvCxnSpPr>
            <p:cNvPr id="17" name="Straight Connector 16"/>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629103" y="2244830"/>
            <a:ext cx="8933796" cy="2437232"/>
          </a:xfrm>
        </p:spPr>
        <p:txBody>
          <a:bodyPr tIns="45720" bIns="45720" anchor="ctr">
            <a:normAutofit/>
          </a:bodyPr>
          <a:lstStyle>
            <a:lvl1pPr algn="ctr">
              <a:lnSpc>
                <a:spcPct val="83000"/>
              </a:lnSpc>
              <a:defRPr lang="en-US" sz="6800" b="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629101" y="4682062"/>
            <a:ext cx="8936846" cy="457201"/>
          </a:xfrm>
        </p:spPr>
        <p:txBody>
          <a:bodyPr>
            <a:normAutofit/>
          </a:bodyPr>
          <a:lstStyle>
            <a:lvl1pPr marL="0" indent="0" algn="ctr">
              <a:spcBef>
                <a:spcPts val="0"/>
              </a:spcBef>
              <a:buNone/>
              <a:defRPr sz="1800" spc="80" baseline="0">
                <a:solidFill>
                  <a:schemeClr val="tx1">
                    <a:lumMod val="95000"/>
                    <a:lumOff val="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6"/>
            <a:ext cx="1554480" cy="485546"/>
          </a:xfrm>
        </p:spPr>
        <p:txBody>
          <a:bodyPr/>
          <a:lstStyle>
            <a:lvl1pPr algn="ctr">
              <a:defRPr sz="1300" spc="0" baseline="0">
                <a:solidFill>
                  <a:srgbClr val="FFFFFF"/>
                </a:solidFill>
                <a:latin typeface="+mn-lt"/>
              </a:defRPr>
            </a:lvl1pPr>
          </a:lstStyle>
          <a:p>
            <a:fld id="{EA0C0817-A112-4847-8014-A94B7D2A4EA3}" type="datetime1">
              <a:rPr lang="en-US" smtClean="0"/>
              <a:t>1/19/2024</a:t>
            </a:fld>
            <a:endParaRPr lang="en-US" dirty="0"/>
          </a:p>
        </p:txBody>
      </p:sp>
      <p:sp>
        <p:nvSpPr>
          <p:cNvPr id="21" name="Footer Placeholder 20"/>
          <p:cNvSpPr>
            <a:spLocks noGrp="1"/>
          </p:cNvSpPr>
          <p:nvPr>
            <p:ph type="ftr" sz="quarter" idx="11"/>
          </p:nvPr>
        </p:nvSpPr>
        <p:spPr>
          <a:xfrm>
            <a:off x="1629100" y="5177408"/>
            <a:ext cx="5730295" cy="228600"/>
          </a:xfrm>
        </p:spPr>
        <p:txBody>
          <a:bodyPr/>
          <a:lstStyle>
            <a:lvl1pPr algn="l">
              <a:defRPr>
                <a:solidFill>
                  <a:schemeClr val="tx1">
                    <a:lumMod val="85000"/>
                    <a:lumOff val="15000"/>
                  </a:schemeClr>
                </a:solidFill>
              </a:defRPr>
            </a:lvl1pPr>
          </a:lstStyle>
          <a:p>
            <a:endParaRPr lang="en-US" dirty="0"/>
          </a:p>
        </p:txBody>
      </p:sp>
      <p:sp>
        <p:nvSpPr>
          <p:cNvPr id="22" name="Slide Number Placeholder 21"/>
          <p:cNvSpPr>
            <a:spLocks noGrp="1"/>
          </p:cNvSpPr>
          <p:nvPr>
            <p:ph type="sldNum" sz="quarter" idx="12"/>
          </p:nvPr>
        </p:nvSpPr>
        <p:spPr>
          <a:xfrm>
            <a:off x="8606920" y="5177408"/>
            <a:ext cx="1955980"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11847017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32B432-ACDA-4023-A761-2BAB76577B62}" type="datetime1">
              <a:rPr lang="en-US" smtClean="0"/>
              <a:t>1/19/2024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25758817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A4A1889-E37C-4EC3-9E41-9DAD221CF389}"/>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23" name="Rectangle 22"/>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629156" y="2275165"/>
            <a:ext cx="8933688" cy="2406895"/>
          </a:xfrm>
        </p:spPr>
        <p:txBody>
          <a:bodyPr anchor="ctr">
            <a:normAutofit/>
          </a:bodyPr>
          <a:lstStyle>
            <a:lvl1pPr algn="ctr">
              <a:lnSpc>
                <a:spcPct val="83000"/>
              </a:lnSpc>
              <a:defRPr lang="en-US" sz="68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grpSp>
        <p:nvGrpSpPr>
          <p:cNvPr id="16" name="Group 15">
            <a:extLst>
              <a:ext uri="{FF2B5EF4-FFF2-40B4-BE49-F238E27FC236}">
                <a16:creationId xmlns:a16="http://schemas.microsoft.com/office/drawing/2014/main" id="{1683EB04-C23E-490C-A1A6-030CF79D23C8}"/>
              </a:ext>
            </a:extLst>
          </p:cNvPr>
          <p:cNvGrpSpPr/>
          <p:nvPr/>
        </p:nvGrpSpPr>
        <p:grpSpPr>
          <a:xfrm>
            <a:off x="5250180" y="1267730"/>
            <a:ext cx="1691640" cy="615934"/>
            <a:chOff x="5250180" y="1267730"/>
            <a:chExt cx="1691640" cy="615934"/>
          </a:xfrm>
        </p:grpSpPr>
        <p:cxnSp>
          <p:nvCxnSpPr>
            <p:cNvPr id="17" name="Straight Connector 16">
              <a:extLst>
                <a:ext uri="{FF2B5EF4-FFF2-40B4-BE49-F238E27FC236}">
                  <a16:creationId xmlns:a16="http://schemas.microsoft.com/office/drawing/2014/main" id="{F8A84C03-E1CA-4A4E-81D6-9BB0C335B7A0}"/>
                </a:ext>
              </a:extLst>
            </p:cNvPr>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A26FB5A-D5D1-4DAB-AC43-7F51A7F2D197}"/>
                </a:ext>
              </a:extLst>
            </p:cNvPr>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9303F14-E560-4C02-94F4-B4695FE26813}"/>
                </a:ext>
              </a:extLst>
            </p:cNvPr>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3" name="Text Placeholder 2"/>
          <p:cNvSpPr>
            <a:spLocks noGrp="1"/>
          </p:cNvSpPr>
          <p:nvPr>
            <p:ph type="body" idx="1"/>
          </p:nvPr>
        </p:nvSpPr>
        <p:spPr>
          <a:xfrm>
            <a:off x="1629156" y="4682062"/>
            <a:ext cx="8939784" cy="457200"/>
          </a:xfrm>
        </p:spPr>
        <p:txBody>
          <a:bodyPr anchor="t">
            <a:normAutofit/>
          </a:bodyPr>
          <a:lstStyle>
            <a:lvl1pPr marL="0" indent="0" algn="ctr">
              <a:buNone/>
              <a:tabLst>
                <a:tab pos="2633663" algn="l"/>
              </a:tabLst>
              <a:defRPr sz="1800">
                <a:solidFill>
                  <a:schemeClr val="tx1">
                    <a:lumMod val="95000"/>
                    <a:lumOff val="5000"/>
                  </a:schemeClr>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18760" y="1344502"/>
            <a:ext cx="1554480" cy="498781"/>
          </a:xfrm>
        </p:spPr>
        <p:txBody>
          <a:bodyPr/>
          <a:lstStyle>
            <a:lvl1pPr algn="ctr">
              <a:defRPr lang="en-US" sz="1300" kern="1200" spc="0" baseline="0">
                <a:solidFill>
                  <a:srgbClr val="FFFFFF"/>
                </a:solidFill>
                <a:latin typeface="+mn-lt"/>
                <a:ea typeface="+mn-ea"/>
                <a:cs typeface="+mn-cs"/>
              </a:defRPr>
            </a:lvl1pPr>
          </a:lstStyle>
          <a:p>
            <a:fld id="{D9C646AA-F36E-4540-911D-FFFC0A0EF24A}" type="datetime1">
              <a:rPr lang="en-US" smtClean="0"/>
              <a:t>1/19/2024</a:t>
            </a:fld>
            <a:endParaRPr lang="en-US" dirty="0"/>
          </a:p>
        </p:txBody>
      </p:sp>
      <p:sp>
        <p:nvSpPr>
          <p:cNvPr id="5" name="Footer Placeholder 4"/>
          <p:cNvSpPr>
            <a:spLocks noGrp="1"/>
          </p:cNvSpPr>
          <p:nvPr>
            <p:ph type="ftr" sz="quarter" idx="11"/>
          </p:nvPr>
        </p:nvSpPr>
        <p:spPr>
          <a:xfrm>
            <a:off x="1629157" y="5177408"/>
            <a:ext cx="5660134" cy="228600"/>
          </a:xfrm>
        </p:spPr>
        <p:txBody>
          <a:bodyPr/>
          <a:lstStyle>
            <a:lvl1pPr algn="l">
              <a:defRPr>
                <a:solidFill>
                  <a:schemeClr val="tx1">
                    <a:lumMod val="85000"/>
                    <a:lumOff val="15000"/>
                  </a:schemeClr>
                </a:solidFill>
              </a:defRPr>
            </a:lvl1pPr>
          </a:lstStyle>
          <a:p>
            <a:endParaRPr lang="en-US" dirty="0"/>
          </a:p>
        </p:txBody>
      </p:sp>
      <p:sp>
        <p:nvSpPr>
          <p:cNvPr id="6" name="Slide Number Placeholder 5"/>
          <p:cNvSpPr>
            <a:spLocks noGrp="1"/>
          </p:cNvSpPr>
          <p:nvPr>
            <p:ph type="sldNum" sz="quarter" idx="12"/>
          </p:nvPr>
        </p:nvSpPr>
        <p:spPr>
          <a:xfrm>
            <a:off x="8604504" y="5177408"/>
            <a:ext cx="1958339"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21697321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6176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9186D26-FA5F-4637-B602-B7C2DC34CFD4}" type="datetime1">
              <a:rPr lang="en-US" smtClean="0"/>
              <a:t>1/19/2024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35005825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663440" cy="640080"/>
          </a:xfrm>
        </p:spPr>
        <p:txBody>
          <a:bodyPr anchor="ctr">
            <a:normAutofit/>
          </a:bodyPr>
          <a:lstStyle>
            <a:lvl1pPr marL="0" indent="0" algn="l">
              <a:spcBef>
                <a:spcPts val="0"/>
              </a:spcBef>
              <a:buNone/>
              <a:defRPr sz="1900" b="1" i="0">
                <a:solidFill>
                  <a:schemeClr val="tx1"/>
                </a:solidFill>
                <a:latin typeface="+mn-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92472"/>
            <a:ext cx="4663440" cy="3163825"/>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58712" y="2074334"/>
            <a:ext cx="4663440" cy="640080"/>
          </a:xfrm>
        </p:spPr>
        <p:txBody>
          <a:bodyPr anchor="ctr">
            <a:normAutofit/>
          </a:bodyPr>
          <a:lstStyle>
            <a:lvl1pPr marL="0" indent="0" algn="l">
              <a:spcBef>
                <a:spcPts val="0"/>
              </a:spcBef>
              <a:buNone/>
              <a:defRPr sz="1900" b="1">
                <a:solidFill>
                  <a:schemeClr val="tx1"/>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58712" y="2792471"/>
            <a:ext cx="4663440" cy="3164509"/>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A7F15D8-96D1-4781-BC50-CA8A088B2FE4}" type="datetime1">
              <a:rPr lang="en-US" smtClean="0"/>
              <a:t>1/19/2024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10207325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9A96C99-B8F8-4528-BD05-0E16E943DC09}" type="datetime1">
              <a:rPr lang="en-US" smtClean="0"/>
              <a:t>1/19/2024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10735875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636942-C211-4B28-8DBD-C953E00AF71B}" type="datetime1">
              <a:rPr lang="en-US" smtClean="0"/>
              <a:t>1/19/2024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23753279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E1BBF9-8BEF-4353-BA68-30AAF9EBD8D8}"/>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a:extLst>
              <a:ext uri="{FF2B5EF4-FFF2-40B4-BE49-F238E27FC236}">
                <a16:creationId xmlns:a16="http://schemas.microsoft.com/office/drawing/2014/main" id="{5B941C21-2A5D-4912-AB06-1BB0C0EB6AE1}"/>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58200" y="607392"/>
            <a:ext cx="3161963" cy="1645920"/>
          </a:xfrm>
        </p:spPr>
        <p:txBody>
          <a:bodyPr anchor="b">
            <a:normAutofit/>
          </a:bodyPr>
          <a:lstStyle>
            <a:lvl1pPr algn="l" defTabSz="914400" rtl="0" eaLnBrk="1" latinLnBrk="0" hangingPunct="1">
              <a:lnSpc>
                <a:spcPct val="100000"/>
              </a:lnSpc>
              <a:spcBef>
                <a:spcPct val="0"/>
              </a:spcBef>
              <a:buNone/>
              <a:defRPr lang="en-US" sz="3200" b="0" kern="1200" cap="none" spc="0" baseline="0" dirty="0">
                <a:solidFill>
                  <a:schemeClr val="tx1"/>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6858000" cy="5334000"/>
          </a:xfrm>
        </p:spPr>
        <p:txBody>
          <a:bodyPr/>
          <a:lstStyle>
            <a:lvl1pPr>
              <a:defRPr sz="19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58200" y="2336800"/>
            <a:ext cx="3161963" cy="3606800"/>
          </a:xfrm>
        </p:spPr>
        <p:txBody>
          <a:bodyPr>
            <a:normAutofit/>
          </a:bodyPr>
          <a:lstStyle>
            <a:lvl1pPr marL="0" indent="0">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a:xfrm>
            <a:off x="5588000" y="6035040"/>
            <a:ext cx="1955800" cy="365760"/>
          </a:xfrm>
        </p:spPr>
        <p:txBody>
          <a:bodyPr/>
          <a:lstStyle>
            <a:lvl1pPr>
              <a:defRPr>
                <a:solidFill>
                  <a:schemeClr val="tx1">
                    <a:lumMod val="85000"/>
                    <a:lumOff val="15000"/>
                  </a:schemeClr>
                </a:solidFill>
              </a:defRPr>
            </a:lvl1pPr>
          </a:lstStyle>
          <a:p>
            <a:fld id="{7E8D12A6-918A-48BD-8CB9-CA713993B0EA}" type="datetime1">
              <a:rPr lang="en-US" smtClean="0"/>
              <a:t>1/19/2024</a:t>
            </a:fld>
            <a:endParaRPr lang="en-US" dirty="0"/>
          </a:p>
        </p:txBody>
      </p:sp>
      <p:sp>
        <p:nvSpPr>
          <p:cNvPr id="9" name="Footer Placeholder 8"/>
          <p:cNvSpPr>
            <a:spLocks noGrp="1"/>
          </p:cNvSpPr>
          <p:nvPr>
            <p:ph type="ftr" sz="quarter" idx="11"/>
          </p:nvPr>
        </p:nvSpPr>
        <p:spPr>
          <a:xfrm>
            <a:off x="685801" y="6035040"/>
            <a:ext cx="4584700" cy="365760"/>
          </a:xfrm>
        </p:spPr>
        <p:txBody>
          <a:bodyPr/>
          <a:lstStyle>
            <a:lvl1pPr algn="l">
              <a:defRPr/>
            </a:lvl1pPr>
          </a:lstStyle>
          <a:p>
            <a:endParaRPr lang="en-US" dirty="0"/>
          </a:p>
        </p:txBody>
      </p:sp>
      <p:sp>
        <p:nvSpPr>
          <p:cNvPr id="11" name="Slide Number Placeholder 10"/>
          <p:cNvSpPr>
            <a:spLocks noGrp="1"/>
          </p:cNvSpPr>
          <p:nvPr>
            <p:ph type="sldNum" sz="quarter" idx="12"/>
          </p:nvPr>
        </p:nvSpPr>
        <p:spPr>
          <a:xfrm>
            <a:off x="10396728" y="6035040"/>
            <a:ext cx="1223435" cy="36576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24321606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687CA98-D9C7-497F-A1DA-7D22F8753BCE}"/>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228599" y="237744"/>
            <a:ext cx="7696201"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5" name="Date Placeholder 4"/>
          <p:cNvSpPr>
            <a:spLocks noGrp="1"/>
          </p:cNvSpPr>
          <p:nvPr>
            <p:ph type="dt" sz="half" idx="10"/>
          </p:nvPr>
        </p:nvSpPr>
        <p:spPr>
          <a:xfrm>
            <a:off x="5662337" y="6035040"/>
            <a:ext cx="2071963" cy="365760"/>
          </a:xfrm>
        </p:spPr>
        <p:txBody>
          <a:bodyPr/>
          <a:lstStyle>
            <a:lvl1pPr>
              <a:defRPr b="1">
                <a:solidFill>
                  <a:srgbClr val="FFFFFF"/>
                </a:solidFill>
                <a:effectLst>
                  <a:outerShdw blurRad="19050" dist="6350" dir="2700000" algn="tl" rotWithShape="0">
                    <a:prstClr val="black">
                      <a:alpha val="40000"/>
                    </a:prstClr>
                  </a:outerShdw>
                </a:effectLst>
              </a:defRPr>
            </a:lvl1pPr>
          </a:lstStyle>
          <a:p>
            <a:fld id="{E778CE86-875F-4587-BCF6-FA054AFC0D53}" type="datetime1">
              <a:rPr lang="en-US" smtClean="0"/>
              <a:pPr/>
              <a:t>1/19/2024</a:t>
            </a:fld>
            <a:endParaRPr lang="en-US" dirty="0"/>
          </a:p>
        </p:txBody>
      </p:sp>
      <p:sp>
        <p:nvSpPr>
          <p:cNvPr id="6" name="Footer Placeholder 5"/>
          <p:cNvSpPr>
            <a:spLocks noGrp="1"/>
          </p:cNvSpPr>
          <p:nvPr>
            <p:ph type="ftr" sz="quarter" idx="11"/>
          </p:nvPr>
        </p:nvSpPr>
        <p:spPr>
          <a:xfrm>
            <a:off x="612648" y="6035040"/>
            <a:ext cx="4588002" cy="365760"/>
          </a:xfrm>
        </p:spPr>
        <p:txBody>
          <a:bodyPr/>
          <a:lstStyle>
            <a:lvl1pPr marL="0" algn="r" defTabSz="914400" rtl="0" eaLnBrk="1" latinLnBrk="0" hangingPunct="1">
              <a:defRPr lang="en-US" sz="1000" b="1" kern="1200" dirty="0">
                <a:solidFill>
                  <a:srgbClr val="FFFFFF"/>
                </a:solidFill>
                <a:effectLst>
                  <a:outerShdw blurRad="19050" dist="6350" dir="2700000" algn="tl" rotWithShape="0">
                    <a:prstClr val="black">
                      <a:alpha val="40000"/>
                    </a:prstClr>
                  </a:outerShdw>
                </a:effectLst>
                <a:latin typeface="+mn-lt"/>
                <a:ea typeface="+mn-ea"/>
                <a:cs typeface="+mn-cs"/>
              </a:defRPr>
            </a:lvl1pPr>
          </a:lstStyle>
          <a:p>
            <a:pPr algn="l"/>
            <a:endParaRPr lang="en-US" dirty="0"/>
          </a:p>
        </p:txBody>
      </p:sp>
      <p:sp>
        <p:nvSpPr>
          <p:cNvPr id="7" name="Slide Number Placeholder 6"/>
          <p:cNvSpPr>
            <a:spLocks noGrp="1"/>
          </p:cNvSpPr>
          <p:nvPr>
            <p:ph type="sldNum" sz="quarter" idx="12"/>
          </p:nvPr>
        </p:nvSpPr>
        <p:spPr>
          <a:xfrm>
            <a:off x="10396728" y="6035040"/>
            <a:ext cx="1225296" cy="365760"/>
          </a:xfrm>
        </p:spPr>
        <p:txBody>
          <a:bodyPr/>
          <a:lstStyle/>
          <a:p>
            <a:fld id="{34B7E4EF-A1BD-40F4-AB7B-04F084DD991D}" type="slidenum">
              <a:rPr lang="en-US" smtClean="0"/>
              <a:t>‹#›</a:t>
            </a:fld>
            <a:endParaRPr lang="en-US" dirty="0"/>
          </a:p>
        </p:txBody>
      </p:sp>
      <p:sp>
        <p:nvSpPr>
          <p:cNvPr id="12" name="Rectangle 11">
            <a:extLst>
              <a:ext uri="{FF2B5EF4-FFF2-40B4-BE49-F238E27FC236}">
                <a16:creationId xmlns:a16="http://schemas.microsoft.com/office/drawing/2014/main" id="{F8B3D8CC-BB13-41A5-8F34-B8E84A4F9534}"/>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77250" y="603504"/>
            <a:ext cx="3144774" cy="1645920"/>
          </a:xfrm>
        </p:spPr>
        <p:txBody>
          <a:bodyPr anchor="b">
            <a:noAutofit/>
          </a:bodyPr>
          <a:lstStyle>
            <a:lvl1pPr algn="l">
              <a:lnSpc>
                <a:spcPct val="100000"/>
              </a:lnSpc>
              <a:defRPr sz="3200" b="0">
                <a:solidFill>
                  <a:schemeClr val="tx1"/>
                </a:solidFill>
                <a:latin typeface="+mj-lt"/>
              </a:defRPr>
            </a:lvl1pPr>
          </a:lstStyle>
          <a:p>
            <a:r>
              <a:rPr lang="en-US"/>
              <a:t>Click to edit Master title style</a:t>
            </a:r>
            <a:endParaRPr lang="en-US" dirty="0"/>
          </a:p>
        </p:txBody>
      </p:sp>
      <p:sp>
        <p:nvSpPr>
          <p:cNvPr id="4" name="Text Placeholder 3"/>
          <p:cNvSpPr>
            <a:spLocks noGrp="1"/>
          </p:cNvSpPr>
          <p:nvPr>
            <p:ph type="body" sz="half" idx="2"/>
          </p:nvPr>
        </p:nvSpPr>
        <p:spPr>
          <a:xfrm>
            <a:off x="8477250" y="2386584"/>
            <a:ext cx="3144774" cy="3511296"/>
          </a:xfrm>
        </p:spPr>
        <p:txBody>
          <a:bodyPr>
            <a:normAutofit/>
          </a:bodyPr>
          <a:lstStyle>
            <a:lvl1pPr marL="0" indent="0" algn="l">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0991036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E94681D-2A4C-4A8D-B9B5-31D440D0328D}"/>
              </a:ext>
            </a:extLst>
          </p:cNvPr>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p:cNvSpPr/>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sp>
      <p:sp>
        <p:nvSpPr>
          <p:cNvPr id="8" name="Rectangle 7"/>
          <p:cNvSpPr/>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84962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56794" y="6035040"/>
            <a:ext cx="2893045" cy="365760"/>
          </a:xfrm>
          <a:prstGeom prst="rect">
            <a:avLst/>
          </a:prstGeom>
        </p:spPr>
        <p:txBody>
          <a:bodyPr vert="horz" lIns="91440" tIns="45720" rIns="91440" bIns="45720" rtlCol="0" anchor="b"/>
          <a:lstStyle>
            <a:lvl1pPr algn="r">
              <a:defRPr sz="800">
                <a:solidFill>
                  <a:schemeClr val="tx1">
                    <a:lumMod val="75000"/>
                    <a:lumOff val="25000"/>
                  </a:schemeClr>
                </a:solidFill>
              </a:defRPr>
            </a:lvl1pPr>
          </a:lstStyle>
          <a:p>
            <a:fld id="{F6FA2B21-3FCD-4721-B95C-427943F61125}" type="datetime1">
              <a:rPr lang="en-US" smtClean="0"/>
              <a:t>1/19/2024</a:t>
            </a:fld>
            <a:endParaRPr lang="en-US" dirty="0"/>
          </a:p>
        </p:txBody>
      </p:sp>
      <p:sp>
        <p:nvSpPr>
          <p:cNvPr id="5" name="Footer Placeholder 4"/>
          <p:cNvSpPr>
            <a:spLocks noGrp="1"/>
          </p:cNvSpPr>
          <p:nvPr>
            <p:ph type="ftr" sz="quarter" idx="3"/>
          </p:nvPr>
        </p:nvSpPr>
        <p:spPr>
          <a:xfrm>
            <a:off x="1066800" y="6035040"/>
            <a:ext cx="5816600" cy="365760"/>
          </a:xfrm>
          <a:prstGeom prst="rect">
            <a:avLst/>
          </a:prstGeom>
        </p:spPr>
        <p:txBody>
          <a:bodyPr vert="horz" lIns="91440" tIns="45720" rIns="91440" bIns="45720" rtlCol="0" anchor="b"/>
          <a:lstStyle>
            <a:lvl1pPr algn="l">
              <a:defRPr sz="800">
                <a:solidFill>
                  <a:schemeClr val="tx1">
                    <a:lumMod val="85000"/>
                    <a:lumOff val="15000"/>
                  </a:schemeClr>
                </a:solidFill>
              </a:defRPr>
            </a:lvl1pPr>
          </a:lstStyle>
          <a:p>
            <a:endParaRPr lang="en-US" dirty="0"/>
          </a:p>
        </p:txBody>
      </p:sp>
      <p:sp>
        <p:nvSpPr>
          <p:cNvPr id="6" name="Slide Number Placeholder 5"/>
          <p:cNvSpPr>
            <a:spLocks noGrp="1"/>
          </p:cNvSpPr>
          <p:nvPr>
            <p:ph type="sldNum" sz="quarter" idx="4"/>
          </p:nvPr>
        </p:nvSpPr>
        <p:spPr>
          <a:xfrm>
            <a:off x="10287000" y="6035040"/>
            <a:ext cx="838200" cy="365760"/>
          </a:xfrm>
          <a:prstGeom prst="rect">
            <a:avLst/>
          </a:prstGeom>
        </p:spPr>
        <p:txBody>
          <a:bodyPr vert="horz" lIns="91440" tIns="45720" rIns="91440" bIns="45720" rtlCol="0" anchor="b"/>
          <a:lstStyle>
            <a:lvl1pPr algn="r">
              <a:defRPr sz="800">
                <a:solidFill>
                  <a:schemeClr val="tx1">
                    <a:lumMod val="75000"/>
                    <a:lumOff val="2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27209014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hf sldNum="0" hdr="0" ftr="0" dt="0"/>
  <p:txStyles>
    <p:titleStyle>
      <a:lvl1pPr algn="l" defTabSz="914400" rtl="0" eaLnBrk="1" latinLnBrk="0" hangingPunct="1">
        <a:lnSpc>
          <a:spcPct val="90000"/>
        </a:lnSpc>
        <a:spcBef>
          <a:spcPct val="0"/>
        </a:spcBef>
        <a:buNone/>
        <a:defRPr lang="en-US" sz="4000" i="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10000"/>
        </a:lnSpc>
        <a:spcBef>
          <a:spcPts val="900"/>
        </a:spcBef>
        <a:spcAft>
          <a:spcPts val="0"/>
        </a:spcAft>
        <a:buClr>
          <a:schemeClr val="tx1">
            <a:lumMod val="85000"/>
            <a:lumOff val="15000"/>
          </a:schemeClr>
        </a:buClr>
        <a:buFont typeface="Garamond" pitchFamily="18" charset="0"/>
        <a:buChar char="◦"/>
        <a:defRPr sz="15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3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hemeOverride" Target="../theme/themeOverride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hyperlink" Target="https://en.wikipedia.org/wiki/Convolutional_neural_network"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www.techtarget.com/searchenterpriseai/definition/deep-learning-deep-neural-network" TargetMode="External"/><Relationship Id="rId2" Type="http://schemas.openxmlformats.org/officeDocument/2006/relationships/hyperlink" Target="https://www.techtarget.com/searchenterpriseai/definition/machine-learning-ML"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hyperlink" Target="https://github.com/" TargetMode="External"/><Relationship Id="rId2" Type="http://schemas.openxmlformats.org/officeDocument/2006/relationships/hyperlink" Target="https://www.kaggle.com/code/itsmohammadshahid/7-cnn-handwritten-digit-recognition" TargetMode="External"/><Relationship Id="rId1" Type="http://schemas.openxmlformats.org/officeDocument/2006/relationships/slideLayout" Target="../slideLayouts/slideLayout7.xml"/><Relationship Id="rId5" Type="http://schemas.openxmlformats.org/officeDocument/2006/relationships/hyperlink" Target="https://www.geeksforgeeks.org/courses?source=google&amp;medium=cpc&amp;device=c&amp;keyword=geeksforgeeks&amp;matchtype=e&amp;campaignid=20039445781&amp;adgroup=147845288105&amp;gad_source=1&amp;gclid=CjwKCAiAzJOtBhALEiwAtwj8ti3CY0oh0xL_6ZcoJNYe59xC598EJlxwdk2fhyDDCvdu4tvLmXXT2hoCSaAQAvD_BwE" TargetMode="External"/><Relationship Id="rId4" Type="http://schemas.openxmlformats.org/officeDocument/2006/relationships/hyperlink" Target="https://www.codewithharry.com/" TargetMode="External"/></Relationships>
</file>

<file path=ppt/slides/_rels/slide49.xml.rels><?xml version="1.0" encoding="UTF-8" standalone="yes"?>
<Relationships xmlns="http://schemas.openxmlformats.org/package/2006/relationships"><Relationship Id="rId2" Type="http://schemas.openxmlformats.org/officeDocument/2006/relationships/hyperlink" Target="mailto:karan2609n@gmail.com" TargetMode="Externa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Picture 7" descr="flower illustrations">
            <a:extLst>
              <a:ext uri="{FF2B5EF4-FFF2-40B4-BE49-F238E27FC236}">
                <a16:creationId xmlns:a16="http://schemas.microsoft.com/office/drawing/2014/main" id="{46768272-0F6A-4E58-A45C-F10D015D8952}"/>
              </a:ext>
            </a:extLst>
          </p:cNvPr>
          <p:cNvPicPr>
            <a:picLocks noChangeAspect="1"/>
          </p:cNvPicPr>
          <p:nvPr/>
        </p:nvPicPr>
        <p:blipFill rotWithShape="1">
          <a:blip r:embed="rId4">
            <a:extLst>
              <a:ext uri="{28A0092B-C50C-407E-A947-70E740481C1C}">
                <a14:useLocalDpi xmlns:a14="http://schemas.microsoft.com/office/drawing/2010/main" val="0"/>
              </a:ext>
            </a:extLst>
          </a:blip>
          <a:srcRect/>
          <a:stretch/>
        </p:blipFill>
        <p:spPr>
          <a:xfrm>
            <a:off x="20" y="-839"/>
            <a:ext cx="12191980" cy="6858000"/>
          </a:xfrm>
          <a:prstGeom prst="rect">
            <a:avLst/>
          </a:prstGeom>
        </p:spPr>
      </p:pic>
      <p:sp useBgFill="1">
        <p:nvSpPr>
          <p:cNvPr id="73" name="Rectangle 72">
            <a:extLst>
              <a:ext uri="{FF2B5EF4-FFF2-40B4-BE49-F238E27FC236}">
                <a16:creationId xmlns:a16="http://schemas.microsoft.com/office/drawing/2014/main" id="{BF9FFE17-DE95-4821-ACC1-B90C954492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txBody>
          <a:bodyPr/>
          <a:lstStyle/>
          <a:p>
            <a:endParaRPr lang="en-US"/>
          </a:p>
        </p:txBody>
      </p:sp>
      <p:sp>
        <p:nvSpPr>
          <p:cNvPr id="75" name="Rectangle 74">
            <a:extLst>
              <a:ext uri="{FF2B5EF4-FFF2-40B4-BE49-F238E27FC236}">
                <a16:creationId xmlns:a16="http://schemas.microsoft.com/office/drawing/2014/main" id="{03CF76AF-FF72-4430-A772-0584032902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txBody>
          <a:bodyPr/>
          <a:lstStyle/>
          <a:p>
            <a:endParaRPr lang="en-US"/>
          </a:p>
        </p:txBody>
      </p:sp>
      <p:sp>
        <p:nvSpPr>
          <p:cNvPr id="2" name="Title 1">
            <a:extLst>
              <a:ext uri="{FF2B5EF4-FFF2-40B4-BE49-F238E27FC236}">
                <a16:creationId xmlns:a16="http://schemas.microsoft.com/office/drawing/2014/main" id="{18C3B467-088C-4F3D-A9A7-105C4E1E20CD}"/>
              </a:ext>
            </a:extLst>
          </p:cNvPr>
          <p:cNvSpPr>
            <a:spLocks noGrp="1"/>
          </p:cNvSpPr>
          <p:nvPr>
            <p:ph type="ctrTitle"/>
          </p:nvPr>
        </p:nvSpPr>
        <p:spPr>
          <a:xfrm>
            <a:off x="1771132" y="2091263"/>
            <a:ext cx="8649738" cy="2590800"/>
          </a:xfrm>
        </p:spPr>
        <p:txBody>
          <a:bodyPr>
            <a:normAutofit/>
          </a:bodyPr>
          <a:lstStyle/>
          <a:p>
            <a:r>
              <a:rPr lang="en-IN" sz="4800" dirty="0"/>
              <a:t>HANDWRITTEN</a:t>
            </a:r>
            <a:r>
              <a:rPr lang="en-US" sz="4800" dirty="0"/>
              <a:t> digit recognition</a:t>
            </a:r>
            <a:br>
              <a:rPr lang="en-US" sz="4800" dirty="0"/>
            </a:br>
            <a:r>
              <a:rPr lang="en-US" sz="4800" dirty="0"/>
              <a:t>using python</a:t>
            </a:r>
          </a:p>
        </p:txBody>
      </p:sp>
      <p:sp>
        <p:nvSpPr>
          <p:cNvPr id="3" name="Subtitle 2">
            <a:extLst>
              <a:ext uri="{FF2B5EF4-FFF2-40B4-BE49-F238E27FC236}">
                <a16:creationId xmlns:a16="http://schemas.microsoft.com/office/drawing/2014/main" id="{C8722DDC-8EEE-4A06-8DFE-B44871EAA2CF}"/>
              </a:ext>
            </a:extLst>
          </p:cNvPr>
          <p:cNvSpPr>
            <a:spLocks noGrp="1"/>
          </p:cNvSpPr>
          <p:nvPr>
            <p:ph type="subTitle" idx="1"/>
          </p:nvPr>
        </p:nvSpPr>
        <p:spPr>
          <a:xfrm>
            <a:off x="1771129" y="4682062"/>
            <a:ext cx="8784575" cy="679649"/>
          </a:xfrm>
        </p:spPr>
        <p:txBody>
          <a:bodyPr>
            <a:normAutofit fontScale="92500" lnSpcReduction="20000"/>
          </a:bodyPr>
          <a:lstStyle/>
          <a:p>
            <a:pPr>
              <a:spcAft>
                <a:spcPts val="600"/>
              </a:spcAft>
            </a:pPr>
            <a:r>
              <a:rPr lang="en-IN" dirty="0"/>
              <a:t>C</a:t>
            </a:r>
            <a:r>
              <a:rPr lang="en-US" dirty="0"/>
              <a:t>SE III SEMESTER MINI PROJECT </a:t>
            </a:r>
          </a:p>
          <a:p>
            <a:pPr>
              <a:spcAft>
                <a:spcPts val="600"/>
              </a:spcAft>
            </a:pPr>
            <a:r>
              <a:rPr lang="en-US" dirty="0"/>
              <a:t>23 - 24</a:t>
            </a:r>
            <a:endParaRPr lang="en-US" sz="1800" dirty="0"/>
          </a:p>
        </p:txBody>
      </p:sp>
      <p:sp>
        <p:nvSpPr>
          <p:cNvPr id="77" name="Rectangle 76">
            <a:extLst>
              <a:ext uri="{FF2B5EF4-FFF2-40B4-BE49-F238E27FC236}">
                <a16:creationId xmlns:a16="http://schemas.microsoft.com/office/drawing/2014/main" id="{0B1C8180-2FDD-4202-8C45-4057CB1AB2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79" name="Straight Connector 78">
            <a:extLst>
              <a:ext uri="{FF2B5EF4-FFF2-40B4-BE49-F238E27FC236}">
                <a16:creationId xmlns:a16="http://schemas.microsoft.com/office/drawing/2014/main" id="{D6E86CC6-13EA-4A88-86AD-CF27BF52CC9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250180" y="1267730"/>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3F80B441-4F7D-4B40-8A13-FED03A1F3A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941820" y="1267730"/>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70C7FD1A-44B1-4E4C-B0C9-A8103DCCDCC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250180" y="1913025"/>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280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3FDB19-78D8-39D9-53C1-9DB2FD0FA3F0}"/>
              </a:ext>
            </a:extLst>
          </p:cNvPr>
          <p:cNvSpPr>
            <a:spLocks noGrp="1"/>
          </p:cNvSpPr>
          <p:nvPr>
            <p:ph type="title"/>
          </p:nvPr>
        </p:nvSpPr>
        <p:spPr>
          <a:xfrm>
            <a:off x="368969" y="3428999"/>
            <a:ext cx="11373852" cy="3052011"/>
          </a:xfrm>
        </p:spPr>
        <p:txBody>
          <a:bodyPr>
            <a:normAutofit/>
          </a:bodyPr>
          <a:lstStyle/>
          <a:p>
            <a:pPr algn="ctr">
              <a:lnSpc>
                <a:spcPct val="115000"/>
              </a:lnSpc>
              <a:spcAft>
                <a:spcPts val="1000"/>
              </a:spcAft>
            </a:pPr>
            <a:r>
              <a:rPr lang="en-IN" sz="1800" b="1" dirty="0">
                <a:effectLst/>
                <a:latin typeface="Times New Roman" panose="02020603050405020304" pitchFamily="18" charset="0"/>
                <a:ea typeface="Calibri" panose="020F0502020204030204" pitchFamily="34" charset="0"/>
                <a:cs typeface="Mangal" panose="02040503050203030202" pitchFamily="18" charset="0"/>
              </a:rPr>
              <a:t>Submitted to:						Submitted by:</a:t>
            </a:r>
            <a:br>
              <a:rPr lang="en-US" sz="1800" dirty="0">
                <a:effectLst/>
                <a:latin typeface="Calibri" panose="020F0502020204030204" pitchFamily="34" charset="0"/>
                <a:ea typeface="Calibri" panose="020F0502020204030204" pitchFamily="34" charset="0"/>
                <a:cs typeface="Mangal" panose="02040503050203030202" pitchFamily="18" charset="0"/>
              </a:rPr>
            </a:br>
            <a:r>
              <a:rPr lang="en-US" sz="1800" dirty="0">
                <a:effectLst/>
                <a:latin typeface="Times New Roman" panose="02020603050405020304" pitchFamily="18" charset="0"/>
                <a:ea typeface="Calibri" panose="020F0502020204030204" pitchFamily="34" charset="0"/>
                <a:cs typeface="Mangal" panose="02040503050203030202" pitchFamily="18" charset="0"/>
              </a:rPr>
              <a:t>Ms. Jyoti </a:t>
            </a:r>
            <a:r>
              <a:rPr lang="en-US" sz="1800" dirty="0" err="1">
                <a:effectLst/>
                <a:latin typeface="Times New Roman" panose="02020603050405020304" pitchFamily="18" charset="0"/>
                <a:ea typeface="Calibri" panose="020F0502020204030204" pitchFamily="34" charset="0"/>
                <a:cs typeface="Mangal" panose="02040503050203030202" pitchFamily="18" charset="0"/>
              </a:rPr>
              <a:t>Ramola</a:t>
            </a:r>
            <a:r>
              <a:rPr lang="en-US" sz="1800" dirty="0">
                <a:effectLst/>
                <a:latin typeface="Times New Roman" panose="02020603050405020304" pitchFamily="18" charset="0"/>
                <a:ea typeface="Calibri" panose="020F0502020204030204" pitchFamily="34" charset="0"/>
                <a:cs typeface="Mangal" panose="02040503050203030202" pitchFamily="18" charset="0"/>
              </a:rPr>
              <a:t>      				 Mr. Karan Ray</a:t>
            </a:r>
            <a:br>
              <a:rPr lang="en-US" sz="1800" dirty="0">
                <a:effectLst/>
                <a:latin typeface="Calibri" panose="020F0502020204030204" pitchFamily="34" charset="0"/>
                <a:ea typeface="Calibri" panose="020F0502020204030204" pitchFamily="34" charset="0"/>
                <a:cs typeface="Mangal" panose="02040503050203030202" pitchFamily="18" charset="0"/>
              </a:rPr>
            </a:br>
            <a:r>
              <a:rPr lang="pt-BR" sz="1800" dirty="0">
                <a:effectLst/>
                <a:latin typeface="Times New Roman" panose="02020603050405020304" pitchFamily="18" charset="0"/>
                <a:ea typeface="Calibri" panose="020F0502020204030204" pitchFamily="34" charset="0"/>
                <a:cs typeface="Mangal" panose="02040503050203030202" pitchFamily="18" charset="0"/>
              </a:rPr>
              <a:t>(CC-CSE-S-III-Sem)</a:t>
            </a:r>
            <a:r>
              <a:rPr lang="pt-BR" sz="1800" b="1" dirty="0">
                <a:effectLst/>
                <a:latin typeface="Times New Roman" panose="02020603050405020304" pitchFamily="18" charset="0"/>
                <a:ea typeface="Calibri" panose="020F0502020204030204" pitchFamily="34" charset="0"/>
                <a:cs typeface="Mangal" panose="02040503050203030202" pitchFamily="18" charset="0"/>
              </a:rPr>
              <a:t>	</a:t>
            </a:r>
            <a:r>
              <a:rPr lang="pt-BR" sz="1800" dirty="0">
                <a:effectLst/>
                <a:latin typeface="Times New Roman" panose="02020603050405020304" pitchFamily="18" charset="0"/>
                <a:ea typeface="Calibri" panose="020F0502020204030204" pitchFamily="34" charset="0"/>
                <a:cs typeface="Mangal" panose="02040503050203030202" pitchFamily="18" charset="0"/>
              </a:rPr>
              <a:t>			Roll. </a:t>
            </a:r>
            <a:r>
              <a:rPr lang="en-IN" sz="1800" dirty="0">
                <a:effectLst/>
                <a:latin typeface="Times New Roman" panose="02020603050405020304" pitchFamily="18" charset="0"/>
                <a:ea typeface="Calibri" panose="020F0502020204030204" pitchFamily="34" charset="0"/>
                <a:cs typeface="Mangal" panose="02040503050203030202" pitchFamily="18" charset="0"/>
              </a:rPr>
              <a:t>No:2318031</a:t>
            </a:r>
            <a:br>
              <a:rPr lang="en-US" sz="1800" dirty="0">
                <a:effectLst/>
                <a:latin typeface="Calibri" panose="020F0502020204030204" pitchFamily="34" charset="0"/>
                <a:ea typeface="Calibri" panose="020F0502020204030204" pitchFamily="34" charset="0"/>
                <a:cs typeface="Mangal" panose="02040503050203030202" pitchFamily="18" charset="0"/>
              </a:rPr>
            </a:br>
            <a:r>
              <a:rPr lang="en-IN" sz="1800" b="1" dirty="0">
                <a:effectLst/>
                <a:latin typeface="Times New Roman" panose="02020603050405020304" pitchFamily="18" charset="0"/>
                <a:ea typeface="Calibri" panose="020F0502020204030204" pitchFamily="34" charset="0"/>
                <a:cs typeface="Mangal" panose="02040503050203030202" pitchFamily="18" charset="0"/>
              </a:rPr>
              <a:t>Guided by:				 </a:t>
            </a:r>
            <a:r>
              <a:rPr lang="en-IN" sz="1800" dirty="0">
                <a:effectLst/>
                <a:latin typeface="Times New Roman" panose="02020603050405020304" pitchFamily="18" charset="0"/>
                <a:ea typeface="Calibri" panose="020F0502020204030204" pitchFamily="34" charset="0"/>
                <a:cs typeface="Mangal" panose="02040503050203030202" pitchFamily="18" charset="0"/>
              </a:rPr>
              <a:t>CSE-S-III-Sem      </a:t>
            </a:r>
            <a:br>
              <a:rPr lang="en-US" sz="1800" dirty="0">
                <a:effectLst/>
                <a:latin typeface="Calibri" panose="020F0502020204030204" pitchFamily="34" charset="0"/>
                <a:ea typeface="Calibri" panose="020F0502020204030204" pitchFamily="34" charset="0"/>
                <a:cs typeface="Mangal" panose="02040503050203030202" pitchFamily="18" charset="0"/>
              </a:rPr>
            </a:br>
            <a:r>
              <a:rPr lang="en-US" sz="1800" dirty="0">
                <a:effectLst/>
                <a:latin typeface="Calibri" panose="020F0502020204030204" pitchFamily="34" charset="0"/>
                <a:ea typeface="Calibri" panose="020F0502020204030204" pitchFamily="34" charset="0"/>
                <a:cs typeface="Mangal" panose="02040503050203030202" pitchFamily="18" charset="0"/>
              </a:rPr>
              <a:t>	</a:t>
            </a:r>
            <a:r>
              <a:rPr lang="en-IN" sz="1800" dirty="0">
                <a:effectLst/>
                <a:latin typeface="Times New Roman" panose="02020603050405020304" pitchFamily="18" charset="0"/>
                <a:ea typeface="Calibri" panose="020F0502020204030204" pitchFamily="34" charset="0"/>
                <a:cs typeface="Mangal" panose="02040503050203030202" pitchFamily="18" charset="0"/>
              </a:rPr>
              <a:t>Ms. Jyoti </a:t>
            </a:r>
            <a:r>
              <a:rPr lang="en-IN" sz="1800" dirty="0" err="1">
                <a:effectLst/>
                <a:latin typeface="Times New Roman" panose="02020603050405020304" pitchFamily="18" charset="0"/>
                <a:ea typeface="Calibri" panose="020F0502020204030204" pitchFamily="34" charset="0"/>
                <a:cs typeface="Mangal" panose="02040503050203030202" pitchFamily="18" charset="0"/>
              </a:rPr>
              <a:t>Ramola</a:t>
            </a:r>
            <a:r>
              <a:rPr lang="en-IN" sz="1800" dirty="0">
                <a:effectLst/>
                <a:latin typeface="Times New Roman" panose="02020603050405020304" pitchFamily="18" charset="0"/>
                <a:ea typeface="Calibri" panose="020F0502020204030204" pitchFamily="34" charset="0"/>
                <a:cs typeface="Mangal" panose="02040503050203030202" pitchFamily="18" charset="0"/>
              </a:rPr>
              <a:t> 		                 	             Session: 2023-2024		</a:t>
            </a:r>
            <a:br>
              <a:rPr lang="en-US" sz="1800" dirty="0">
                <a:effectLst/>
                <a:latin typeface="Calibri" panose="020F0502020204030204" pitchFamily="34" charset="0"/>
                <a:ea typeface="Calibri" panose="020F0502020204030204" pitchFamily="34" charset="0"/>
                <a:cs typeface="Mangal" panose="02040503050203030202" pitchFamily="18" charset="0"/>
              </a:rPr>
            </a:br>
            <a:r>
              <a:rPr lang="en-IN" sz="1800" b="1" dirty="0">
                <a:effectLst/>
                <a:latin typeface="Times New Roman" panose="02020603050405020304" pitchFamily="18" charset="0"/>
                <a:ea typeface="Calibri" panose="020F0502020204030204" pitchFamily="34" charset="0"/>
                <a:cs typeface="Mangal" panose="02040503050203030202" pitchFamily="18" charset="0"/>
              </a:rPr>
              <a:t>DEPARTMENT OF COMPUTER SCIENCE AND INFORMATION TECHNOLOGY</a:t>
            </a:r>
            <a:br>
              <a:rPr lang="en-US" sz="1800" dirty="0">
                <a:effectLst/>
                <a:latin typeface="Calibri" panose="020F0502020204030204" pitchFamily="34" charset="0"/>
                <a:ea typeface="Calibri" panose="020F0502020204030204" pitchFamily="34" charset="0"/>
                <a:cs typeface="Mangal" panose="02040503050203030202" pitchFamily="18" charset="0"/>
              </a:rPr>
            </a:br>
            <a:r>
              <a:rPr lang="en-IN" sz="1800" b="1" dirty="0">
                <a:effectLst/>
                <a:latin typeface="Times New Roman" panose="02020603050405020304" pitchFamily="18" charset="0"/>
                <a:ea typeface="Calibri" panose="020F0502020204030204" pitchFamily="34" charset="0"/>
                <a:cs typeface="Mangal" panose="02040503050203030202" pitchFamily="18" charset="0"/>
              </a:rPr>
              <a:t>GRAPHIC ERA HILL UNVERSITY, DEHRADUN</a:t>
            </a:r>
            <a:br>
              <a:rPr lang="en-US" sz="1800" dirty="0">
                <a:effectLst/>
                <a:latin typeface="Calibri" panose="020F0502020204030204" pitchFamily="34" charset="0"/>
                <a:ea typeface="Calibri" panose="020F0502020204030204" pitchFamily="34" charset="0"/>
                <a:cs typeface="Mangal" panose="02040503050203030202" pitchFamily="18" charset="0"/>
              </a:rPr>
            </a:br>
            <a:endParaRPr lang="en-US" dirty="0"/>
          </a:p>
        </p:txBody>
      </p:sp>
      <p:pic>
        <p:nvPicPr>
          <p:cNvPr id="4" name="Content Placeholder 3">
            <a:extLst>
              <a:ext uri="{FF2B5EF4-FFF2-40B4-BE49-F238E27FC236}">
                <a16:creationId xmlns:a16="http://schemas.microsoft.com/office/drawing/2014/main" id="{850BE9CA-7058-4117-FFCC-4AB525BDF2B2}"/>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157161" y="608690"/>
            <a:ext cx="1877678" cy="1877678"/>
          </a:xfrm>
          <a:prstGeom prst="rect">
            <a:avLst/>
          </a:prstGeom>
          <a:noFill/>
          <a:ln>
            <a:noFill/>
          </a:ln>
        </p:spPr>
      </p:pic>
    </p:spTree>
    <p:extLst>
      <p:ext uri="{BB962C8B-B14F-4D97-AF65-F5344CB8AC3E}">
        <p14:creationId xmlns:p14="http://schemas.microsoft.com/office/powerpoint/2010/main" val="24476514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69F35-6EEC-B6FF-AAAF-E88D33E9EA29}"/>
              </a:ext>
            </a:extLst>
          </p:cNvPr>
          <p:cNvSpPr>
            <a:spLocks noGrp="1"/>
          </p:cNvSpPr>
          <p:nvPr>
            <p:ph type="title"/>
          </p:nvPr>
        </p:nvSpPr>
        <p:spPr>
          <a:xfrm>
            <a:off x="8689694" y="2696805"/>
            <a:ext cx="3161963" cy="1159590"/>
          </a:xfrm>
        </p:spPr>
        <p:txBody>
          <a:bodyPr/>
          <a:lstStyle/>
          <a:p>
            <a:r>
              <a:rPr lang="en-IN" dirty="0"/>
              <a:t>Table of Content </a:t>
            </a:r>
            <a:endParaRPr lang="en-US" dirty="0"/>
          </a:p>
        </p:txBody>
      </p:sp>
      <p:sp>
        <p:nvSpPr>
          <p:cNvPr id="3" name="Content Placeholder 2">
            <a:extLst>
              <a:ext uri="{FF2B5EF4-FFF2-40B4-BE49-F238E27FC236}">
                <a16:creationId xmlns:a16="http://schemas.microsoft.com/office/drawing/2014/main" id="{07F6AA2D-5AC0-AB79-7376-3CBE802FDB26}"/>
              </a:ext>
            </a:extLst>
          </p:cNvPr>
          <p:cNvSpPr>
            <a:spLocks noGrp="1"/>
          </p:cNvSpPr>
          <p:nvPr>
            <p:ph idx="1"/>
          </p:nvPr>
        </p:nvSpPr>
        <p:spPr>
          <a:xfrm>
            <a:off x="674225" y="762000"/>
            <a:ext cx="6858000" cy="5334000"/>
          </a:xfrm>
        </p:spPr>
        <p:txBody>
          <a:bodyPr>
            <a:normAutofit/>
          </a:bodyPr>
          <a:lstStyle/>
          <a:p>
            <a:pPr marL="342900" lvl="0" indent="-342900">
              <a:lnSpc>
                <a:spcPct val="115000"/>
              </a:lnSpc>
              <a:spcAft>
                <a:spcPts val="1000"/>
              </a:spcAft>
              <a:buFont typeface="+mj-lt"/>
              <a:buAutoNum type="arabicPeriod"/>
            </a:pPr>
            <a:r>
              <a:rPr lang="en-IN" dirty="0"/>
              <a:t>Introduction</a:t>
            </a:r>
          </a:p>
          <a:p>
            <a:pPr marL="342900" lvl="0" indent="-342900">
              <a:lnSpc>
                <a:spcPct val="115000"/>
              </a:lnSpc>
              <a:spcAft>
                <a:spcPts val="1000"/>
              </a:spcAft>
              <a:buFont typeface="+mj-lt"/>
              <a:buAutoNum type="arabicPeriod"/>
            </a:pPr>
            <a:r>
              <a:rPr lang="en-IN" dirty="0"/>
              <a:t>Import the dependencies and load dataset</a:t>
            </a:r>
          </a:p>
          <a:p>
            <a:pPr marL="342900" lvl="0" indent="-342900">
              <a:lnSpc>
                <a:spcPct val="115000"/>
              </a:lnSpc>
              <a:spcAft>
                <a:spcPts val="1000"/>
              </a:spcAft>
              <a:buFont typeface="+mj-lt"/>
              <a:buAutoNum type="arabicPeriod"/>
            </a:pPr>
            <a:r>
              <a:rPr lang="en-IN" dirty="0"/>
              <a:t>Data overview</a:t>
            </a:r>
          </a:p>
          <a:p>
            <a:pPr marL="342900" lvl="0" indent="-342900">
              <a:lnSpc>
                <a:spcPct val="115000"/>
              </a:lnSpc>
              <a:spcAft>
                <a:spcPts val="1000"/>
              </a:spcAft>
              <a:buFont typeface="+mj-lt"/>
              <a:buAutoNum type="arabicPeriod"/>
            </a:pPr>
            <a:r>
              <a:rPr lang="en-US" dirty="0"/>
              <a:t>Explore the data </a:t>
            </a:r>
          </a:p>
          <a:p>
            <a:pPr marL="342900" lvl="0" indent="-342900">
              <a:lnSpc>
                <a:spcPct val="115000"/>
              </a:lnSpc>
              <a:spcAft>
                <a:spcPts val="1000"/>
              </a:spcAft>
              <a:buFont typeface="+mj-lt"/>
              <a:buAutoNum type="arabicPeriod"/>
            </a:pPr>
            <a:r>
              <a:rPr lang="en-US" dirty="0"/>
              <a:t>Build the CNN model to classify Handwritten Digits</a:t>
            </a:r>
          </a:p>
          <a:p>
            <a:pPr marL="342900" lvl="0" indent="-342900">
              <a:lnSpc>
                <a:spcPct val="115000"/>
              </a:lnSpc>
              <a:spcAft>
                <a:spcPts val="1000"/>
              </a:spcAft>
              <a:buFont typeface="+mj-lt"/>
              <a:buAutoNum type="arabicPeriod"/>
            </a:pPr>
            <a:r>
              <a:rPr lang="en-US" dirty="0"/>
              <a:t>Model Evaluation</a:t>
            </a:r>
          </a:p>
          <a:p>
            <a:pPr marL="342900" lvl="0" indent="-342900">
              <a:lnSpc>
                <a:spcPct val="115000"/>
              </a:lnSpc>
              <a:spcAft>
                <a:spcPts val="1000"/>
              </a:spcAft>
              <a:buFont typeface="+mj-lt"/>
              <a:buAutoNum type="arabicPeriod"/>
            </a:pPr>
            <a:r>
              <a:rPr lang="en-US" dirty="0"/>
              <a:t>Model prediction on unseen dataset (test data)</a:t>
            </a:r>
          </a:p>
          <a:p>
            <a:pPr marL="342900" lvl="0" indent="-342900">
              <a:lnSpc>
                <a:spcPct val="115000"/>
              </a:lnSpc>
              <a:spcAft>
                <a:spcPts val="1000"/>
              </a:spcAft>
              <a:buFont typeface="+mj-lt"/>
              <a:buAutoNum type="arabicPeriod"/>
            </a:pPr>
            <a:r>
              <a:rPr lang="en-US" dirty="0"/>
              <a:t>References</a:t>
            </a:r>
          </a:p>
          <a:p>
            <a:pPr marL="0" lvl="0" indent="0">
              <a:lnSpc>
                <a:spcPct val="115000"/>
              </a:lnSpc>
              <a:spcAft>
                <a:spcPts val="1000"/>
              </a:spcAft>
              <a:buNone/>
            </a:pPr>
            <a:endParaRPr lang="en-US" dirty="0"/>
          </a:p>
        </p:txBody>
      </p:sp>
    </p:spTree>
    <p:extLst>
      <p:ext uri="{BB962C8B-B14F-4D97-AF65-F5344CB8AC3E}">
        <p14:creationId xmlns:p14="http://schemas.microsoft.com/office/powerpoint/2010/main" val="31046243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3657D-032F-247C-AF88-784F5B842501}"/>
              </a:ext>
            </a:extLst>
          </p:cNvPr>
          <p:cNvSpPr>
            <a:spLocks noGrp="1"/>
          </p:cNvSpPr>
          <p:nvPr>
            <p:ph type="title"/>
          </p:nvPr>
        </p:nvSpPr>
        <p:spPr>
          <a:xfrm>
            <a:off x="1066800" y="642594"/>
            <a:ext cx="10058400" cy="1012586"/>
          </a:xfrm>
        </p:spPr>
        <p:txBody>
          <a:bodyPr>
            <a:normAutofit/>
          </a:bodyPr>
          <a:lstStyle/>
          <a:p>
            <a:pPr algn="ctr"/>
            <a:r>
              <a:rPr lang="en-IN" b="1" dirty="0"/>
              <a:t>1 | Introduction</a:t>
            </a:r>
            <a:endParaRPr lang="en-US" b="1" dirty="0"/>
          </a:p>
        </p:txBody>
      </p:sp>
      <p:sp>
        <p:nvSpPr>
          <p:cNvPr id="4" name="Rectangle 1">
            <a:extLst>
              <a:ext uri="{FF2B5EF4-FFF2-40B4-BE49-F238E27FC236}">
                <a16:creationId xmlns:a16="http://schemas.microsoft.com/office/drawing/2014/main" id="{B070A55C-D1A5-36A7-8126-F6C04589B0B7}"/>
              </a:ext>
            </a:extLst>
          </p:cNvPr>
          <p:cNvSpPr>
            <a:spLocks noGrp="1" noChangeArrowheads="1"/>
          </p:cNvSpPr>
          <p:nvPr>
            <p:ph idx="1"/>
          </p:nvPr>
        </p:nvSpPr>
        <p:spPr bwMode="auto">
          <a:xfrm>
            <a:off x="1066800" y="1885243"/>
            <a:ext cx="10058400" cy="36820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i="0" strike="noStrike" cap="none" normalizeH="0" baseline="0" dirty="0">
                <a:ln>
                  <a:noFill/>
                </a:ln>
                <a:effectLst/>
                <a:ea typeface="Times New Roman" panose="02020603050405020304" pitchFamily="18" charset="0"/>
              </a:rPr>
              <a:t>Handwritten Digit Recognition is the process of digitizing human handwritten digit images. It is a difficult task for the machine because handwritten digits are not perfect and can be made with a variety of flavors. To address this issue, we created HDR, which uses the image of a digit to identify the digit that is present in the image.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i="0" strike="noStrike" cap="none" normalizeH="0" baseline="0" dirty="0">
                <a:ln>
                  <a:noFill/>
                </a:ln>
                <a:effectLst/>
                <a:ea typeface="Times New Roman" panose="02020603050405020304" pitchFamily="18" charset="0"/>
              </a:rPr>
              <a:t>In this project, we developed a </a:t>
            </a:r>
            <a:r>
              <a:rPr kumimoji="0" lang="en-US" altLang="en-US" sz="1600" i="0" strike="noStrike" cap="none" normalizeH="0" baseline="0" dirty="0">
                <a:ln>
                  <a:noFill/>
                </a:ln>
                <a:effectLst/>
                <a:ea typeface="Times New Roman" panose="02020603050405020304" pitchFamily="18" charset="0"/>
                <a:hlinkClick r:id="rId2">
                  <a:extLst>
                    <a:ext uri="{A12FA001-AC4F-418D-AE19-62706E023703}">
                      <ahyp:hlinkClr xmlns:ahyp="http://schemas.microsoft.com/office/drawing/2018/hyperlinkcolor" val="tx"/>
                    </a:ext>
                  </a:extLst>
                </a:hlinkClick>
              </a:rPr>
              <a:t>Convolutional Neural Network</a:t>
            </a:r>
            <a:r>
              <a:rPr kumimoji="0" lang="en-US" altLang="en-US" sz="1600" i="0" strike="noStrike" cap="none" normalizeH="0" baseline="0" dirty="0">
                <a:ln>
                  <a:noFill/>
                </a:ln>
                <a:effectLst/>
                <a:ea typeface="Times New Roman" panose="02020603050405020304" pitchFamily="18" charset="0"/>
              </a:rPr>
              <a:t> </a:t>
            </a:r>
            <a:r>
              <a:rPr kumimoji="0" lang="en-US" altLang="en-US" sz="1600" i="0" strike="noStrike" cap="none" normalizeH="0" baseline="0" dirty="0">
                <a:ln>
                  <a:noFill/>
                </a:ln>
                <a:effectLst/>
                <a:ea typeface="Times New Roman" panose="02020603050405020304" pitchFamily="18" charset="0"/>
                <a:cs typeface="Courier New" panose="02070309020205020404" pitchFamily="49" charset="0"/>
              </a:rPr>
              <a:t>(CNN)</a:t>
            </a:r>
            <a:r>
              <a:rPr kumimoji="0" lang="en-US" altLang="en-US" sz="1600" i="0" strike="noStrike" cap="none" normalizeH="0" baseline="0" dirty="0">
                <a:ln>
                  <a:noFill/>
                </a:ln>
                <a:effectLst/>
                <a:ea typeface="Times New Roman" panose="02020603050405020304" pitchFamily="18" charset="0"/>
              </a:rPr>
              <a:t> model using </a:t>
            </a:r>
            <a:r>
              <a:rPr kumimoji="0" lang="en-US" altLang="en-US" sz="1600" i="0" strike="noStrike" cap="none" normalizeH="0" baseline="0" dirty="0" err="1">
                <a:ln>
                  <a:noFill/>
                </a:ln>
                <a:effectLst/>
                <a:ea typeface="Times New Roman" panose="02020603050405020304" pitchFamily="18" charset="0"/>
              </a:rPr>
              <a:t>Tensorflow</a:t>
            </a:r>
            <a:r>
              <a:rPr kumimoji="0" lang="en-US" altLang="en-US" sz="1600" i="0" strike="noStrike" cap="none" normalizeH="0" baseline="0" dirty="0">
                <a:ln>
                  <a:noFill/>
                </a:ln>
                <a:effectLst/>
                <a:ea typeface="Times New Roman" panose="02020603050405020304" pitchFamily="18" charset="0"/>
              </a:rPr>
              <a:t> framework to Recognition of Handwritten Digit.</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600" dirty="0"/>
          </a:p>
          <a:p>
            <a:pPr marL="0" indent="0">
              <a:lnSpc>
                <a:spcPct val="115000"/>
              </a:lnSpc>
              <a:spcAft>
                <a:spcPts val="1000"/>
              </a:spcAft>
              <a:buNone/>
            </a:pPr>
            <a:r>
              <a:rPr lang="en-IN" sz="1600" b="1" dirty="0">
                <a:solidFill>
                  <a:srgbClr val="343541"/>
                </a:solidFill>
                <a:effectLst/>
                <a:ea typeface="Calibri" panose="020F0502020204030204" pitchFamily="34" charset="0"/>
                <a:cs typeface="Mangal" panose="02040503050203030202" pitchFamily="18" charset="0"/>
              </a:rPr>
              <a:t>Objective</a:t>
            </a:r>
            <a:endParaRPr lang="en-US" sz="1600" dirty="0">
              <a:effectLst/>
              <a:ea typeface="Calibri" panose="020F0502020204030204" pitchFamily="34" charset="0"/>
              <a:cs typeface="Mangal" panose="02040503050203030202" pitchFamily="18" charset="0"/>
            </a:endParaRPr>
          </a:p>
          <a:p>
            <a:pPr marL="0" indent="0">
              <a:lnSpc>
                <a:spcPct val="115000"/>
              </a:lnSpc>
              <a:spcAft>
                <a:spcPts val="1000"/>
              </a:spcAft>
              <a:buNone/>
            </a:pPr>
            <a:r>
              <a:rPr lang="en-IN" sz="1600" dirty="0">
                <a:solidFill>
                  <a:srgbClr val="343541"/>
                </a:solidFill>
                <a:effectLst/>
                <a:ea typeface="Calibri" panose="020F0502020204030204" pitchFamily="34" charset="0"/>
                <a:cs typeface="Mangal" panose="02040503050203030202" pitchFamily="18" charset="0"/>
              </a:rPr>
              <a:t>The primary objective of this project is to design an efficient and robust system capable of recognizing and classifying handwritten digits from various sources, such as scanned images or digital tablets. By utilizing advanced machine learning techniques, the program aims to achieve high accuracy in digit recognition.</a:t>
            </a:r>
            <a:endParaRPr lang="en-US" sz="1600" dirty="0">
              <a:effectLst/>
              <a:ea typeface="Calibri" panose="020F0502020204030204" pitchFamily="34" charset="0"/>
              <a:cs typeface="Mangal" panose="02040503050203030202"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i="0" strike="noStrike" cap="none" normalizeH="0" baseline="0" dirty="0">
              <a:ln>
                <a:noFill/>
              </a:ln>
              <a:effectLst/>
            </a:endParaRPr>
          </a:p>
        </p:txBody>
      </p:sp>
    </p:spTree>
    <p:extLst>
      <p:ext uri="{BB962C8B-B14F-4D97-AF65-F5344CB8AC3E}">
        <p14:creationId xmlns:p14="http://schemas.microsoft.com/office/powerpoint/2010/main" val="40295973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03935083-4052-6311-B23E-841D6CBE63C3}"/>
              </a:ext>
            </a:extLst>
          </p:cNvPr>
          <p:cNvSpPr>
            <a:spLocks noGrp="1" noChangeArrowheads="1"/>
          </p:cNvSpPr>
          <p:nvPr>
            <p:ph idx="1"/>
          </p:nvPr>
        </p:nvSpPr>
        <p:spPr bwMode="auto">
          <a:xfrm>
            <a:off x="805405" y="907084"/>
            <a:ext cx="10581189"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000000"/>
                </a:solidFill>
                <a:effectLst/>
                <a:ea typeface="Times New Roman" panose="02020603050405020304" pitchFamily="18" charset="0"/>
              </a:rPr>
              <a:t>Convolutional neural network (CNN, or </a:t>
            </a:r>
            <a:r>
              <a:rPr kumimoji="0" lang="en-US" altLang="en-US" sz="2000" b="1" i="0" u="none" strike="noStrike" cap="none" normalizeH="0" baseline="0" dirty="0" err="1">
                <a:ln>
                  <a:noFill/>
                </a:ln>
                <a:solidFill>
                  <a:srgbClr val="000000"/>
                </a:solidFill>
                <a:effectLst/>
                <a:ea typeface="Times New Roman" panose="02020603050405020304" pitchFamily="18" charset="0"/>
              </a:rPr>
              <a:t>ConvNet</a:t>
            </a:r>
            <a:r>
              <a:rPr kumimoji="0" lang="en-US" altLang="en-US" sz="2000" b="1" i="0" u="none" strike="noStrike" cap="none" normalizeH="0" baseline="0" dirty="0">
                <a:ln>
                  <a:noFill/>
                </a:ln>
                <a:solidFill>
                  <a:srgbClr val="000000"/>
                </a:solidFill>
                <a:effectLst/>
                <a:ea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ea typeface="Times New Roman" panose="02020603050405020304" pitchFamily="18" charset="0"/>
              </a:rPr>
              <a:t>A convolutional neural network (CNN, or </a:t>
            </a:r>
            <a:r>
              <a:rPr kumimoji="0" lang="en-US" altLang="en-US" sz="2000" b="0" i="0" u="none" strike="noStrike" cap="none" normalizeH="0" baseline="0" dirty="0" err="1">
                <a:ln>
                  <a:noFill/>
                </a:ln>
                <a:solidFill>
                  <a:srgbClr val="000000"/>
                </a:solidFill>
                <a:effectLst/>
                <a:ea typeface="Times New Roman" panose="02020603050405020304" pitchFamily="18" charset="0"/>
              </a:rPr>
              <a:t>ConvNet</a:t>
            </a:r>
            <a:r>
              <a:rPr kumimoji="0" lang="en-US" altLang="en-US" sz="2000" b="0" i="0" u="none" strike="noStrike" cap="none" normalizeH="0" baseline="0" dirty="0">
                <a:ln>
                  <a:noFill/>
                </a:ln>
                <a:solidFill>
                  <a:srgbClr val="000000"/>
                </a:solidFill>
                <a:effectLst/>
                <a:ea typeface="Times New Roman" panose="02020603050405020304" pitchFamily="18" charset="0"/>
              </a:rPr>
              <a:t>) is a Deep Learning algorithm that can take in an input image, assign learnable weights and biases to various objects in the image and be able to distinguish one from the other.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ea typeface="Times New Roman" panose="02020603050405020304" pitchFamily="18" charset="0"/>
              </a:rPr>
              <a:t>It is used to </a:t>
            </a:r>
            <a:r>
              <a:rPr kumimoji="0" lang="en-US" altLang="en-US" sz="2000" b="0" i="0" u="none" strike="noStrike" cap="none" normalizeH="0" baseline="0" dirty="0" err="1">
                <a:ln>
                  <a:noFill/>
                </a:ln>
                <a:solidFill>
                  <a:srgbClr val="000000"/>
                </a:solidFill>
                <a:effectLst/>
                <a:ea typeface="Times New Roman" panose="02020603050405020304" pitchFamily="18" charset="0"/>
              </a:rPr>
              <a:t>analyse</a:t>
            </a:r>
            <a:r>
              <a:rPr kumimoji="0" lang="en-US" altLang="en-US" sz="2000" b="0" i="0" u="none" strike="noStrike" cap="none" normalizeH="0" baseline="0" dirty="0">
                <a:ln>
                  <a:noFill/>
                </a:ln>
                <a:solidFill>
                  <a:srgbClr val="000000"/>
                </a:solidFill>
                <a:effectLst/>
                <a:ea typeface="Times New Roman" panose="02020603050405020304" pitchFamily="18" charset="0"/>
              </a:rPr>
              <a:t> visual imagery. </a:t>
            </a:r>
            <a:r>
              <a:rPr kumimoji="0" lang="en-US" altLang="en-US" sz="2000" b="0" i="0" u="none" strike="noStrike" cap="none" normalizeH="0" baseline="0" dirty="0">
                <a:ln>
                  <a:noFill/>
                </a:ln>
                <a:solidFill>
                  <a:srgbClr val="000000"/>
                </a:solidFill>
                <a:effectLst/>
                <a:ea typeface="Times New Roman" panose="02020603050405020304" pitchFamily="18" charset="0"/>
                <a:cs typeface="Courier New" panose="02070309020205020404" pitchFamily="49" charset="0"/>
              </a:rPr>
              <a:t>Object detection</a:t>
            </a:r>
            <a:r>
              <a:rPr kumimoji="0" lang="en-US" altLang="en-US" sz="2000" b="0" i="0" u="none" strike="noStrike" cap="none" normalizeH="0" baseline="0" dirty="0">
                <a:ln>
                  <a:noFill/>
                </a:ln>
                <a:solidFill>
                  <a:srgbClr val="000000"/>
                </a:solidFill>
                <a:effectLst/>
                <a:ea typeface="Times New Roman" panose="02020603050405020304" pitchFamily="18" charset="0"/>
              </a:rPr>
              <a:t>, </a:t>
            </a:r>
            <a:r>
              <a:rPr kumimoji="0" lang="en-US" altLang="en-US" sz="2000" b="0" i="0" u="none" strike="noStrike" cap="none" normalizeH="0" baseline="0" dirty="0">
                <a:ln>
                  <a:noFill/>
                </a:ln>
                <a:solidFill>
                  <a:srgbClr val="000000"/>
                </a:solidFill>
                <a:effectLst/>
                <a:ea typeface="Times New Roman" panose="02020603050405020304" pitchFamily="18" charset="0"/>
                <a:cs typeface="Courier New" panose="02070309020205020404" pitchFamily="49" charset="0"/>
              </a:rPr>
              <a:t>face recognition</a:t>
            </a:r>
            <a:r>
              <a:rPr kumimoji="0" lang="en-US" altLang="en-US" sz="2000" b="0" i="0" u="none" strike="noStrike" cap="none" normalizeH="0" baseline="0" dirty="0">
                <a:ln>
                  <a:noFill/>
                </a:ln>
                <a:solidFill>
                  <a:srgbClr val="000000"/>
                </a:solidFill>
                <a:effectLst/>
                <a:ea typeface="Times New Roman" panose="02020603050405020304" pitchFamily="18" charset="0"/>
              </a:rPr>
              <a:t>, </a:t>
            </a:r>
            <a:r>
              <a:rPr kumimoji="0" lang="en-US" altLang="en-US" sz="2000" b="0" i="0" u="none" strike="noStrike" cap="none" normalizeH="0" baseline="0" dirty="0">
                <a:ln>
                  <a:noFill/>
                </a:ln>
                <a:solidFill>
                  <a:srgbClr val="000000"/>
                </a:solidFill>
                <a:effectLst/>
                <a:ea typeface="Times New Roman" panose="02020603050405020304" pitchFamily="18" charset="0"/>
                <a:cs typeface="Courier New" panose="02070309020205020404" pitchFamily="49" charset="0"/>
              </a:rPr>
              <a:t>robotics</a:t>
            </a:r>
            <a:r>
              <a:rPr kumimoji="0" lang="en-US" altLang="en-US" sz="2000" b="0" i="0" u="none" strike="noStrike" cap="none" normalizeH="0" baseline="0" dirty="0">
                <a:ln>
                  <a:noFill/>
                </a:ln>
                <a:solidFill>
                  <a:srgbClr val="000000"/>
                </a:solidFill>
                <a:effectLst/>
                <a:ea typeface="Times New Roman" panose="02020603050405020304" pitchFamily="18" charset="0"/>
              </a:rPr>
              <a:t>, </a:t>
            </a:r>
            <a:r>
              <a:rPr kumimoji="0" lang="en-US" altLang="en-US" sz="2000" b="0" i="0" u="none" strike="noStrike" cap="none" normalizeH="0" baseline="0" dirty="0">
                <a:ln>
                  <a:noFill/>
                </a:ln>
                <a:solidFill>
                  <a:srgbClr val="000000"/>
                </a:solidFill>
                <a:effectLst/>
                <a:ea typeface="Times New Roman" panose="02020603050405020304" pitchFamily="18" charset="0"/>
                <a:cs typeface="Courier New" panose="02070309020205020404" pitchFamily="49" charset="0"/>
              </a:rPr>
              <a:t>video analysis</a:t>
            </a:r>
            <a:r>
              <a:rPr kumimoji="0" lang="en-US" altLang="en-US" sz="2000" b="0" i="0" u="none" strike="noStrike" cap="none" normalizeH="0" baseline="0" dirty="0">
                <a:ln>
                  <a:noFill/>
                </a:ln>
                <a:solidFill>
                  <a:srgbClr val="000000"/>
                </a:solidFill>
                <a:effectLst/>
                <a:ea typeface="Times New Roman" panose="02020603050405020304" pitchFamily="18" charset="0"/>
              </a:rPr>
              <a:t>, </a:t>
            </a:r>
            <a:r>
              <a:rPr kumimoji="0" lang="en-US" altLang="en-US" sz="2000" b="0" i="0" u="none" strike="noStrike" cap="none" normalizeH="0" baseline="0" dirty="0">
                <a:ln>
                  <a:noFill/>
                </a:ln>
                <a:solidFill>
                  <a:srgbClr val="000000"/>
                </a:solidFill>
                <a:effectLst/>
                <a:ea typeface="Times New Roman" panose="02020603050405020304" pitchFamily="18" charset="0"/>
                <a:cs typeface="Courier New" panose="02070309020205020404" pitchFamily="49" charset="0"/>
              </a:rPr>
              <a:t>segmentation</a:t>
            </a:r>
            <a:r>
              <a:rPr kumimoji="0" lang="en-US" altLang="en-US" sz="2000" b="0" i="0" u="none" strike="noStrike" cap="none" normalizeH="0" baseline="0" dirty="0">
                <a:ln>
                  <a:noFill/>
                </a:ln>
                <a:solidFill>
                  <a:srgbClr val="000000"/>
                </a:solidFill>
                <a:effectLst/>
                <a:ea typeface="Times New Roman" panose="02020603050405020304" pitchFamily="18" charset="0"/>
              </a:rPr>
              <a:t>, </a:t>
            </a:r>
            <a:r>
              <a:rPr kumimoji="0" lang="en-US" altLang="en-US" sz="2000" b="0" i="0" u="none" strike="noStrike" cap="none" normalizeH="0" baseline="0" dirty="0">
                <a:ln>
                  <a:noFill/>
                </a:ln>
                <a:solidFill>
                  <a:srgbClr val="000000"/>
                </a:solidFill>
                <a:effectLst/>
                <a:ea typeface="Times New Roman" panose="02020603050405020304" pitchFamily="18" charset="0"/>
                <a:cs typeface="Courier New" panose="02070309020205020404" pitchFamily="49" charset="0"/>
              </a:rPr>
              <a:t>pattern recognition</a:t>
            </a:r>
            <a:r>
              <a:rPr kumimoji="0" lang="en-US" altLang="en-US" sz="2000" b="0" i="0" u="none" strike="noStrike" cap="none" normalizeH="0" baseline="0" dirty="0">
                <a:ln>
                  <a:noFill/>
                </a:ln>
                <a:solidFill>
                  <a:srgbClr val="000000"/>
                </a:solidFill>
                <a:effectLst/>
                <a:ea typeface="Times New Roman" panose="02020603050405020304" pitchFamily="18" charset="0"/>
              </a:rPr>
              <a:t>, </a:t>
            </a:r>
            <a:r>
              <a:rPr kumimoji="0" lang="en-US" altLang="en-US" sz="2000" b="0" i="0" u="none" strike="noStrike" cap="none" normalizeH="0" baseline="0" dirty="0">
                <a:ln>
                  <a:noFill/>
                </a:ln>
                <a:solidFill>
                  <a:srgbClr val="000000"/>
                </a:solidFill>
                <a:effectLst/>
                <a:ea typeface="Times New Roman" panose="02020603050405020304" pitchFamily="18" charset="0"/>
                <a:cs typeface="Courier New" panose="02070309020205020404" pitchFamily="49" charset="0"/>
              </a:rPr>
              <a:t>natural language processing</a:t>
            </a:r>
            <a:r>
              <a:rPr kumimoji="0" lang="en-US" altLang="en-US" sz="2000" b="0" i="0" u="none" strike="noStrike" cap="none" normalizeH="0" baseline="0" dirty="0">
                <a:ln>
                  <a:noFill/>
                </a:ln>
                <a:solidFill>
                  <a:srgbClr val="000000"/>
                </a:solidFill>
                <a:effectLst/>
                <a:ea typeface="Times New Roman" panose="02020603050405020304" pitchFamily="18" charset="0"/>
              </a:rPr>
              <a:t>, </a:t>
            </a:r>
            <a:r>
              <a:rPr kumimoji="0" lang="en-US" altLang="en-US" sz="2000" b="0" i="0" u="none" strike="noStrike" cap="none" normalizeH="0" baseline="0" dirty="0">
                <a:ln>
                  <a:noFill/>
                </a:ln>
                <a:solidFill>
                  <a:srgbClr val="000000"/>
                </a:solidFill>
                <a:effectLst/>
                <a:ea typeface="Times New Roman" panose="02020603050405020304" pitchFamily="18" charset="0"/>
                <a:cs typeface="Courier New" panose="02070309020205020404" pitchFamily="49" charset="0"/>
              </a:rPr>
              <a:t>spam detection</a:t>
            </a:r>
            <a:r>
              <a:rPr kumimoji="0" lang="en-US" altLang="en-US" sz="2000" b="0" i="0" u="none" strike="noStrike" cap="none" normalizeH="0" baseline="0" dirty="0">
                <a:ln>
                  <a:noFill/>
                </a:ln>
                <a:solidFill>
                  <a:srgbClr val="000000"/>
                </a:solidFill>
                <a:effectLst/>
                <a:ea typeface="Times New Roman" panose="02020603050405020304" pitchFamily="18" charset="0"/>
              </a:rPr>
              <a:t>, </a:t>
            </a:r>
            <a:r>
              <a:rPr kumimoji="0" lang="en-US" altLang="en-US" sz="2000" b="0" i="0" u="none" strike="noStrike" cap="none" normalizeH="0" baseline="0" dirty="0">
                <a:ln>
                  <a:noFill/>
                </a:ln>
                <a:solidFill>
                  <a:srgbClr val="000000"/>
                </a:solidFill>
                <a:effectLst/>
                <a:ea typeface="Times New Roman" panose="02020603050405020304" pitchFamily="18" charset="0"/>
                <a:cs typeface="Courier New" panose="02070309020205020404" pitchFamily="49" charset="0"/>
              </a:rPr>
              <a:t>topic categorization</a:t>
            </a:r>
            <a:r>
              <a:rPr kumimoji="0" lang="en-US" altLang="en-US" sz="2000" b="0" i="0" u="none" strike="noStrike" cap="none" normalizeH="0" baseline="0" dirty="0">
                <a:ln>
                  <a:noFill/>
                </a:ln>
                <a:solidFill>
                  <a:srgbClr val="000000"/>
                </a:solidFill>
                <a:effectLst/>
                <a:ea typeface="Times New Roman" panose="02020603050405020304" pitchFamily="18" charset="0"/>
              </a:rPr>
              <a:t>, </a:t>
            </a:r>
            <a:r>
              <a:rPr kumimoji="0" lang="en-US" altLang="en-US" sz="2000" b="0" i="0" u="none" strike="noStrike" cap="none" normalizeH="0" baseline="0" dirty="0">
                <a:ln>
                  <a:noFill/>
                </a:ln>
                <a:solidFill>
                  <a:srgbClr val="000000"/>
                </a:solidFill>
                <a:effectLst/>
                <a:ea typeface="Times New Roman" panose="02020603050405020304" pitchFamily="18" charset="0"/>
                <a:cs typeface="Courier New" panose="02070309020205020404" pitchFamily="49" charset="0"/>
              </a:rPr>
              <a:t>regression analysis</a:t>
            </a:r>
            <a:r>
              <a:rPr kumimoji="0" lang="en-US" altLang="en-US" sz="2000" b="0" i="0" u="none" strike="noStrike" cap="none" normalizeH="0" baseline="0" dirty="0">
                <a:ln>
                  <a:noFill/>
                </a:ln>
                <a:solidFill>
                  <a:srgbClr val="000000"/>
                </a:solidFill>
                <a:effectLst/>
                <a:ea typeface="Times New Roman" panose="02020603050405020304" pitchFamily="18" charset="0"/>
              </a:rPr>
              <a:t>, </a:t>
            </a:r>
            <a:r>
              <a:rPr kumimoji="0" lang="en-US" altLang="en-US" sz="2000" b="0" i="0" u="none" strike="noStrike" cap="none" normalizeH="0" baseline="0" dirty="0">
                <a:ln>
                  <a:noFill/>
                </a:ln>
                <a:solidFill>
                  <a:srgbClr val="000000"/>
                </a:solidFill>
                <a:effectLst/>
                <a:ea typeface="Times New Roman" panose="02020603050405020304" pitchFamily="18" charset="0"/>
                <a:cs typeface="Courier New" panose="02070309020205020404" pitchFamily="49" charset="0"/>
              </a:rPr>
              <a:t>speech recognition</a:t>
            </a:r>
            <a:r>
              <a:rPr kumimoji="0" lang="en-US" altLang="en-US" sz="2000" b="0" i="0" u="none" strike="noStrike" cap="none" normalizeH="0" baseline="0" dirty="0">
                <a:ln>
                  <a:noFill/>
                </a:ln>
                <a:solidFill>
                  <a:srgbClr val="000000"/>
                </a:solidFill>
                <a:effectLst/>
                <a:ea typeface="Times New Roman" panose="02020603050405020304" pitchFamily="18" charset="0"/>
              </a:rPr>
              <a:t>, </a:t>
            </a:r>
            <a:r>
              <a:rPr kumimoji="0" lang="en-US" altLang="en-US" sz="2000" b="0" i="0" u="none" strike="noStrike" cap="none" normalizeH="0" baseline="0" dirty="0">
                <a:ln>
                  <a:noFill/>
                </a:ln>
                <a:solidFill>
                  <a:srgbClr val="000000"/>
                </a:solidFill>
                <a:effectLst/>
                <a:ea typeface="Times New Roman" panose="02020603050405020304" pitchFamily="18" charset="0"/>
                <a:cs typeface="Courier New" panose="02070309020205020404" pitchFamily="49" charset="0"/>
              </a:rPr>
              <a:t>image classification</a:t>
            </a:r>
            <a:r>
              <a:rPr kumimoji="0" lang="en-US" altLang="en-US" sz="2000" b="0" i="0" u="none" strike="noStrike" cap="none" normalizeH="0" baseline="0" dirty="0">
                <a:ln>
                  <a:noFill/>
                </a:ln>
                <a:solidFill>
                  <a:srgbClr val="000000"/>
                </a:solidFill>
                <a:effectLst/>
                <a:ea typeface="Times New Roman" panose="02020603050405020304" pitchFamily="18" charset="0"/>
              </a:rPr>
              <a:t> are some of the examples that can be done using Convolutional Neural Networking.</a:t>
            </a:r>
            <a:endParaRPr kumimoji="0" lang="en-US" altLang="en-US" sz="20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12300930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EDF94-41C2-4211-3626-1D51F9F8E92D}"/>
              </a:ext>
            </a:extLst>
          </p:cNvPr>
          <p:cNvSpPr>
            <a:spLocks noGrp="1"/>
          </p:cNvSpPr>
          <p:nvPr>
            <p:ph type="title"/>
          </p:nvPr>
        </p:nvSpPr>
        <p:spPr/>
        <p:txBody>
          <a:bodyPr/>
          <a:lstStyle/>
          <a:p>
            <a:pPr algn="ctr"/>
            <a:r>
              <a:rPr lang="en-IN" b="1" dirty="0"/>
              <a:t>2 | Import the dependencies and load the dataset</a:t>
            </a:r>
            <a:endParaRPr lang="en-US" b="1" dirty="0"/>
          </a:p>
        </p:txBody>
      </p:sp>
      <p:sp>
        <p:nvSpPr>
          <p:cNvPr id="3" name="Content Placeholder 2">
            <a:extLst>
              <a:ext uri="{FF2B5EF4-FFF2-40B4-BE49-F238E27FC236}">
                <a16:creationId xmlns:a16="http://schemas.microsoft.com/office/drawing/2014/main" id="{1FBCCAE0-E256-1BB1-29A3-B65176A297E7}"/>
              </a:ext>
            </a:extLst>
          </p:cNvPr>
          <p:cNvSpPr>
            <a:spLocks noGrp="1"/>
          </p:cNvSpPr>
          <p:nvPr>
            <p:ph idx="1"/>
          </p:nvPr>
        </p:nvSpPr>
        <p:spPr/>
        <p:txBody>
          <a:bodyPr>
            <a:noAutofit/>
          </a:bodyPr>
          <a:lstStyle/>
          <a:p>
            <a:pPr marL="0" indent="0">
              <a:lnSpc>
                <a:spcPct val="107000"/>
              </a:lnSpc>
              <a:spcAft>
                <a:spcPts val="800"/>
              </a:spcAft>
              <a:buNone/>
            </a:pPr>
            <a:r>
              <a:rPr lang="en-IN" sz="1600" dirty="0">
                <a:ea typeface="Calibri" panose="020F0502020204030204" pitchFamily="34" charset="0"/>
                <a:cs typeface="Mangal" panose="02040503050203030202" pitchFamily="18" charset="0"/>
              </a:rPr>
              <a:t>We will import all the modules that we will require to train our model. </a:t>
            </a:r>
            <a:endParaRPr lang="en-US" sz="1600" dirty="0">
              <a:ea typeface="Calibri" panose="020F0502020204030204" pitchFamily="34" charset="0"/>
              <a:cs typeface="Mangal" panose="02040503050203030202" pitchFamily="18" charset="0"/>
            </a:endParaRPr>
          </a:p>
          <a:p>
            <a:pPr marL="342900" lvl="0" indent="-342900">
              <a:lnSpc>
                <a:spcPct val="115000"/>
              </a:lnSpc>
              <a:buFont typeface="Symbol" panose="05050102010706020507" pitchFamily="18" charset="2"/>
              <a:buChar char=""/>
            </a:pPr>
            <a:r>
              <a:rPr lang="en-IN" sz="1600" dirty="0" err="1">
                <a:ea typeface="Calibri" panose="020F0502020204030204" pitchFamily="34" charset="0"/>
                <a:cs typeface="Mangal" panose="02040503050203030202" pitchFamily="18" charset="0"/>
              </a:rPr>
              <a:t>Tensorflow</a:t>
            </a:r>
            <a:endParaRPr lang="en-US" sz="1600" dirty="0">
              <a:ea typeface="Calibri" panose="020F0502020204030204" pitchFamily="34" charset="0"/>
              <a:cs typeface="Mangal" panose="02040503050203030202" pitchFamily="18" charset="0"/>
            </a:endParaRPr>
          </a:p>
          <a:p>
            <a:pPr marL="457200">
              <a:lnSpc>
                <a:spcPct val="115000"/>
              </a:lnSpc>
            </a:pPr>
            <a:r>
              <a:rPr lang="en-IN" sz="1600" dirty="0">
                <a:ea typeface="Calibri" panose="020F0502020204030204" pitchFamily="34" charset="0"/>
                <a:cs typeface="Mangal" panose="02040503050203030202" pitchFamily="18" charset="0"/>
              </a:rPr>
              <a:t>TensorFlow is an open source framework developed by Google researchers to run </a:t>
            </a:r>
            <a:r>
              <a:rPr lang="en-IN" sz="1600" dirty="0">
                <a:ea typeface="Calibri" panose="020F0502020204030204" pitchFamily="34" charset="0"/>
                <a:cs typeface="Mangal" panose="02040503050203030202" pitchFamily="18" charset="0"/>
                <a:hlinkClick r:id="rId2">
                  <a:extLst>
                    <a:ext uri="{A12FA001-AC4F-418D-AE19-62706E023703}">
                      <ahyp:hlinkClr xmlns:ahyp="http://schemas.microsoft.com/office/drawing/2018/hyperlinkcolor" val="tx"/>
                    </a:ext>
                  </a:extLst>
                </a:hlinkClick>
              </a:rPr>
              <a:t>machine learning</a:t>
            </a:r>
            <a:r>
              <a:rPr lang="en-IN" sz="1600" dirty="0">
                <a:ea typeface="Calibri" panose="020F0502020204030204" pitchFamily="34" charset="0"/>
                <a:cs typeface="Mangal" panose="02040503050203030202" pitchFamily="18" charset="0"/>
              </a:rPr>
              <a:t>, </a:t>
            </a:r>
            <a:r>
              <a:rPr lang="en-IN" sz="1600" dirty="0">
                <a:ea typeface="Calibri" panose="020F0502020204030204" pitchFamily="34" charset="0"/>
                <a:cs typeface="Mangal" panose="02040503050203030202" pitchFamily="18" charset="0"/>
                <a:hlinkClick r:id="rId3">
                  <a:extLst>
                    <a:ext uri="{A12FA001-AC4F-418D-AE19-62706E023703}">
                      <ahyp:hlinkClr xmlns:ahyp="http://schemas.microsoft.com/office/drawing/2018/hyperlinkcolor" val="tx"/>
                    </a:ext>
                  </a:extLst>
                </a:hlinkClick>
              </a:rPr>
              <a:t>deep learning</a:t>
            </a:r>
            <a:r>
              <a:rPr lang="en-IN" sz="1600" dirty="0">
                <a:ea typeface="Calibri" panose="020F0502020204030204" pitchFamily="34" charset="0"/>
                <a:cs typeface="Mangal" panose="02040503050203030202" pitchFamily="18" charset="0"/>
              </a:rPr>
              <a:t> and other statistical and predictive analytics workloads. </a:t>
            </a:r>
            <a:endParaRPr lang="en-US" sz="1600" dirty="0">
              <a:ea typeface="Calibri" panose="020F0502020204030204" pitchFamily="34" charset="0"/>
              <a:cs typeface="Mangal" panose="02040503050203030202" pitchFamily="18" charset="0"/>
            </a:endParaRPr>
          </a:p>
          <a:p>
            <a:pPr marL="342900" lvl="0" indent="-342900">
              <a:lnSpc>
                <a:spcPct val="115000"/>
              </a:lnSpc>
              <a:buFont typeface="Symbol" panose="05050102010706020507" pitchFamily="18" charset="2"/>
              <a:buChar char=""/>
            </a:pPr>
            <a:r>
              <a:rPr lang="en-IN" sz="1600" dirty="0">
                <a:ea typeface="Calibri" panose="020F0502020204030204" pitchFamily="34" charset="0"/>
                <a:cs typeface="Mangal" panose="02040503050203030202" pitchFamily="18" charset="0"/>
              </a:rPr>
              <a:t>Matplotlib</a:t>
            </a:r>
            <a:endParaRPr lang="en-US" sz="1600" dirty="0">
              <a:ea typeface="Calibri" panose="020F0502020204030204" pitchFamily="34" charset="0"/>
              <a:cs typeface="Mangal" panose="02040503050203030202" pitchFamily="18" charset="0"/>
            </a:endParaRPr>
          </a:p>
          <a:p>
            <a:pPr marL="457200">
              <a:lnSpc>
                <a:spcPct val="115000"/>
              </a:lnSpc>
            </a:pPr>
            <a:r>
              <a:rPr lang="en-IN" sz="1600" dirty="0">
                <a:ea typeface="Calibri" panose="020F0502020204030204" pitchFamily="34" charset="0"/>
                <a:cs typeface="Mangal" panose="02040503050203030202" pitchFamily="18" charset="0"/>
              </a:rPr>
              <a:t>Matplotlib is a cross-platform, data visualization and graphical plotting library (histograms, scatter plots, bar charts, etc) for Python and its numerical extension NumPy.</a:t>
            </a:r>
            <a:endParaRPr lang="en-US" sz="1600" dirty="0">
              <a:ea typeface="Calibri" panose="020F0502020204030204" pitchFamily="34" charset="0"/>
              <a:cs typeface="Mangal" panose="02040503050203030202" pitchFamily="18" charset="0"/>
            </a:endParaRPr>
          </a:p>
          <a:p>
            <a:pPr marL="342900" lvl="0" indent="-342900">
              <a:lnSpc>
                <a:spcPct val="115000"/>
              </a:lnSpc>
              <a:buFont typeface="Symbol" panose="05050102010706020507" pitchFamily="18" charset="2"/>
              <a:buChar char=""/>
            </a:pPr>
            <a:r>
              <a:rPr lang="en-IN" sz="1600" dirty="0">
                <a:ea typeface="Calibri" panose="020F0502020204030204" pitchFamily="34" charset="0"/>
                <a:cs typeface="Mangal" panose="02040503050203030202" pitchFamily="18" charset="0"/>
              </a:rPr>
              <a:t>Seaborn</a:t>
            </a:r>
            <a:endParaRPr lang="en-US" sz="1600" dirty="0">
              <a:ea typeface="Calibri" panose="020F0502020204030204" pitchFamily="34" charset="0"/>
              <a:cs typeface="Mangal" panose="02040503050203030202" pitchFamily="18" charset="0"/>
            </a:endParaRPr>
          </a:p>
          <a:p>
            <a:pPr marL="457200">
              <a:lnSpc>
                <a:spcPct val="115000"/>
              </a:lnSpc>
            </a:pPr>
            <a:r>
              <a:rPr lang="en-IN" sz="1600" dirty="0">
                <a:ea typeface="Calibri" panose="020F0502020204030204" pitchFamily="34" charset="0"/>
                <a:cs typeface="Mangal" panose="02040503050203030202" pitchFamily="18" charset="0"/>
              </a:rPr>
              <a:t>Seaborn is a library for making statistical graphics in Python. It builds on top of matplotlib and integrates closely with pandas data structures. Seaborn helps you explore and understand your data.</a:t>
            </a:r>
            <a:endParaRPr lang="en-US" sz="1600" dirty="0">
              <a:ea typeface="Calibri" panose="020F0502020204030204" pitchFamily="34" charset="0"/>
              <a:cs typeface="Mangal" panose="02040503050203030202" pitchFamily="18" charset="0"/>
            </a:endParaRPr>
          </a:p>
          <a:p>
            <a:pPr marL="274320" indent="0">
              <a:lnSpc>
                <a:spcPct val="115000"/>
              </a:lnSpc>
              <a:buNone/>
            </a:pPr>
            <a:r>
              <a:rPr lang="en-IN" sz="1600" dirty="0">
                <a:ea typeface="Calibri" panose="020F0502020204030204" pitchFamily="34" charset="0"/>
                <a:cs typeface="Mangal" panose="02040503050203030202" pitchFamily="18" charset="0"/>
              </a:rPr>
              <a:t> </a:t>
            </a:r>
            <a:endParaRPr lang="en-US" sz="1600" dirty="0">
              <a:ea typeface="Calibri" panose="020F0502020204030204" pitchFamily="34" charset="0"/>
              <a:cs typeface="Mangal" panose="02040503050203030202" pitchFamily="18" charset="0"/>
            </a:endParaRPr>
          </a:p>
          <a:p>
            <a:endParaRPr lang="en-US" sz="1600" dirty="0"/>
          </a:p>
        </p:txBody>
      </p:sp>
    </p:spTree>
    <p:extLst>
      <p:ext uri="{BB962C8B-B14F-4D97-AF65-F5344CB8AC3E}">
        <p14:creationId xmlns:p14="http://schemas.microsoft.com/office/powerpoint/2010/main" val="14238742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FFB3D06-34D3-A778-4781-B58D38ED1D1C}"/>
              </a:ext>
            </a:extLst>
          </p:cNvPr>
          <p:cNvSpPr>
            <a:spLocks noGrp="1"/>
          </p:cNvSpPr>
          <p:nvPr>
            <p:ph idx="1"/>
          </p:nvPr>
        </p:nvSpPr>
        <p:spPr>
          <a:xfrm>
            <a:off x="1066800" y="856525"/>
            <a:ext cx="10058400" cy="5683171"/>
          </a:xfrm>
        </p:spPr>
        <p:txBody>
          <a:bodyPr>
            <a:normAutofit/>
          </a:bodyPr>
          <a:lstStyle/>
          <a:p>
            <a:pPr marL="342900" lvl="0" indent="-342900">
              <a:lnSpc>
                <a:spcPct val="115000"/>
              </a:lnSpc>
              <a:buFont typeface="Symbol" panose="05050102010706020507" pitchFamily="18" charset="2"/>
              <a:buChar char=""/>
            </a:pPr>
            <a:r>
              <a:rPr lang="en-IN" sz="1600" b="1" dirty="0" err="1">
                <a:solidFill>
                  <a:srgbClr val="343541"/>
                </a:solidFill>
                <a:effectLst/>
                <a:ea typeface="Calibri" panose="020F0502020204030204" pitchFamily="34" charset="0"/>
                <a:cs typeface="Mangal" panose="02040503050203030202" pitchFamily="18" charset="0"/>
              </a:rPr>
              <a:t>Numpy</a:t>
            </a:r>
            <a:endParaRPr lang="en-US" sz="1600" dirty="0">
              <a:effectLst/>
              <a:ea typeface="Calibri" panose="020F0502020204030204" pitchFamily="34" charset="0"/>
              <a:cs typeface="Mangal" panose="02040503050203030202" pitchFamily="18" charset="0"/>
            </a:endParaRPr>
          </a:p>
          <a:p>
            <a:pPr marL="457200">
              <a:lnSpc>
                <a:spcPct val="115000"/>
              </a:lnSpc>
            </a:pPr>
            <a:r>
              <a:rPr lang="en-IN" sz="1600" dirty="0">
                <a:solidFill>
                  <a:srgbClr val="202124"/>
                </a:solidFill>
                <a:effectLst/>
                <a:ea typeface="Calibri" panose="020F0502020204030204" pitchFamily="34" charset="0"/>
                <a:cs typeface="Mangal" panose="02040503050203030202" pitchFamily="18" charset="0"/>
              </a:rPr>
              <a:t>NumPy is </a:t>
            </a:r>
            <a:r>
              <a:rPr lang="en-IN" sz="1600" dirty="0">
                <a:solidFill>
                  <a:srgbClr val="040C28"/>
                </a:solidFill>
                <a:effectLst/>
                <a:ea typeface="Calibri" panose="020F0502020204030204" pitchFamily="34" charset="0"/>
                <a:cs typeface="Mangal" panose="02040503050203030202" pitchFamily="18" charset="0"/>
              </a:rPr>
              <a:t>a Python library used for working with arrays</a:t>
            </a:r>
            <a:r>
              <a:rPr lang="en-IN" sz="1600" dirty="0">
                <a:solidFill>
                  <a:srgbClr val="202124"/>
                </a:solidFill>
                <a:effectLst/>
                <a:ea typeface="Calibri" panose="020F0502020204030204" pitchFamily="34" charset="0"/>
                <a:cs typeface="Mangal" panose="02040503050203030202" pitchFamily="18" charset="0"/>
              </a:rPr>
              <a:t>. It also has functions for working in domain of linear algebra, </a:t>
            </a:r>
            <a:r>
              <a:rPr lang="en-IN" sz="1600" dirty="0" err="1">
                <a:solidFill>
                  <a:srgbClr val="202124"/>
                </a:solidFill>
                <a:effectLst/>
                <a:ea typeface="Calibri" panose="020F0502020204030204" pitchFamily="34" charset="0"/>
                <a:cs typeface="Mangal" panose="02040503050203030202" pitchFamily="18" charset="0"/>
              </a:rPr>
              <a:t>fourier</a:t>
            </a:r>
            <a:r>
              <a:rPr lang="en-IN" sz="1600" dirty="0">
                <a:solidFill>
                  <a:srgbClr val="202124"/>
                </a:solidFill>
                <a:effectLst/>
                <a:ea typeface="Calibri" panose="020F0502020204030204" pitchFamily="34" charset="0"/>
                <a:cs typeface="Mangal" panose="02040503050203030202" pitchFamily="18" charset="0"/>
              </a:rPr>
              <a:t> transform, and matrices.</a:t>
            </a:r>
            <a:endParaRPr lang="en-US" sz="1600" dirty="0">
              <a:effectLst/>
              <a:ea typeface="Calibri" panose="020F0502020204030204" pitchFamily="34" charset="0"/>
              <a:cs typeface="Mangal" panose="02040503050203030202" pitchFamily="18" charset="0"/>
            </a:endParaRPr>
          </a:p>
          <a:p>
            <a:pPr marL="342900" lvl="0" indent="-342900">
              <a:lnSpc>
                <a:spcPct val="115000"/>
              </a:lnSpc>
              <a:buFont typeface="Symbol" panose="05050102010706020507" pitchFamily="18" charset="2"/>
              <a:buChar char=""/>
            </a:pPr>
            <a:r>
              <a:rPr lang="en-IN" sz="1600" b="1" dirty="0">
                <a:solidFill>
                  <a:srgbClr val="343541"/>
                </a:solidFill>
                <a:effectLst/>
                <a:ea typeface="Calibri" panose="020F0502020204030204" pitchFamily="34" charset="0"/>
                <a:cs typeface="Mangal" panose="02040503050203030202" pitchFamily="18" charset="0"/>
              </a:rPr>
              <a:t>Pandas</a:t>
            </a:r>
            <a:endParaRPr lang="en-US" sz="1600" dirty="0">
              <a:effectLst/>
              <a:ea typeface="Calibri" panose="020F0502020204030204" pitchFamily="34" charset="0"/>
              <a:cs typeface="Mangal" panose="02040503050203030202" pitchFamily="18" charset="0"/>
            </a:endParaRPr>
          </a:p>
          <a:p>
            <a:pPr marL="457200">
              <a:lnSpc>
                <a:spcPct val="115000"/>
              </a:lnSpc>
            </a:pPr>
            <a:r>
              <a:rPr lang="en-IN" sz="1600" dirty="0">
                <a:solidFill>
                  <a:srgbClr val="202124"/>
                </a:solidFill>
                <a:effectLst/>
                <a:ea typeface="Calibri" panose="020F0502020204030204" pitchFamily="34" charset="0"/>
                <a:cs typeface="Mangal" panose="02040503050203030202" pitchFamily="18" charset="0"/>
              </a:rPr>
              <a:t>Pandas is </a:t>
            </a:r>
            <a:r>
              <a:rPr lang="en-IN" sz="1600" dirty="0">
                <a:solidFill>
                  <a:srgbClr val="040C28"/>
                </a:solidFill>
                <a:effectLst/>
                <a:ea typeface="Calibri" panose="020F0502020204030204" pitchFamily="34" charset="0"/>
                <a:cs typeface="Mangal" panose="02040503050203030202" pitchFamily="18" charset="0"/>
              </a:rPr>
              <a:t>a Python library used for working with data sets</a:t>
            </a:r>
            <a:r>
              <a:rPr lang="en-IN" sz="1600" dirty="0">
                <a:solidFill>
                  <a:srgbClr val="202124"/>
                </a:solidFill>
                <a:effectLst/>
                <a:ea typeface="Calibri" panose="020F0502020204030204" pitchFamily="34" charset="0"/>
                <a:cs typeface="Mangal" panose="02040503050203030202" pitchFamily="18" charset="0"/>
              </a:rPr>
              <a:t>. It has functions for analysing, cleaning, exploring, and manipulating data. The name "Pandas" has a reference to both "Panel Data", and "Python Data Analysis".</a:t>
            </a:r>
            <a:endParaRPr lang="en-US" sz="1600" dirty="0">
              <a:effectLst/>
              <a:ea typeface="Calibri" panose="020F0502020204030204" pitchFamily="34" charset="0"/>
              <a:cs typeface="Mangal" panose="02040503050203030202" pitchFamily="18" charset="0"/>
            </a:endParaRPr>
          </a:p>
          <a:p>
            <a:pPr marL="342900" lvl="0" indent="-342900">
              <a:lnSpc>
                <a:spcPct val="115000"/>
              </a:lnSpc>
              <a:buFont typeface="Symbol" panose="05050102010706020507" pitchFamily="18" charset="2"/>
              <a:buChar char=""/>
            </a:pPr>
            <a:r>
              <a:rPr lang="en-IN" sz="1600" b="1" dirty="0">
                <a:solidFill>
                  <a:srgbClr val="343541"/>
                </a:solidFill>
                <a:effectLst/>
                <a:ea typeface="Calibri" panose="020F0502020204030204" pitchFamily="34" charset="0"/>
                <a:cs typeface="Mangal" panose="02040503050203030202" pitchFamily="18" charset="0"/>
              </a:rPr>
              <a:t>Math</a:t>
            </a:r>
            <a:endParaRPr lang="en-US" sz="1600" dirty="0">
              <a:effectLst/>
              <a:ea typeface="Calibri" panose="020F0502020204030204" pitchFamily="34" charset="0"/>
              <a:cs typeface="Mangal" panose="02040503050203030202" pitchFamily="18" charset="0"/>
            </a:endParaRPr>
          </a:p>
          <a:p>
            <a:pPr marL="457200">
              <a:lnSpc>
                <a:spcPct val="115000"/>
              </a:lnSpc>
            </a:pPr>
            <a:r>
              <a:rPr lang="en-IN" sz="1600" dirty="0">
                <a:solidFill>
                  <a:srgbClr val="202124"/>
                </a:solidFill>
                <a:effectLst/>
                <a:ea typeface="Calibri" panose="020F0502020204030204" pitchFamily="34" charset="0"/>
                <a:cs typeface="Mangal" panose="02040503050203030202" pitchFamily="18" charset="0"/>
              </a:rPr>
              <a:t>Using The math Module in Python. math is </a:t>
            </a:r>
            <a:r>
              <a:rPr lang="en-IN" sz="1600" dirty="0">
                <a:solidFill>
                  <a:srgbClr val="040C28"/>
                </a:solidFill>
                <a:effectLst/>
                <a:ea typeface="Calibri" panose="020F0502020204030204" pitchFamily="34" charset="0"/>
                <a:cs typeface="Mangal" panose="02040503050203030202" pitchFamily="18" charset="0"/>
              </a:rPr>
              <a:t>a built-in module in the Python standard library that provides standard mathematical constants and functions</a:t>
            </a:r>
            <a:r>
              <a:rPr lang="en-IN" sz="1600" dirty="0">
                <a:solidFill>
                  <a:srgbClr val="202124"/>
                </a:solidFill>
                <a:effectLst/>
                <a:ea typeface="Calibri" panose="020F0502020204030204" pitchFamily="34" charset="0"/>
                <a:cs typeface="Mangal" panose="02040503050203030202" pitchFamily="18" charset="0"/>
              </a:rPr>
              <a:t>.</a:t>
            </a:r>
            <a:r>
              <a:rPr lang="en-IN" sz="1600" dirty="0">
                <a:solidFill>
                  <a:srgbClr val="343541"/>
                </a:solidFill>
                <a:effectLst/>
                <a:ea typeface="Calibri" panose="020F0502020204030204" pitchFamily="34" charset="0"/>
                <a:cs typeface="Mangal" panose="02040503050203030202" pitchFamily="18" charset="0"/>
              </a:rPr>
              <a:t> </a:t>
            </a:r>
            <a:endParaRPr lang="en-US" sz="1600" dirty="0">
              <a:effectLst/>
              <a:ea typeface="Calibri" panose="020F0502020204030204" pitchFamily="34" charset="0"/>
              <a:cs typeface="Mangal" panose="02040503050203030202" pitchFamily="18" charset="0"/>
            </a:endParaRPr>
          </a:p>
          <a:p>
            <a:pPr marL="342900" lvl="0" indent="-342900">
              <a:lnSpc>
                <a:spcPct val="115000"/>
              </a:lnSpc>
              <a:buFont typeface="Symbol" panose="05050102010706020507" pitchFamily="18" charset="2"/>
              <a:buChar char=""/>
            </a:pPr>
            <a:r>
              <a:rPr lang="en-IN" sz="1600" b="1" dirty="0">
                <a:solidFill>
                  <a:srgbClr val="343541"/>
                </a:solidFill>
                <a:effectLst/>
                <a:ea typeface="Calibri" panose="020F0502020204030204" pitchFamily="34" charset="0"/>
                <a:cs typeface="Mangal" panose="02040503050203030202" pitchFamily="18" charset="0"/>
              </a:rPr>
              <a:t>Platform</a:t>
            </a:r>
            <a:endParaRPr lang="en-US" sz="1600" dirty="0">
              <a:effectLst/>
              <a:ea typeface="Calibri" panose="020F0502020204030204" pitchFamily="34" charset="0"/>
              <a:cs typeface="Mangal" panose="02040503050203030202" pitchFamily="18" charset="0"/>
            </a:endParaRPr>
          </a:p>
          <a:p>
            <a:pPr marL="457200">
              <a:lnSpc>
                <a:spcPct val="115000"/>
              </a:lnSpc>
              <a:spcAft>
                <a:spcPts val="1000"/>
              </a:spcAft>
            </a:pPr>
            <a:r>
              <a:rPr lang="en-IN" sz="1600" dirty="0">
                <a:solidFill>
                  <a:srgbClr val="202124"/>
                </a:solidFill>
                <a:effectLst/>
                <a:ea typeface="Calibri" panose="020F0502020204030204" pitchFamily="34" charset="0"/>
                <a:cs typeface="Mangal" panose="02040503050203030202" pitchFamily="18" charset="0"/>
              </a:rPr>
              <a:t>The platform module in Python </a:t>
            </a:r>
            <a:r>
              <a:rPr lang="en-IN" sz="1600" dirty="0">
                <a:solidFill>
                  <a:srgbClr val="040C28"/>
                </a:solidFill>
                <a:effectLst/>
                <a:ea typeface="Calibri" panose="020F0502020204030204" pitchFamily="34" charset="0"/>
                <a:cs typeface="Mangal" panose="02040503050203030202" pitchFamily="18" charset="0"/>
              </a:rPr>
              <a:t>provides functions that access information of the underlying platform (operating system)</a:t>
            </a:r>
            <a:r>
              <a:rPr lang="en-IN" sz="1600" dirty="0">
                <a:solidFill>
                  <a:srgbClr val="202124"/>
                </a:solidFill>
                <a:effectLst/>
                <a:ea typeface="Calibri" panose="020F0502020204030204" pitchFamily="34" charset="0"/>
                <a:cs typeface="Mangal" panose="02040503050203030202" pitchFamily="18" charset="0"/>
              </a:rPr>
              <a:t>. The platform. platform() method returns a single string containing as much information about the underlying platform as feasible.</a:t>
            </a:r>
            <a:endParaRPr lang="en-US" sz="1600" dirty="0">
              <a:effectLst/>
              <a:ea typeface="Calibri" panose="020F0502020204030204" pitchFamily="34" charset="0"/>
              <a:cs typeface="Mangal" panose="02040503050203030202" pitchFamily="18" charset="0"/>
            </a:endParaRPr>
          </a:p>
          <a:p>
            <a:endParaRPr lang="en-US" sz="1600" dirty="0"/>
          </a:p>
        </p:txBody>
      </p:sp>
    </p:spTree>
    <p:extLst>
      <p:ext uri="{BB962C8B-B14F-4D97-AF65-F5344CB8AC3E}">
        <p14:creationId xmlns:p14="http://schemas.microsoft.com/office/powerpoint/2010/main" val="35279787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a:extLst>
              <a:ext uri="{FF2B5EF4-FFF2-40B4-BE49-F238E27FC236}">
                <a16:creationId xmlns:a16="http://schemas.microsoft.com/office/drawing/2014/main" id="{BC5D548D-0455-9489-A053-BD0D44B1C025}"/>
              </a:ext>
            </a:extLst>
          </p:cNvPr>
          <p:cNvSpPr>
            <a:spLocks noChangeArrowheads="1"/>
          </p:cNvSpPr>
          <p:nvPr/>
        </p:nvSpPr>
        <p:spPr bwMode="auto">
          <a:xfrm>
            <a:off x="989635" y="998750"/>
            <a:ext cx="10004385" cy="4351961"/>
          </a:xfrm>
          <a:prstGeom prst="rect">
            <a:avLst/>
          </a:prstGeom>
          <a:solidFill>
            <a:srgbClr val="F7F7F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400" b="0" i="1" u="none" strike="noStrike" cap="none" normalizeH="0" baseline="0" dirty="0">
                <a:ln>
                  <a:noFill/>
                </a:ln>
                <a:solidFill>
                  <a:schemeClr val="tx1"/>
                </a:solidFill>
                <a:effectLst/>
                <a:latin typeface="Roboto Mono" panose="00000009000000000000" pitchFamily="49" charset="0"/>
              </a:rPr>
              <a:t># This Python 3 environment comes with many helpful analytics libraries installed</a:t>
            </a:r>
            <a:r>
              <a:rPr kumimoji="0" lang="en-US" altLang="en-US" sz="1400" b="0" i="0" u="none" strike="noStrike" cap="none" normalizeH="0" baseline="0" dirty="0">
                <a:ln>
                  <a:noFill/>
                </a:ln>
                <a:solidFill>
                  <a:schemeClr val="tx1"/>
                </a:solidFill>
                <a:effectLst/>
                <a:latin typeface="Roboto Mono" panose="00000009000000000000" pitchFamily="49" charset="0"/>
              </a:rPr>
              <a:t> </a:t>
            </a: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400" b="0" i="1" u="none" strike="noStrike" cap="none" normalizeH="0" baseline="0" dirty="0">
                <a:ln>
                  <a:noFill/>
                </a:ln>
                <a:solidFill>
                  <a:schemeClr val="tx1"/>
                </a:solidFill>
                <a:effectLst/>
                <a:latin typeface="Roboto Mono" panose="00000009000000000000" pitchFamily="49" charset="0"/>
              </a:rPr>
              <a:t># It is defined by the </a:t>
            </a:r>
            <a:r>
              <a:rPr kumimoji="0" lang="en-US" altLang="en-US" sz="1400" b="0" i="1" u="none" strike="noStrike" cap="none" normalizeH="0" baseline="0" dirty="0" err="1">
                <a:ln>
                  <a:noFill/>
                </a:ln>
                <a:solidFill>
                  <a:schemeClr val="tx1"/>
                </a:solidFill>
                <a:effectLst/>
                <a:latin typeface="Roboto Mono" panose="00000009000000000000" pitchFamily="49" charset="0"/>
              </a:rPr>
              <a:t>kaggle</a:t>
            </a:r>
            <a:r>
              <a:rPr kumimoji="0" lang="en-US" altLang="en-US" sz="1400" b="0" i="1" u="none" strike="noStrike" cap="none" normalizeH="0" baseline="0" dirty="0">
                <a:ln>
                  <a:noFill/>
                </a:ln>
                <a:solidFill>
                  <a:schemeClr val="tx1"/>
                </a:solidFill>
                <a:effectLst/>
                <a:latin typeface="Roboto Mono" panose="00000009000000000000" pitchFamily="49" charset="0"/>
              </a:rPr>
              <a:t>/python Docker image: https://github.com/kaggle/docker-python</a:t>
            </a:r>
            <a:r>
              <a:rPr kumimoji="0" lang="en-US" altLang="en-US" sz="1400" b="0" i="0" u="none" strike="noStrike" cap="none" normalizeH="0" baseline="0" dirty="0">
                <a:ln>
                  <a:noFill/>
                </a:ln>
                <a:solidFill>
                  <a:schemeClr val="tx1"/>
                </a:solidFill>
                <a:effectLst/>
                <a:latin typeface="Roboto Mono" panose="00000009000000000000" pitchFamily="49" charset="0"/>
              </a:rPr>
              <a:t> </a:t>
            </a: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400" b="0" i="0" u="none" strike="noStrike" cap="none" normalizeH="0" baseline="0" dirty="0">
                <a:ln>
                  <a:noFill/>
                </a:ln>
                <a:solidFill>
                  <a:srgbClr val="007B00"/>
                </a:solidFill>
                <a:effectLst/>
                <a:latin typeface="Roboto Mono" panose="00000009000000000000" pitchFamily="49" charset="0"/>
              </a:rPr>
              <a:t>import</a:t>
            </a:r>
            <a:r>
              <a:rPr kumimoji="0" lang="en-US" altLang="en-US" sz="1400" b="0" i="0" u="none" strike="noStrike" cap="none" normalizeH="0" baseline="0" dirty="0">
                <a:ln>
                  <a:noFill/>
                </a:ln>
                <a:solidFill>
                  <a:schemeClr val="tx1"/>
                </a:solidFill>
                <a:effectLst/>
                <a:latin typeface="Roboto Mono" panose="00000009000000000000" pitchFamily="49" charset="0"/>
              </a:rPr>
              <a:t> </a:t>
            </a:r>
            <a:r>
              <a:rPr kumimoji="0" lang="en-US" altLang="en-US" sz="1400" b="0" i="0" u="none" strike="noStrike" cap="none" normalizeH="0" baseline="0" dirty="0" err="1">
                <a:ln>
                  <a:noFill/>
                </a:ln>
                <a:solidFill>
                  <a:schemeClr val="tx1"/>
                </a:solidFill>
                <a:effectLst/>
                <a:latin typeface="Roboto Mono" panose="00000009000000000000" pitchFamily="49" charset="0"/>
              </a:rPr>
              <a:t>tensorflow</a:t>
            </a:r>
            <a:r>
              <a:rPr kumimoji="0" lang="en-US" altLang="en-US" sz="1400" b="0" i="0" u="none" strike="noStrike" cap="none" normalizeH="0" baseline="0" dirty="0">
                <a:ln>
                  <a:noFill/>
                </a:ln>
                <a:solidFill>
                  <a:schemeClr val="tx1"/>
                </a:solidFill>
                <a:effectLst/>
                <a:latin typeface="Roboto Mono" panose="00000009000000000000" pitchFamily="49" charset="0"/>
              </a:rPr>
              <a:t> </a:t>
            </a:r>
            <a:r>
              <a:rPr kumimoji="0" lang="en-US" altLang="en-US" sz="1400" b="0" i="0" u="none" strike="noStrike" cap="none" normalizeH="0" baseline="0" dirty="0">
                <a:ln>
                  <a:noFill/>
                </a:ln>
                <a:solidFill>
                  <a:srgbClr val="007B00"/>
                </a:solidFill>
                <a:effectLst/>
                <a:latin typeface="Roboto Mono" panose="00000009000000000000" pitchFamily="49" charset="0"/>
              </a:rPr>
              <a:t>as</a:t>
            </a:r>
            <a:r>
              <a:rPr kumimoji="0" lang="en-US" altLang="en-US" sz="1400" b="0" i="0" u="none" strike="noStrike" cap="none" normalizeH="0" baseline="0" dirty="0">
                <a:ln>
                  <a:noFill/>
                </a:ln>
                <a:solidFill>
                  <a:schemeClr val="tx1"/>
                </a:solidFill>
                <a:effectLst/>
                <a:latin typeface="Roboto Mono" panose="00000009000000000000" pitchFamily="49" charset="0"/>
              </a:rPr>
              <a:t> </a:t>
            </a:r>
            <a:r>
              <a:rPr kumimoji="0" lang="en-US" altLang="en-US" sz="1400" b="0" i="0" u="none" strike="noStrike" cap="none" normalizeH="0" baseline="0" dirty="0" err="1">
                <a:ln>
                  <a:noFill/>
                </a:ln>
                <a:solidFill>
                  <a:schemeClr val="tx1"/>
                </a:solidFill>
                <a:effectLst/>
                <a:latin typeface="Roboto Mono" panose="00000009000000000000" pitchFamily="49" charset="0"/>
              </a:rPr>
              <a:t>tf</a:t>
            </a:r>
            <a:r>
              <a:rPr kumimoji="0" lang="en-US" altLang="en-US" sz="1400" b="0" i="0" u="none" strike="noStrike" cap="none" normalizeH="0" baseline="0" dirty="0">
                <a:ln>
                  <a:noFill/>
                </a:ln>
                <a:solidFill>
                  <a:schemeClr val="tx1"/>
                </a:solidFill>
                <a:effectLst/>
                <a:latin typeface="Roboto Mono" panose="00000009000000000000" pitchFamily="49" charset="0"/>
              </a:rPr>
              <a:t> </a:t>
            </a: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400" b="0" i="0" u="none" strike="noStrike" cap="none" normalizeH="0" baseline="0" dirty="0">
                <a:ln>
                  <a:noFill/>
                </a:ln>
                <a:solidFill>
                  <a:srgbClr val="007B00"/>
                </a:solidFill>
                <a:effectLst/>
                <a:latin typeface="Roboto Mono" panose="00000009000000000000" pitchFamily="49" charset="0"/>
              </a:rPr>
              <a:t>import</a:t>
            </a:r>
            <a:r>
              <a:rPr kumimoji="0" lang="en-US" altLang="en-US" sz="1400" b="0" i="0" u="none" strike="noStrike" cap="none" normalizeH="0" baseline="0" dirty="0">
                <a:ln>
                  <a:noFill/>
                </a:ln>
                <a:solidFill>
                  <a:schemeClr val="tx1"/>
                </a:solidFill>
                <a:effectLst/>
                <a:latin typeface="Roboto Mono" panose="00000009000000000000" pitchFamily="49" charset="0"/>
              </a:rPr>
              <a:t> </a:t>
            </a:r>
            <a:r>
              <a:rPr kumimoji="0" lang="en-US" altLang="en-US" sz="1400" b="0" i="0" u="none" strike="noStrike" cap="none" normalizeH="0" baseline="0" dirty="0" err="1">
                <a:ln>
                  <a:noFill/>
                </a:ln>
                <a:solidFill>
                  <a:schemeClr val="tx1"/>
                </a:solidFill>
                <a:effectLst/>
                <a:latin typeface="Roboto Mono" panose="00000009000000000000" pitchFamily="49" charset="0"/>
              </a:rPr>
              <a:t>matplotlib.pyplot</a:t>
            </a:r>
            <a:r>
              <a:rPr kumimoji="0" lang="en-US" altLang="en-US" sz="1400" b="0" i="0" u="none" strike="noStrike" cap="none" normalizeH="0" baseline="0" dirty="0">
                <a:ln>
                  <a:noFill/>
                </a:ln>
                <a:solidFill>
                  <a:schemeClr val="tx1"/>
                </a:solidFill>
                <a:effectLst/>
                <a:latin typeface="Roboto Mono" panose="00000009000000000000" pitchFamily="49" charset="0"/>
              </a:rPr>
              <a:t> </a:t>
            </a:r>
            <a:r>
              <a:rPr kumimoji="0" lang="en-US" altLang="en-US" sz="1400" b="0" i="0" u="none" strike="noStrike" cap="none" normalizeH="0" baseline="0" dirty="0">
                <a:ln>
                  <a:noFill/>
                </a:ln>
                <a:solidFill>
                  <a:srgbClr val="007B00"/>
                </a:solidFill>
                <a:effectLst/>
                <a:latin typeface="Roboto Mono" panose="00000009000000000000" pitchFamily="49" charset="0"/>
              </a:rPr>
              <a:t>as</a:t>
            </a:r>
            <a:r>
              <a:rPr kumimoji="0" lang="en-US" altLang="en-US" sz="1400" b="0" i="0" u="none" strike="noStrike" cap="none" normalizeH="0" baseline="0" dirty="0">
                <a:ln>
                  <a:noFill/>
                </a:ln>
                <a:solidFill>
                  <a:schemeClr val="tx1"/>
                </a:solidFill>
                <a:effectLst/>
                <a:latin typeface="Roboto Mono" panose="00000009000000000000" pitchFamily="49" charset="0"/>
              </a:rPr>
              <a:t> </a:t>
            </a:r>
            <a:r>
              <a:rPr kumimoji="0" lang="en-US" altLang="en-US" sz="1400" b="0" i="0" u="none" strike="noStrike" cap="none" normalizeH="0" baseline="0" dirty="0" err="1">
                <a:ln>
                  <a:noFill/>
                </a:ln>
                <a:solidFill>
                  <a:schemeClr val="tx1"/>
                </a:solidFill>
                <a:effectLst/>
                <a:latin typeface="Roboto Mono" panose="00000009000000000000" pitchFamily="49" charset="0"/>
              </a:rPr>
              <a:t>plt</a:t>
            </a:r>
            <a:r>
              <a:rPr kumimoji="0" lang="en-US" altLang="en-US" sz="1400" b="0" i="0" u="none" strike="noStrike" cap="none" normalizeH="0" baseline="0" dirty="0">
                <a:ln>
                  <a:noFill/>
                </a:ln>
                <a:solidFill>
                  <a:schemeClr val="tx1"/>
                </a:solidFill>
                <a:effectLst/>
                <a:latin typeface="Roboto Mono" panose="00000009000000000000" pitchFamily="49" charset="0"/>
              </a:rPr>
              <a:t> </a:t>
            </a: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400" b="0" i="0" u="none" strike="noStrike" cap="none" normalizeH="0" baseline="0" dirty="0">
                <a:ln>
                  <a:noFill/>
                </a:ln>
                <a:solidFill>
                  <a:srgbClr val="007B00"/>
                </a:solidFill>
                <a:effectLst/>
                <a:latin typeface="Roboto Mono" panose="00000009000000000000" pitchFamily="49" charset="0"/>
              </a:rPr>
              <a:t>import</a:t>
            </a:r>
            <a:r>
              <a:rPr kumimoji="0" lang="en-US" altLang="en-US" sz="1400" b="0" i="0" u="none" strike="noStrike" cap="none" normalizeH="0" baseline="0" dirty="0">
                <a:ln>
                  <a:noFill/>
                </a:ln>
                <a:solidFill>
                  <a:schemeClr val="tx1"/>
                </a:solidFill>
                <a:effectLst/>
                <a:latin typeface="Roboto Mono" panose="00000009000000000000" pitchFamily="49" charset="0"/>
              </a:rPr>
              <a:t> seaborn </a:t>
            </a:r>
            <a:r>
              <a:rPr kumimoji="0" lang="en-US" altLang="en-US" sz="1400" b="0" i="0" u="none" strike="noStrike" cap="none" normalizeH="0" baseline="0" dirty="0">
                <a:ln>
                  <a:noFill/>
                </a:ln>
                <a:solidFill>
                  <a:srgbClr val="007B00"/>
                </a:solidFill>
                <a:effectLst/>
                <a:latin typeface="Roboto Mono" panose="00000009000000000000" pitchFamily="49" charset="0"/>
              </a:rPr>
              <a:t>as</a:t>
            </a:r>
            <a:r>
              <a:rPr kumimoji="0" lang="en-US" altLang="en-US" sz="1400" b="0" i="0" u="none" strike="noStrike" cap="none" normalizeH="0" baseline="0" dirty="0">
                <a:ln>
                  <a:noFill/>
                </a:ln>
                <a:solidFill>
                  <a:schemeClr val="tx1"/>
                </a:solidFill>
                <a:effectLst/>
                <a:latin typeface="Roboto Mono" panose="00000009000000000000" pitchFamily="49" charset="0"/>
              </a:rPr>
              <a:t> </a:t>
            </a:r>
            <a:r>
              <a:rPr kumimoji="0" lang="en-US" altLang="en-US" sz="1400" b="0" i="0" u="none" strike="noStrike" cap="none" normalizeH="0" baseline="0" dirty="0" err="1">
                <a:ln>
                  <a:noFill/>
                </a:ln>
                <a:solidFill>
                  <a:schemeClr val="tx1"/>
                </a:solidFill>
                <a:effectLst/>
                <a:latin typeface="Roboto Mono" panose="00000009000000000000" pitchFamily="49" charset="0"/>
              </a:rPr>
              <a:t>sn</a:t>
            </a:r>
            <a:r>
              <a:rPr kumimoji="0" lang="en-US" altLang="en-US" sz="1400" b="0" i="0" u="none" strike="noStrike" cap="none" normalizeH="0" baseline="0" dirty="0">
                <a:ln>
                  <a:noFill/>
                </a:ln>
                <a:solidFill>
                  <a:schemeClr val="tx1"/>
                </a:solidFill>
                <a:effectLst/>
                <a:latin typeface="Roboto Mono" panose="00000009000000000000" pitchFamily="49" charset="0"/>
              </a:rPr>
              <a:t> </a:t>
            </a: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400" b="0" i="0" u="none" strike="noStrike" cap="none" normalizeH="0" baseline="0" dirty="0">
                <a:ln>
                  <a:noFill/>
                </a:ln>
                <a:solidFill>
                  <a:srgbClr val="007B00"/>
                </a:solidFill>
                <a:effectLst/>
                <a:latin typeface="Roboto Mono" panose="00000009000000000000" pitchFamily="49" charset="0"/>
              </a:rPr>
              <a:t>import</a:t>
            </a:r>
            <a:r>
              <a:rPr kumimoji="0" lang="en-US" altLang="en-US" sz="1400" b="0" i="0" u="none" strike="noStrike" cap="none" normalizeH="0" baseline="0" dirty="0">
                <a:ln>
                  <a:noFill/>
                </a:ln>
                <a:solidFill>
                  <a:schemeClr val="tx1"/>
                </a:solidFill>
                <a:effectLst/>
                <a:latin typeface="Roboto Mono" panose="00000009000000000000" pitchFamily="49" charset="0"/>
              </a:rPr>
              <a:t> </a:t>
            </a:r>
            <a:r>
              <a:rPr kumimoji="0" lang="en-US" altLang="en-US" sz="1400" b="0" i="0" u="none" strike="noStrike" cap="none" normalizeH="0" baseline="0" dirty="0" err="1">
                <a:ln>
                  <a:noFill/>
                </a:ln>
                <a:solidFill>
                  <a:schemeClr val="tx1"/>
                </a:solidFill>
                <a:effectLst/>
                <a:latin typeface="Roboto Mono" panose="00000009000000000000" pitchFamily="49" charset="0"/>
              </a:rPr>
              <a:t>numpy</a:t>
            </a:r>
            <a:r>
              <a:rPr kumimoji="0" lang="en-US" altLang="en-US" sz="1400" b="0" i="0" u="none" strike="noStrike" cap="none" normalizeH="0" baseline="0" dirty="0">
                <a:ln>
                  <a:noFill/>
                </a:ln>
                <a:solidFill>
                  <a:schemeClr val="tx1"/>
                </a:solidFill>
                <a:effectLst/>
                <a:latin typeface="Roboto Mono" panose="00000009000000000000" pitchFamily="49" charset="0"/>
              </a:rPr>
              <a:t> </a:t>
            </a:r>
            <a:r>
              <a:rPr kumimoji="0" lang="en-US" altLang="en-US" sz="1400" b="0" i="0" u="none" strike="noStrike" cap="none" normalizeH="0" baseline="0" dirty="0">
                <a:ln>
                  <a:noFill/>
                </a:ln>
                <a:solidFill>
                  <a:srgbClr val="007B00"/>
                </a:solidFill>
                <a:effectLst/>
                <a:latin typeface="Roboto Mono" panose="00000009000000000000" pitchFamily="49" charset="0"/>
              </a:rPr>
              <a:t>as</a:t>
            </a:r>
            <a:r>
              <a:rPr kumimoji="0" lang="en-US" altLang="en-US" sz="1400" b="0" i="0" u="none" strike="noStrike" cap="none" normalizeH="0" baseline="0" dirty="0">
                <a:ln>
                  <a:noFill/>
                </a:ln>
                <a:solidFill>
                  <a:schemeClr val="tx1"/>
                </a:solidFill>
                <a:effectLst/>
                <a:latin typeface="Roboto Mono" panose="00000009000000000000" pitchFamily="49" charset="0"/>
              </a:rPr>
              <a:t> np </a:t>
            </a:r>
            <a:r>
              <a:rPr kumimoji="0" lang="en-US" altLang="en-US" sz="1400" b="0" i="1" u="none" strike="noStrike" cap="none" normalizeH="0" baseline="0" dirty="0">
                <a:ln>
                  <a:noFill/>
                </a:ln>
                <a:solidFill>
                  <a:schemeClr val="tx1"/>
                </a:solidFill>
                <a:effectLst/>
                <a:latin typeface="Roboto Mono" panose="00000009000000000000" pitchFamily="49" charset="0"/>
              </a:rPr>
              <a:t># linear algebra</a:t>
            </a:r>
            <a:r>
              <a:rPr kumimoji="0" lang="en-US" altLang="en-US" sz="1400" b="0" i="0" u="none" strike="noStrike" cap="none" normalizeH="0" baseline="0" dirty="0">
                <a:ln>
                  <a:noFill/>
                </a:ln>
                <a:solidFill>
                  <a:schemeClr val="tx1"/>
                </a:solidFill>
                <a:effectLst/>
                <a:latin typeface="Roboto Mono" panose="00000009000000000000" pitchFamily="49" charset="0"/>
              </a:rPr>
              <a:t> </a:t>
            </a: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400" b="0" i="0" u="none" strike="noStrike" cap="none" normalizeH="0" baseline="0" dirty="0">
                <a:ln>
                  <a:noFill/>
                </a:ln>
                <a:solidFill>
                  <a:srgbClr val="007B00"/>
                </a:solidFill>
                <a:effectLst/>
                <a:latin typeface="Roboto Mono" panose="00000009000000000000" pitchFamily="49" charset="0"/>
              </a:rPr>
              <a:t>import</a:t>
            </a:r>
            <a:r>
              <a:rPr kumimoji="0" lang="en-US" altLang="en-US" sz="1400" b="0" i="0" u="none" strike="noStrike" cap="none" normalizeH="0" baseline="0" dirty="0">
                <a:ln>
                  <a:noFill/>
                </a:ln>
                <a:solidFill>
                  <a:schemeClr val="tx1"/>
                </a:solidFill>
                <a:effectLst/>
                <a:latin typeface="Roboto Mono" panose="00000009000000000000" pitchFamily="49" charset="0"/>
              </a:rPr>
              <a:t> pandas </a:t>
            </a:r>
            <a:r>
              <a:rPr kumimoji="0" lang="en-US" altLang="en-US" sz="1400" b="0" i="0" u="none" strike="noStrike" cap="none" normalizeH="0" baseline="0" dirty="0">
                <a:ln>
                  <a:noFill/>
                </a:ln>
                <a:solidFill>
                  <a:srgbClr val="007B00"/>
                </a:solidFill>
                <a:effectLst/>
                <a:latin typeface="Roboto Mono" panose="00000009000000000000" pitchFamily="49" charset="0"/>
              </a:rPr>
              <a:t>as</a:t>
            </a:r>
            <a:r>
              <a:rPr kumimoji="0" lang="en-US" altLang="en-US" sz="1400" b="0" i="0" u="none" strike="noStrike" cap="none" normalizeH="0" baseline="0" dirty="0">
                <a:ln>
                  <a:noFill/>
                </a:ln>
                <a:solidFill>
                  <a:schemeClr val="tx1"/>
                </a:solidFill>
                <a:effectLst/>
                <a:latin typeface="Roboto Mono" panose="00000009000000000000" pitchFamily="49" charset="0"/>
              </a:rPr>
              <a:t> pd </a:t>
            </a:r>
            <a:r>
              <a:rPr kumimoji="0" lang="en-US" altLang="en-US" sz="1400" b="0" i="1" u="none" strike="noStrike" cap="none" normalizeH="0" baseline="0" dirty="0">
                <a:ln>
                  <a:noFill/>
                </a:ln>
                <a:solidFill>
                  <a:schemeClr val="tx1"/>
                </a:solidFill>
                <a:effectLst/>
                <a:latin typeface="Roboto Mono" panose="00000009000000000000" pitchFamily="49" charset="0"/>
              </a:rPr>
              <a:t># data processing, CSV file I/O (e.g. </a:t>
            </a:r>
            <a:r>
              <a:rPr kumimoji="0" lang="en-US" altLang="en-US" sz="1400" b="0" i="1" u="none" strike="noStrike" cap="none" normalizeH="0" baseline="0" dirty="0" err="1">
                <a:ln>
                  <a:noFill/>
                </a:ln>
                <a:solidFill>
                  <a:schemeClr val="tx1"/>
                </a:solidFill>
                <a:effectLst/>
                <a:latin typeface="Roboto Mono" panose="00000009000000000000" pitchFamily="49" charset="0"/>
              </a:rPr>
              <a:t>pd.read_csv</a:t>
            </a:r>
            <a:r>
              <a:rPr kumimoji="0" lang="en-US" altLang="en-US" sz="1400" b="0" i="1" u="none" strike="noStrike" cap="none" normalizeH="0" baseline="0" dirty="0">
                <a:ln>
                  <a:noFill/>
                </a:ln>
                <a:solidFill>
                  <a:schemeClr val="tx1"/>
                </a:solidFill>
                <a:effectLst/>
                <a:latin typeface="Roboto Mono" panose="00000009000000000000" pitchFamily="49" charset="0"/>
              </a:rPr>
              <a:t>)</a:t>
            </a:r>
            <a:r>
              <a:rPr kumimoji="0" lang="en-US" altLang="en-US" sz="1400" b="0" i="0" u="none" strike="noStrike" cap="none" normalizeH="0" baseline="0" dirty="0">
                <a:ln>
                  <a:noFill/>
                </a:ln>
                <a:solidFill>
                  <a:schemeClr val="tx1"/>
                </a:solidFill>
                <a:effectLst/>
                <a:latin typeface="Roboto Mono" panose="00000009000000000000" pitchFamily="49" charset="0"/>
              </a:rPr>
              <a:t> </a:t>
            </a: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400" b="0" i="0" u="none" strike="noStrike" cap="none" normalizeH="0" baseline="0" dirty="0">
                <a:ln>
                  <a:noFill/>
                </a:ln>
                <a:solidFill>
                  <a:srgbClr val="007B00"/>
                </a:solidFill>
                <a:effectLst/>
                <a:latin typeface="Roboto Mono" panose="00000009000000000000" pitchFamily="49" charset="0"/>
              </a:rPr>
              <a:t>import</a:t>
            </a:r>
            <a:r>
              <a:rPr kumimoji="0" lang="en-US" altLang="en-US" sz="1400" b="0" i="0" u="none" strike="noStrike" cap="none" normalizeH="0" baseline="0" dirty="0">
                <a:ln>
                  <a:noFill/>
                </a:ln>
                <a:solidFill>
                  <a:schemeClr val="tx1"/>
                </a:solidFill>
                <a:effectLst/>
                <a:latin typeface="Roboto Mono" panose="00000009000000000000" pitchFamily="49" charset="0"/>
              </a:rPr>
              <a:t> math </a:t>
            </a: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400" b="0" i="0" u="none" strike="noStrike" cap="none" normalizeH="0" baseline="0" dirty="0">
                <a:ln>
                  <a:noFill/>
                </a:ln>
                <a:solidFill>
                  <a:srgbClr val="007B00"/>
                </a:solidFill>
                <a:effectLst/>
                <a:latin typeface="Roboto Mono" panose="00000009000000000000" pitchFamily="49" charset="0"/>
              </a:rPr>
              <a:t>import</a:t>
            </a:r>
            <a:r>
              <a:rPr kumimoji="0" lang="en-US" altLang="en-US" sz="1400" b="0" i="0" u="none" strike="noStrike" cap="none" normalizeH="0" baseline="0" dirty="0">
                <a:ln>
                  <a:noFill/>
                </a:ln>
                <a:solidFill>
                  <a:schemeClr val="tx1"/>
                </a:solidFill>
                <a:effectLst/>
                <a:latin typeface="Roboto Mono" panose="00000009000000000000" pitchFamily="49" charset="0"/>
              </a:rPr>
              <a:t> datetime </a:t>
            </a: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400" b="0" i="0" u="none" strike="noStrike" cap="none" normalizeH="0" baseline="0" dirty="0">
                <a:ln>
                  <a:noFill/>
                </a:ln>
                <a:solidFill>
                  <a:srgbClr val="007B00"/>
                </a:solidFill>
                <a:effectLst/>
                <a:latin typeface="Roboto Mono" panose="00000009000000000000" pitchFamily="49" charset="0"/>
              </a:rPr>
              <a:t>import</a:t>
            </a:r>
            <a:r>
              <a:rPr kumimoji="0" lang="en-US" altLang="en-US" sz="1400" b="0" i="0" u="none" strike="noStrike" cap="none" normalizeH="0" baseline="0" dirty="0">
                <a:ln>
                  <a:noFill/>
                </a:ln>
                <a:solidFill>
                  <a:schemeClr val="tx1"/>
                </a:solidFill>
                <a:effectLst/>
                <a:latin typeface="Roboto Mono" panose="00000009000000000000" pitchFamily="49" charset="0"/>
              </a:rPr>
              <a:t> platform </a:t>
            </a:r>
          </a:p>
          <a:p>
            <a:pPr marL="0" marR="0" lvl="0" indent="0" algn="l" defTabSz="914400" rtl="0" eaLnBrk="0" fontAlgn="base" latinLnBrk="0" hangingPunct="0">
              <a:lnSpc>
                <a:spcPct val="100000"/>
              </a:lnSpc>
              <a:spcBef>
                <a:spcPct val="30000"/>
              </a:spcBef>
              <a:spcAft>
                <a:spcPct val="0"/>
              </a:spcAft>
              <a:buClrTx/>
              <a:buSzTx/>
              <a:buFontTx/>
              <a:buNone/>
              <a:tabLst/>
            </a:pPr>
            <a:endParaRPr lang="en-US" altLang="en-US" sz="1400" dirty="0">
              <a:latin typeface="Roboto Mono" panose="00000009000000000000" pitchFamily="49" charset="0"/>
            </a:endParaRP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400" b="0" i="1" u="none" strike="noStrike" cap="none" normalizeH="0" baseline="0" dirty="0">
                <a:ln>
                  <a:noFill/>
                </a:ln>
                <a:solidFill>
                  <a:schemeClr val="tx1"/>
                </a:solidFill>
                <a:effectLst/>
                <a:latin typeface="Roboto Mono" panose="00000009000000000000" pitchFamily="49" charset="0"/>
              </a:rPr>
              <a:t># Input data files are available in the read-only "../input/" directory</a:t>
            </a:r>
            <a:r>
              <a:rPr kumimoji="0" lang="en-US" altLang="en-US" sz="1400" b="0" i="0" u="none" strike="noStrike" cap="none" normalizeH="0" baseline="0" dirty="0">
                <a:ln>
                  <a:noFill/>
                </a:ln>
                <a:solidFill>
                  <a:schemeClr val="tx1"/>
                </a:solidFill>
                <a:effectLst/>
                <a:latin typeface="Roboto Mono" panose="00000009000000000000" pitchFamily="49" charset="0"/>
              </a:rPr>
              <a:t> </a:t>
            </a: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400" b="0" i="1" u="none" strike="noStrike" cap="none" normalizeH="0" baseline="0" dirty="0">
                <a:ln>
                  <a:noFill/>
                </a:ln>
                <a:solidFill>
                  <a:schemeClr val="tx1"/>
                </a:solidFill>
                <a:effectLst/>
                <a:latin typeface="Roboto Mono" panose="00000009000000000000" pitchFamily="49" charset="0"/>
              </a:rPr>
              <a:t># For example, running this (by clicking run or pressing </a:t>
            </a:r>
            <a:r>
              <a:rPr kumimoji="0" lang="en-US" altLang="en-US" sz="1400" b="0" i="1" u="none" strike="noStrike" cap="none" normalizeH="0" baseline="0" dirty="0" err="1">
                <a:ln>
                  <a:noFill/>
                </a:ln>
                <a:solidFill>
                  <a:schemeClr val="tx1"/>
                </a:solidFill>
                <a:effectLst/>
                <a:latin typeface="Roboto Mono" panose="00000009000000000000" pitchFamily="49" charset="0"/>
              </a:rPr>
              <a:t>Shift+Enter</a:t>
            </a:r>
            <a:r>
              <a:rPr kumimoji="0" lang="en-US" altLang="en-US" sz="1400" b="0" i="1" u="none" strike="noStrike" cap="none" normalizeH="0" baseline="0" dirty="0">
                <a:ln>
                  <a:noFill/>
                </a:ln>
                <a:solidFill>
                  <a:schemeClr val="tx1"/>
                </a:solidFill>
                <a:effectLst/>
                <a:latin typeface="Roboto Mono" panose="00000009000000000000" pitchFamily="49" charset="0"/>
              </a:rPr>
              <a:t>) will list all files under the input directory</a:t>
            </a:r>
            <a:r>
              <a:rPr kumimoji="0" lang="en-US" altLang="en-US" sz="1400" b="0" i="0" u="none" strike="noStrike" cap="none" normalizeH="0" baseline="0" dirty="0">
                <a:ln>
                  <a:noFill/>
                </a:ln>
                <a:solidFill>
                  <a:schemeClr val="tx1"/>
                </a:solidFill>
                <a:effectLst/>
                <a:latin typeface="Roboto Mono" panose="00000009000000000000" pitchFamily="49" charset="0"/>
              </a:rPr>
              <a:t> </a:t>
            </a:r>
            <a:endParaRPr lang="en-US" altLang="en-US" sz="1400" dirty="0">
              <a:latin typeface="Roboto Mono" panose="00000009000000000000" pitchFamily="49" charset="0"/>
            </a:endParaRP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400" b="0" i="0" u="none" strike="noStrike" cap="none" normalizeH="0" baseline="0" dirty="0">
                <a:ln>
                  <a:noFill/>
                </a:ln>
                <a:solidFill>
                  <a:srgbClr val="007B00"/>
                </a:solidFill>
                <a:effectLst/>
                <a:latin typeface="Roboto Mono" panose="00000009000000000000" pitchFamily="49" charset="0"/>
              </a:rPr>
              <a:t>import</a:t>
            </a:r>
            <a:r>
              <a:rPr kumimoji="0" lang="en-US" altLang="en-US" sz="1400" b="0" i="0" u="none" strike="noStrike" cap="none" normalizeH="0" baseline="0" dirty="0">
                <a:ln>
                  <a:noFill/>
                </a:ln>
                <a:solidFill>
                  <a:schemeClr val="tx1"/>
                </a:solidFill>
                <a:effectLst/>
                <a:latin typeface="Roboto Mono" panose="00000009000000000000" pitchFamily="49" charset="0"/>
              </a:rPr>
              <a:t> </a:t>
            </a:r>
            <a:r>
              <a:rPr kumimoji="0" lang="en-US" altLang="en-US" sz="1400" b="0" i="0" u="none" strike="noStrike" cap="none" normalizeH="0" baseline="0" dirty="0" err="1">
                <a:ln>
                  <a:noFill/>
                </a:ln>
                <a:solidFill>
                  <a:schemeClr val="tx1"/>
                </a:solidFill>
                <a:effectLst/>
                <a:latin typeface="Roboto Mono" panose="00000009000000000000" pitchFamily="49" charset="0"/>
              </a:rPr>
              <a:t>os</a:t>
            </a:r>
            <a:r>
              <a:rPr kumimoji="0" lang="en-US" altLang="en-US" sz="1400" b="0" i="0" u="none" strike="noStrike" cap="none" normalizeH="0" baseline="0" dirty="0">
                <a:ln>
                  <a:noFill/>
                </a:ln>
                <a:solidFill>
                  <a:schemeClr val="tx1"/>
                </a:solidFill>
                <a:effectLst/>
                <a:latin typeface="Roboto Mono" panose="00000009000000000000" pitchFamily="49" charset="0"/>
              </a:rPr>
              <a:t> </a:t>
            </a:r>
            <a:r>
              <a:rPr kumimoji="0" lang="en-US" altLang="en-US" sz="1400" b="0" i="0" u="none" strike="noStrike" cap="none" normalizeH="0" baseline="0" dirty="0">
                <a:ln>
                  <a:noFill/>
                </a:ln>
                <a:solidFill>
                  <a:srgbClr val="007B00"/>
                </a:solidFill>
                <a:effectLst/>
                <a:latin typeface="Roboto Mono" panose="00000009000000000000" pitchFamily="49" charset="0"/>
              </a:rPr>
              <a:t>for</a:t>
            </a:r>
            <a:r>
              <a:rPr kumimoji="0" lang="en-US" altLang="en-US" sz="1400" b="0" i="0" u="none" strike="noStrike" cap="none" normalizeH="0" baseline="0" dirty="0">
                <a:ln>
                  <a:noFill/>
                </a:ln>
                <a:solidFill>
                  <a:schemeClr val="tx1"/>
                </a:solidFill>
                <a:effectLst/>
                <a:latin typeface="Roboto Mono" panose="00000009000000000000" pitchFamily="49" charset="0"/>
              </a:rPr>
              <a:t> </a:t>
            </a:r>
            <a:r>
              <a:rPr kumimoji="0" lang="en-US" altLang="en-US" sz="1400" b="0" i="0" u="none" strike="noStrike" cap="none" normalizeH="0" baseline="0" dirty="0" err="1">
                <a:ln>
                  <a:noFill/>
                </a:ln>
                <a:solidFill>
                  <a:schemeClr val="tx1"/>
                </a:solidFill>
                <a:effectLst/>
                <a:latin typeface="Arial" panose="020B0604020202020204" pitchFamily="34" charset="0"/>
              </a:rPr>
              <a:t>dirname</a:t>
            </a:r>
            <a:r>
              <a:rPr kumimoji="0" lang="en-US" altLang="en-US" sz="1400" b="0" i="0" u="none" strike="noStrike" cap="none" normalizeH="0" baseline="0" dirty="0">
                <a:ln>
                  <a:noFill/>
                </a:ln>
                <a:solidFill>
                  <a:schemeClr val="tx1"/>
                </a:solidFill>
                <a:effectLst/>
                <a:latin typeface="Roboto Mono" panose="00000009000000000000" pitchFamily="49" charset="0"/>
              </a:rPr>
              <a:t>, </a:t>
            </a:r>
            <a:r>
              <a:rPr kumimoji="0" lang="en-US" altLang="en-US" sz="1400" b="0" i="0" u="none" strike="noStrike" cap="none" normalizeH="0" baseline="0" dirty="0">
                <a:ln>
                  <a:noFill/>
                </a:ln>
                <a:solidFill>
                  <a:schemeClr val="tx1"/>
                </a:solidFill>
                <a:effectLst/>
                <a:latin typeface="Arial" panose="020B0604020202020204" pitchFamily="34" charset="0"/>
              </a:rPr>
              <a:t>_</a:t>
            </a:r>
            <a:r>
              <a:rPr kumimoji="0" lang="en-US" altLang="en-US" sz="1400" b="0" i="0" u="none" strike="noStrike" cap="none" normalizeH="0" baseline="0" dirty="0">
                <a:ln>
                  <a:noFill/>
                </a:ln>
                <a:solidFill>
                  <a:schemeClr val="tx1"/>
                </a:solidFill>
                <a:effectLst/>
                <a:latin typeface="Roboto Mono" panose="00000009000000000000" pitchFamily="49" charset="0"/>
              </a:rPr>
              <a:t>, </a:t>
            </a:r>
            <a:r>
              <a:rPr kumimoji="0" lang="en-US" altLang="en-US" sz="1400" b="0" i="0" u="none" strike="noStrike" cap="none" normalizeH="0" baseline="0" dirty="0">
                <a:ln>
                  <a:noFill/>
                </a:ln>
                <a:solidFill>
                  <a:schemeClr val="tx1"/>
                </a:solidFill>
                <a:effectLst/>
                <a:latin typeface="Arial" panose="020B0604020202020204" pitchFamily="34" charset="0"/>
              </a:rPr>
              <a:t>filenames</a:t>
            </a:r>
            <a:r>
              <a:rPr kumimoji="0" lang="en-US" altLang="en-US" sz="1400" b="0" i="0" u="none" strike="noStrike" cap="none" normalizeH="0" baseline="0" dirty="0">
                <a:ln>
                  <a:noFill/>
                </a:ln>
                <a:solidFill>
                  <a:schemeClr val="tx1"/>
                </a:solidFill>
                <a:effectLst/>
                <a:latin typeface="Roboto Mono" panose="00000009000000000000" pitchFamily="49" charset="0"/>
              </a:rPr>
              <a:t> </a:t>
            </a:r>
            <a:r>
              <a:rPr kumimoji="0" lang="en-US" altLang="en-US" sz="1400" b="1" i="0" u="none" strike="noStrike" cap="none" normalizeH="0" baseline="0" dirty="0">
                <a:ln>
                  <a:noFill/>
                </a:ln>
                <a:solidFill>
                  <a:srgbClr val="AA22FF"/>
                </a:solidFill>
                <a:effectLst/>
                <a:latin typeface="Roboto Mono" panose="00000009000000000000" pitchFamily="49" charset="0"/>
              </a:rPr>
              <a:t>in</a:t>
            </a:r>
            <a:r>
              <a:rPr kumimoji="0" lang="en-US" altLang="en-US" sz="1400" b="0" i="0" u="none" strike="noStrike" cap="none" normalizeH="0" baseline="0" dirty="0">
                <a:ln>
                  <a:noFill/>
                </a:ln>
                <a:solidFill>
                  <a:schemeClr val="tx1"/>
                </a:solidFill>
                <a:effectLst/>
                <a:latin typeface="Roboto Mono" panose="00000009000000000000" pitchFamily="49" charset="0"/>
              </a:rPr>
              <a:t> </a:t>
            </a:r>
            <a:r>
              <a:rPr kumimoji="0" lang="en-US" altLang="en-US" sz="1400" b="0" i="0" u="none" strike="noStrike" cap="none" normalizeH="0" baseline="0" dirty="0" err="1">
                <a:ln>
                  <a:noFill/>
                </a:ln>
                <a:solidFill>
                  <a:schemeClr val="tx1"/>
                </a:solidFill>
                <a:effectLst/>
                <a:latin typeface="Arial" panose="020B0604020202020204" pitchFamily="34" charset="0"/>
              </a:rPr>
              <a:t>os</a:t>
            </a:r>
            <a:r>
              <a:rPr kumimoji="0" lang="en-US" altLang="en-US" sz="1400" b="0" i="0" u="none" strike="noStrike" cap="none" normalizeH="0" baseline="0" dirty="0" err="1">
                <a:ln>
                  <a:noFill/>
                </a:ln>
                <a:solidFill>
                  <a:srgbClr val="055BE0"/>
                </a:solidFill>
                <a:effectLst/>
                <a:latin typeface="Arial" panose="020B0604020202020204" pitchFamily="34" charset="0"/>
              </a:rPr>
              <a:t>.</a:t>
            </a:r>
            <a:r>
              <a:rPr kumimoji="0" lang="en-US" altLang="en-US" sz="1400" b="0" i="0" u="none" strike="noStrike" cap="none" normalizeH="0" baseline="0" dirty="0" err="1">
                <a:ln>
                  <a:noFill/>
                </a:ln>
                <a:solidFill>
                  <a:schemeClr val="tx1"/>
                </a:solidFill>
                <a:effectLst/>
                <a:latin typeface="Arial" panose="020B0604020202020204" pitchFamily="34" charset="0"/>
              </a:rPr>
              <a:t>walk</a:t>
            </a:r>
            <a:r>
              <a:rPr kumimoji="0" lang="en-US" altLang="en-US" sz="1400" b="0" i="0" u="none" strike="noStrike" cap="none" normalizeH="0" baseline="0" dirty="0">
                <a:ln>
                  <a:noFill/>
                </a:ln>
                <a:solidFill>
                  <a:schemeClr val="tx1"/>
                </a:solidFill>
                <a:effectLst/>
                <a:latin typeface="Roboto Mono" panose="00000009000000000000" pitchFamily="49" charset="0"/>
              </a:rPr>
              <a:t>(</a:t>
            </a:r>
            <a:r>
              <a:rPr kumimoji="0" lang="en-US" altLang="en-US" sz="1400" b="0" i="0" u="none" strike="noStrike" cap="none" normalizeH="0" baseline="0" dirty="0">
                <a:ln>
                  <a:noFill/>
                </a:ln>
                <a:solidFill>
                  <a:srgbClr val="BB2323"/>
                </a:solidFill>
                <a:effectLst/>
                <a:latin typeface="Roboto Mono" panose="00000009000000000000" pitchFamily="49" charset="0"/>
              </a:rPr>
              <a:t>'/</a:t>
            </a:r>
            <a:r>
              <a:rPr kumimoji="0" lang="en-US" altLang="en-US" sz="1400" b="0" i="0" u="none" strike="noStrike" cap="none" normalizeH="0" baseline="0" dirty="0" err="1">
                <a:ln>
                  <a:noFill/>
                </a:ln>
                <a:solidFill>
                  <a:srgbClr val="BB2323"/>
                </a:solidFill>
                <a:effectLst/>
                <a:latin typeface="Roboto Mono" panose="00000009000000000000" pitchFamily="49" charset="0"/>
              </a:rPr>
              <a:t>kaggle</a:t>
            </a:r>
            <a:r>
              <a:rPr kumimoji="0" lang="en-US" altLang="en-US" sz="1400" b="0" i="0" u="none" strike="noStrike" cap="none" normalizeH="0" baseline="0" dirty="0">
                <a:ln>
                  <a:noFill/>
                </a:ln>
                <a:solidFill>
                  <a:srgbClr val="BB2323"/>
                </a:solidFill>
                <a:effectLst/>
                <a:latin typeface="Roboto Mono" panose="00000009000000000000" pitchFamily="49" charset="0"/>
              </a:rPr>
              <a:t>/input'</a:t>
            </a:r>
            <a:r>
              <a:rPr kumimoji="0" lang="en-US" altLang="en-US" sz="1400" b="0" i="0" u="none" strike="noStrike" cap="none" normalizeH="0" baseline="0" dirty="0">
                <a:ln>
                  <a:noFill/>
                </a:ln>
                <a:solidFill>
                  <a:schemeClr val="tx1"/>
                </a:solidFill>
                <a:effectLst/>
                <a:latin typeface="Roboto Mono" panose="00000009000000000000" pitchFamily="49" charset="0"/>
              </a:rPr>
              <a:t>): </a:t>
            </a:r>
            <a:r>
              <a:rPr kumimoji="0" lang="en-US" altLang="en-US" sz="1400" b="0" i="0" u="none" strike="noStrike" cap="none" normalizeH="0" baseline="0" dirty="0">
                <a:ln>
                  <a:noFill/>
                </a:ln>
                <a:solidFill>
                  <a:srgbClr val="007B00"/>
                </a:solidFill>
                <a:effectLst/>
                <a:latin typeface="Roboto Mono" panose="00000009000000000000" pitchFamily="49" charset="0"/>
              </a:rPr>
              <a:t>for</a:t>
            </a:r>
            <a:r>
              <a:rPr kumimoji="0" lang="en-US" altLang="en-US" sz="1400" b="0" i="0" u="none" strike="noStrike" cap="none" normalizeH="0" baseline="0" dirty="0">
                <a:ln>
                  <a:noFill/>
                </a:ln>
                <a:solidFill>
                  <a:schemeClr val="tx1"/>
                </a:solidFill>
                <a:effectLst/>
                <a:latin typeface="Roboto Mono" panose="00000009000000000000" pitchFamily="49" charset="0"/>
              </a:rPr>
              <a:t> </a:t>
            </a:r>
            <a:r>
              <a:rPr kumimoji="0" lang="en-US" altLang="en-US" sz="1400" b="0" i="0" u="none" strike="noStrike" cap="none" normalizeH="0" baseline="0" dirty="0">
                <a:ln>
                  <a:noFill/>
                </a:ln>
                <a:solidFill>
                  <a:schemeClr val="tx1"/>
                </a:solidFill>
                <a:effectLst/>
                <a:latin typeface="Arial" panose="020B0604020202020204" pitchFamily="34" charset="0"/>
              </a:rPr>
              <a:t>filename</a:t>
            </a:r>
            <a:r>
              <a:rPr kumimoji="0" lang="en-US" altLang="en-US" sz="1400" b="0" i="0" u="none" strike="noStrike" cap="none" normalizeH="0" baseline="0" dirty="0">
                <a:ln>
                  <a:noFill/>
                </a:ln>
                <a:solidFill>
                  <a:schemeClr val="tx1"/>
                </a:solidFill>
                <a:effectLst/>
                <a:latin typeface="Roboto Mono" panose="00000009000000000000" pitchFamily="49" charset="0"/>
              </a:rPr>
              <a:t> </a:t>
            </a:r>
            <a:r>
              <a:rPr kumimoji="0" lang="en-US" altLang="en-US" sz="1400" b="1" i="0" u="none" strike="noStrike" cap="none" normalizeH="0" baseline="0" dirty="0">
                <a:ln>
                  <a:noFill/>
                </a:ln>
                <a:solidFill>
                  <a:srgbClr val="AA22FF"/>
                </a:solidFill>
                <a:effectLst/>
                <a:latin typeface="Roboto Mono" panose="00000009000000000000" pitchFamily="49" charset="0"/>
              </a:rPr>
              <a:t>in</a:t>
            </a:r>
            <a:r>
              <a:rPr kumimoji="0" lang="en-US" altLang="en-US" sz="1400" b="0" i="0" u="none" strike="noStrike" cap="none" normalizeH="0" baseline="0" dirty="0">
                <a:ln>
                  <a:noFill/>
                </a:ln>
                <a:solidFill>
                  <a:schemeClr val="tx1"/>
                </a:solidFill>
                <a:effectLst/>
                <a:latin typeface="Roboto Mono" panose="00000009000000000000" pitchFamily="49" charset="0"/>
              </a:rPr>
              <a:t> </a:t>
            </a:r>
            <a:r>
              <a:rPr kumimoji="0" lang="en-US" altLang="en-US" sz="1400" b="0" i="0" u="none" strike="noStrike" cap="none" normalizeH="0" baseline="0" dirty="0">
                <a:ln>
                  <a:noFill/>
                </a:ln>
                <a:solidFill>
                  <a:schemeClr val="tx1"/>
                </a:solidFill>
                <a:effectLst/>
                <a:latin typeface="Arial" panose="020B0604020202020204" pitchFamily="34" charset="0"/>
              </a:rPr>
              <a:t>filenames</a:t>
            </a:r>
            <a:r>
              <a:rPr kumimoji="0" lang="en-US" altLang="en-US" sz="1400" b="0" i="0" u="none" strike="noStrike" cap="none" normalizeH="0" baseline="0" dirty="0">
                <a:ln>
                  <a:noFill/>
                </a:ln>
                <a:solidFill>
                  <a:schemeClr val="tx1"/>
                </a:solidFill>
                <a:effectLst/>
                <a:latin typeface="Roboto Mono" panose="00000009000000000000" pitchFamily="49" charset="0"/>
              </a:rPr>
              <a:t>: </a:t>
            </a:r>
            <a:endParaRPr kumimoji="0" lang="en-US" altLang="en-US" sz="1400" b="0" i="0" u="none" strike="noStrike" cap="none" normalizeH="0" baseline="0" dirty="0">
              <a:ln>
                <a:noFill/>
              </a:ln>
              <a:solidFill>
                <a:srgbClr val="008000"/>
              </a:solidFill>
              <a:effectLst/>
              <a:latin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400" b="0" i="0" u="none" strike="noStrike" cap="none" normalizeH="0" baseline="0" dirty="0">
                <a:ln>
                  <a:noFill/>
                </a:ln>
                <a:solidFill>
                  <a:schemeClr val="tx1"/>
                </a:solidFill>
                <a:effectLst/>
                <a:latin typeface="Roboto Mono" panose="00000009000000000000" pitchFamily="49" charset="0"/>
              </a:rPr>
              <a:t>(</a:t>
            </a:r>
            <a:r>
              <a:rPr kumimoji="0" lang="en-US" altLang="en-US" sz="1400" b="0" i="0" u="none" strike="noStrike" cap="none" normalizeH="0" baseline="0" dirty="0" err="1">
                <a:ln>
                  <a:noFill/>
                </a:ln>
                <a:solidFill>
                  <a:schemeClr val="tx1"/>
                </a:solidFill>
                <a:effectLst/>
                <a:latin typeface="Arial" panose="020B0604020202020204" pitchFamily="34" charset="0"/>
              </a:rPr>
              <a:t>os</a:t>
            </a:r>
            <a:r>
              <a:rPr kumimoji="0" lang="en-US" altLang="en-US" sz="1400" b="0" i="0" u="none" strike="noStrike" cap="none" normalizeH="0" baseline="0" dirty="0" err="1">
                <a:ln>
                  <a:noFill/>
                </a:ln>
                <a:solidFill>
                  <a:srgbClr val="055BE0"/>
                </a:solidFill>
                <a:effectLst/>
                <a:latin typeface="Arial" panose="020B0604020202020204" pitchFamily="34" charset="0"/>
              </a:rPr>
              <a:t>.</a:t>
            </a:r>
            <a:r>
              <a:rPr kumimoji="0" lang="en-US" altLang="en-US" sz="1400" b="0" i="0" u="none" strike="noStrike" cap="none" normalizeH="0" baseline="0" dirty="0" err="1">
                <a:ln>
                  <a:noFill/>
                </a:ln>
                <a:solidFill>
                  <a:schemeClr val="tx1"/>
                </a:solidFill>
                <a:effectLst/>
                <a:latin typeface="Arial" panose="020B0604020202020204" pitchFamily="34" charset="0"/>
              </a:rPr>
              <a:t>path</a:t>
            </a:r>
            <a:r>
              <a:rPr kumimoji="0" lang="en-US" altLang="en-US" sz="1400" b="0" i="0" u="none" strike="noStrike" cap="none" normalizeH="0" baseline="0" dirty="0" err="1">
                <a:ln>
                  <a:noFill/>
                </a:ln>
                <a:solidFill>
                  <a:srgbClr val="055BE0"/>
                </a:solidFill>
                <a:effectLst/>
                <a:latin typeface="Arial" panose="020B0604020202020204" pitchFamily="34" charset="0"/>
              </a:rPr>
              <a:t>.</a:t>
            </a:r>
            <a:r>
              <a:rPr kumimoji="0" lang="en-US" altLang="en-US" sz="1400" b="0" i="0" u="none" strike="noStrike" cap="none" normalizeH="0" baseline="0" dirty="0" err="1">
                <a:ln>
                  <a:noFill/>
                </a:ln>
                <a:solidFill>
                  <a:schemeClr val="tx1"/>
                </a:solidFill>
                <a:effectLst/>
                <a:latin typeface="Arial" panose="020B0604020202020204" pitchFamily="34" charset="0"/>
              </a:rPr>
              <a:t>join</a:t>
            </a:r>
            <a:r>
              <a:rPr kumimoji="0" lang="en-US" altLang="en-US" sz="1400" b="0" i="0" u="none" strike="noStrike" cap="none" normalizeH="0" baseline="0" dirty="0">
                <a:ln>
                  <a:noFill/>
                </a:ln>
                <a:solidFill>
                  <a:schemeClr val="tx1"/>
                </a:solidFill>
                <a:effectLst/>
                <a:latin typeface="Roboto Mono" panose="00000009000000000000" pitchFamily="49" charset="0"/>
              </a:rPr>
              <a:t>(</a:t>
            </a:r>
            <a:r>
              <a:rPr kumimoji="0" lang="en-US" altLang="en-US" sz="1400" b="0" i="0" u="none" strike="noStrike" cap="none" normalizeH="0" baseline="0" dirty="0" err="1">
                <a:ln>
                  <a:noFill/>
                </a:ln>
                <a:solidFill>
                  <a:schemeClr val="tx1"/>
                </a:solidFill>
                <a:effectLst/>
                <a:latin typeface="Arial" panose="020B0604020202020204" pitchFamily="34" charset="0"/>
              </a:rPr>
              <a:t>dirname</a:t>
            </a:r>
            <a:r>
              <a:rPr kumimoji="0" lang="en-US" altLang="en-US" sz="1400" b="0" i="0" u="none" strike="noStrike" cap="none" normalizeH="0" baseline="0" dirty="0">
                <a:ln>
                  <a:noFill/>
                </a:ln>
                <a:solidFill>
                  <a:schemeClr val="tx1"/>
                </a:solidFill>
                <a:effectLst/>
                <a:latin typeface="Roboto Mono" panose="00000009000000000000" pitchFamily="49" charset="0"/>
              </a:rPr>
              <a:t>, </a:t>
            </a:r>
            <a:r>
              <a:rPr kumimoji="0" lang="en-US" altLang="en-US" sz="1400" b="0" i="0" u="none" strike="noStrike" cap="none" normalizeH="0" baseline="0" dirty="0">
                <a:ln>
                  <a:noFill/>
                </a:ln>
                <a:solidFill>
                  <a:schemeClr val="tx1"/>
                </a:solidFill>
                <a:effectLst/>
                <a:latin typeface="Arial" panose="020B0604020202020204" pitchFamily="34" charset="0"/>
              </a:rPr>
              <a:t>filename</a:t>
            </a:r>
            <a:r>
              <a:rPr kumimoji="0" lang="en-US" altLang="en-US" sz="1400" b="0" i="0" u="none" strike="noStrike" cap="none" normalizeH="0" baseline="0" dirty="0">
                <a:ln>
                  <a:noFill/>
                </a:ln>
                <a:solidFill>
                  <a:schemeClr val="tx1"/>
                </a:solidFill>
                <a:effectLst/>
                <a:latin typeface="Roboto Mono" panose="00000009000000000000" pitchFamily="49" charset="0"/>
              </a:rPr>
              <a:t>))</a:t>
            </a:r>
            <a:r>
              <a:rPr kumimoji="0" lang="en-US" altLang="en-US" sz="1400" b="0" i="0" u="none" strike="noStrike" cap="none" normalizeH="0" baseline="0" dirty="0">
                <a:ln>
                  <a:noFill/>
                </a:ln>
                <a:solidFill>
                  <a:schemeClr val="tx1"/>
                </a:solidFill>
                <a:effectLst/>
              </a:rPr>
              <a:t> </a:t>
            </a: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795068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A92A538-70E9-5FF3-F4E7-9E3D3905A4BA}"/>
              </a:ext>
            </a:extLst>
          </p:cNvPr>
          <p:cNvSpPr>
            <a:spLocks noChangeArrowheads="1"/>
          </p:cNvSpPr>
          <p:nvPr/>
        </p:nvSpPr>
        <p:spPr bwMode="auto">
          <a:xfrm>
            <a:off x="844952" y="740314"/>
            <a:ext cx="7141580" cy="886397"/>
          </a:xfrm>
          <a:prstGeom prst="rect">
            <a:avLst/>
          </a:prstGeom>
          <a:solidFill>
            <a:srgbClr val="F7F7F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30000"/>
              </a:spcBef>
              <a:spcAft>
                <a:spcPct val="0"/>
              </a:spcAft>
              <a:defRPr sz="1200">
                <a:solidFill>
                  <a:schemeClr val="tx1"/>
                </a:solidFill>
                <a:latin typeface="Arial" panose="020B0604020202020204" pitchFamily="34" charset="0"/>
              </a:defRPr>
            </a:lvl1pPr>
            <a:lvl2pPr eaLnBrk="0" fontAlgn="base" hangingPunct="0">
              <a:spcBef>
                <a:spcPct val="30000"/>
              </a:spcBef>
              <a:spcAft>
                <a:spcPct val="0"/>
              </a:spcAft>
              <a:defRPr sz="1200">
                <a:solidFill>
                  <a:schemeClr val="tx1"/>
                </a:solidFill>
                <a:latin typeface="Arial" panose="020B0604020202020204" pitchFamily="34" charset="0"/>
              </a:defRPr>
            </a:lvl2pPr>
            <a:lvl3pPr eaLnBrk="0" fontAlgn="base" hangingPunct="0">
              <a:spcBef>
                <a:spcPct val="30000"/>
              </a:spcBef>
              <a:spcAft>
                <a:spcPct val="0"/>
              </a:spcAft>
              <a:defRPr sz="1200">
                <a:solidFill>
                  <a:schemeClr val="tx1"/>
                </a:solidFill>
                <a:latin typeface="Arial" panose="020B0604020202020204" pitchFamily="34" charset="0"/>
              </a:defRPr>
            </a:lvl3pPr>
            <a:lvl4pPr eaLnBrk="0" fontAlgn="base" hangingPunct="0">
              <a:spcBef>
                <a:spcPct val="30000"/>
              </a:spcBef>
              <a:spcAft>
                <a:spcPct val="0"/>
              </a:spcAft>
              <a:defRPr sz="1200">
                <a:solidFill>
                  <a:schemeClr val="tx1"/>
                </a:solidFill>
                <a:latin typeface="Arial" panose="020B0604020202020204" pitchFamily="34" charset="0"/>
              </a:defRPr>
            </a:lvl4pPr>
            <a:lvl5pPr eaLnBrk="0" fontAlgn="base" hangingPunct="0">
              <a:spcBef>
                <a:spcPct val="30000"/>
              </a:spcBef>
              <a:spcAft>
                <a:spcPct val="0"/>
              </a:spcAft>
              <a:defRPr sz="1200">
                <a:solidFill>
                  <a:schemeClr val="tx1"/>
                </a:solidFill>
                <a:latin typeface="Arial" panose="020B0604020202020204" pitchFamily="34" charset="0"/>
              </a:defRPr>
            </a:lvl5pPr>
            <a:lvl6pPr eaLnBrk="0" fontAlgn="base" hangingPunct="0">
              <a:spcBef>
                <a:spcPct val="30000"/>
              </a:spcBef>
              <a:spcAft>
                <a:spcPct val="0"/>
              </a:spcAft>
              <a:defRPr sz="1200">
                <a:solidFill>
                  <a:schemeClr val="tx1"/>
                </a:solidFill>
                <a:latin typeface="Arial" panose="020B0604020202020204" pitchFamily="34" charset="0"/>
              </a:defRPr>
            </a:lvl6pPr>
            <a:lvl7pPr eaLnBrk="0" fontAlgn="base" hangingPunct="0">
              <a:spcBef>
                <a:spcPct val="30000"/>
              </a:spcBef>
              <a:spcAft>
                <a:spcPct val="0"/>
              </a:spcAft>
              <a:defRPr sz="1200">
                <a:solidFill>
                  <a:schemeClr val="tx1"/>
                </a:solidFill>
                <a:latin typeface="Arial" panose="020B0604020202020204" pitchFamily="34" charset="0"/>
              </a:defRPr>
            </a:lvl7pPr>
            <a:lvl8pPr eaLnBrk="0" fontAlgn="base" hangingPunct="0">
              <a:spcBef>
                <a:spcPct val="30000"/>
              </a:spcBef>
              <a:spcAft>
                <a:spcPct val="0"/>
              </a:spcAft>
              <a:defRPr sz="1200">
                <a:solidFill>
                  <a:schemeClr val="tx1"/>
                </a:solidFill>
                <a:latin typeface="Arial" panose="020B0604020202020204" pitchFamily="34" charset="0"/>
              </a:defRPr>
            </a:lvl8pPr>
            <a:lvl9pPr eaLnBrk="0" fontAlgn="base" hangingPunct="0">
              <a:spcBef>
                <a:spcPct val="30000"/>
              </a:spcBef>
              <a:spcAft>
                <a:spcPct val="0"/>
              </a:spcAft>
              <a:defRPr sz="12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600" b="0" i="0" u="none" strike="noStrike" cap="none" normalizeH="0" baseline="0" dirty="0">
                <a:ln>
                  <a:noFill/>
                </a:ln>
                <a:solidFill>
                  <a:schemeClr val="tx1"/>
                </a:solidFill>
                <a:effectLst/>
                <a:latin typeface="Roboto Mono" panose="00000009000000000000" pitchFamily="49" charset="0"/>
              </a:rPr>
              <a:t>(</a:t>
            </a:r>
            <a:r>
              <a:rPr kumimoji="0" lang="en-US" altLang="en-US" sz="1600" b="0" i="0" u="none" strike="noStrike" cap="none" normalizeH="0" baseline="0" dirty="0">
                <a:ln>
                  <a:noFill/>
                </a:ln>
                <a:solidFill>
                  <a:srgbClr val="BB2323"/>
                </a:solidFill>
                <a:effectLst/>
                <a:latin typeface="Roboto Mono" panose="00000009000000000000" pitchFamily="49" charset="0"/>
              </a:rPr>
              <a:t>'Python version:'</a:t>
            </a:r>
            <a:r>
              <a:rPr kumimoji="0" lang="en-US" altLang="en-US" sz="1600" b="0" i="0" u="none" strike="noStrike" cap="none" normalizeH="0" baseline="0" dirty="0">
                <a:ln>
                  <a:noFill/>
                </a:ln>
                <a:solidFill>
                  <a:schemeClr val="tx1"/>
                </a:solidFill>
                <a:effectLst/>
                <a:latin typeface="Roboto Mono" panose="00000009000000000000" pitchFamily="49"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platform</a:t>
            </a:r>
            <a:r>
              <a:rPr kumimoji="0" lang="en-US" altLang="en-US" sz="1600" b="0" i="0" u="none" strike="noStrike" cap="none" normalizeH="0" baseline="0" dirty="0" err="1">
                <a:ln>
                  <a:noFill/>
                </a:ln>
                <a:solidFill>
                  <a:srgbClr val="055BE0"/>
                </a:solidFill>
                <a:effectLst/>
                <a:latin typeface="Arial" panose="020B0604020202020204" pitchFamily="34" charset="0"/>
              </a:rPr>
              <a:t>.</a:t>
            </a:r>
            <a:r>
              <a:rPr kumimoji="0" lang="en-US" altLang="en-US" sz="1600" b="0" i="0" u="none" strike="noStrike" cap="none" normalizeH="0" baseline="0" dirty="0" err="1">
                <a:ln>
                  <a:noFill/>
                </a:ln>
                <a:solidFill>
                  <a:schemeClr val="tx1"/>
                </a:solidFill>
                <a:effectLst/>
                <a:latin typeface="Arial" panose="020B0604020202020204" pitchFamily="34" charset="0"/>
              </a:rPr>
              <a:t>python_version</a:t>
            </a:r>
            <a:r>
              <a:rPr kumimoji="0" lang="en-US" altLang="en-US" sz="1600" b="0" i="0" u="none" strike="noStrike" cap="none" normalizeH="0" baseline="0" dirty="0">
                <a:ln>
                  <a:noFill/>
                </a:ln>
                <a:solidFill>
                  <a:schemeClr val="tx1"/>
                </a:solidFill>
                <a:effectLst/>
                <a:latin typeface="Roboto Mono" panose="00000009000000000000" pitchFamily="49" charset="0"/>
              </a:rPr>
              <a:t>()) </a:t>
            </a:r>
            <a:endParaRPr kumimoji="0" lang="en-US" altLang="en-US" sz="1600" b="0" i="0" u="none" strike="noStrike" cap="none" normalizeH="0" baseline="0" dirty="0">
              <a:ln>
                <a:noFill/>
              </a:ln>
              <a:solidFill>
                <a:srgbClr val="008000"/>
              </a:solidFill>
              <a:effectLst/>
              <a:latin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600" b="0" i="0" u="none" strike="noStrike" cap="none" normalizeH="0" baseline="0" dirty="0">
                <a:ln>
                  <a:noFill/>
                </a:ln>
                <a:solidFill>
                  <a:schemeClr val="tx1"/>
                </a:solidFill>
                <a:effectLst/>
                <a:latin typeface="Roboto Mono" panose="00000009000000000000" pitchFamily="49" charset="0"/>
              </a:rPr>
              <a:t>(</a:t>
            </a:r>
            <a:r>
              <a:rPr kumimoji="0" lang="en-US" altLang="en-US" sz="1600" b="0" i="0" u="none" strike="noStrike" cap="none" normalizeH="0" baseline="0" dirty="0">
                <a:ln>
                  <a:noFill/>
                </a:ln>
                <a:solidFill>
                  <a:srgbClr val="BB2323"/>
                </a:solidFill>
                <a:effectLst/>
                <a:latin typeface="Roboto Mono" panose="00000009000000000000" pitchFamily="49" charset="0"/>
              </a:rPr>
              <a:t>'</a:t>
            </a:r>
            <a:r>
              <a:rPr kumimoji="0" lang="en-US" altLang="en-US" sz="1600" b="0" i="0" u="none" strike="noStrike" cap="none" normalizeH="0" baseline="0" dirty="0" err="1">
                <a:ln>
                  <a:noFill/>
                </a:ln>
                <a:solidFill>
                  <a:srgbClr val="BB2323"/>
                </a:solidFill>
                <a:effectLst/>
                <a:latin typeface="Roboto Mono" panose="00000009000000000000" pitchFamily="49" charset="0"/>
              </a:rPr>
              <a:t>Tensorflow</a:t>
            </a:r>
            <a:r>
              <a:rPr kumimoji="0" lang="en-US" altLang="en-US" sz="1600" b="0" i="0" u="none" strike="noStrike" cap="none" normalizeH="0" baseline="0" dirty="0">
                <a:ln>
                  <a:noFill/>
                </a:ln>
                <a:solidFill>
                  <a:srgbClr val="BB2323"/>
                </a:solidFill>
                <a:effectLst/>
                <a:latin typeface="Roboto Mono" panose="00000009000000000000" pitchFamily="49" charset="0"/>
              </a:rPr>
              <a:t> version:'</a:t>
            </a:r>
            <a:r>
              <a:rPr kumimoji="0" lang="en-US" altLang="en-US" sz="1600" b="0" i="0" u="none" strike="noStrike" cap="none" normalizeH="0" baseline="0" dirty="0">
                <a:ln>
                  <a:noFill/>
                </a:ln>
                <a:solidFill>
                  <a:schemeClr val="tx1"/>
                </a:solidFill>
                <a:effectLst/>
                <a:latin typeface="Roboto Mono" panose="00000009000000000000" pitchFamily="49"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tf</a:t>
            </a:r>
            <a:r>
              <a:rPr kumimoji="0" lang="en-US" altLang="en-US" sz="1600" b="0" i="0" u="none" strike="noStrike" cap="none" normalizeH="0" baseline="0" dirty="0">
                <a:ln>
                  <a:noFill/>
                </a:ln>
                <a:solidFill>
                  <a:srgbClr val="055BE0"/>
                </a:solidFill>
                <a:effectLst/>
                <a:latin typeface="Arial" panose="020B0604020202020204" pitchFamily="34" charset="0"/>
              </a:rPr>
              <a:t>.</a:t>
            </a:r>
            <a:r>
              <a:rPr kumimoji="0" lang="en-US" altLang="en-US" sz="1600" b="0" i="0" u="none" strike="noStrike" cap="none" normalizeH="0" baseline="0" dirty="0">
                <a:ln>
                  <a:noFill/>
                </a:ln>
                <a:solidFill>
                  <a:schemeClr val="tx1"/>
                </a:solidFill>
                <a:effectLst/>
                <a:latin typeface="Arial" panose="020B0604020202020204" pitchFamily="34" charset="0"/>
              </a:rPr>
              <a:t>__version__</a:t>
            </a:r>
            <a:r>
              <a:rPr kumimoji="0" lang="en-US" altLang="en-US" sz="1600" b="0" i="0" u="none" strike="noStrike" cap="none" normalizeH="0" baseline="0" dirty="0">
                <a:ln>
                  <a:noFill/>
                </a:ln>
                <a:solidFill>
                  <a:schemeClr val="tx1"/>
                </a:solidFill>
                <a:effectLst/>
                <a:latin typeface="Roboto Mono" panose="00000009000000000000" pitchFamily="49" charset="0"/>
              </a:rPr>
              <a:t>) </a:t>
            </a:r>
            <a:endParaRPr kumimoji="0" lang="en-US" altLang="en-US" sz="1600" b="0" i="0" u="none" strike="noStrike" cap="none" normalizeH="0" baseline="0" dirty="0">
              <a:ln>
                <a:noFill/>
              </a:ln>
              <a:solidFill>
                <a:srgbClr val="008000"/>
              </a:solidFill>
              <a:effectLst/>
              <a:latin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600" b="0" i="0" u="none" strike="noStrike" cap="none" normalizeH="0" baseline="0" dirty="0">
                <a:ln>
                  <a:noFill/>
                </a:ln>
                <a:solidFill>
                  <a:schemeClr val="tx1"/>
                </a:solidFill>
                <a:effectLst/>
                <a:latin typeface="Roboto Mono" panose="00000009000000000000" pitchFamily="49" charset="0"/>
              </a:rPr>
              <a:t>(</a:t>
            </a:r>
            <a:r>
              <a:rPr kumimoji="0" lang="en-US" altLang="en-US" sz="1600" b="0" i="0" u="none" strike="noStrike" cap="none" normalizeH="0" baseline="0" dirty="0">
                <a:ln>
                  <a:noFill/>
                </a:ln>
                <a:solidFill>
                  <a:srgbClr val="BB2323"/>
                </a:solidFill>
                <a:effectLst/>
                <a:latin typeface="Roboto Mono" panose="00000009000000000000" pitchFamily="49" charset="0"/>
              </a:rPr>
              <a:t>'</a:t>
            </a:r>
            <a:r>
              <a:rPr kumimoji="0" lang="en-US" altLang="en-US" sz="1600" b="0" i="0" u="none" strike="noStrike" cap="none" normalizeH="0" baseline="0" dirty="0" err="1">
                <a:ln>
                  <a:noFill/>
                </a:ln>
                <a:solidFill>
                  <a:srgbClr val="BB2323"/>
                </a:solidFill>
                <a:effectLst/>
                <a:latin typeface="Roboto Mono" panose="00000009000000000000" pitchFamily="49" charset="0"/>
              </a:rPr>
              <a:t>Keras</a:t>
            </a:r>
            <a:r>
              <a:rPr kumimoji="0" lang="en-US" altLang="en-US" sz="1600" b="0" i="0" u="none" strike="noStrike" cap="none" normalizeH="0" baseline="0" dirty="0">
                <a:ln>
                  <a:noFill/>
                </a:ln>
                <a:solidFill>
                  <a:srgbClr val="BB2323"/>
                </a:solidFill>
                <a:effectLst/>
                <a:latin typeface="Roboto Mono" panose="00000009000000000000" pitchFamily="49" charset="0"/>
              </a:rPr>
              <a:t> version:'</a:t>
            </a:r>
            <a:r>
              <a:rPr kumimoji="0" lang="en-US" altLang="en-US" sz="1600" b="0" i="0" u="none" strike="noStrike" cap="none" normalizeH="0" baseline="0" dirty="0">
                <a:ln>
                  <a:noFill/>
                </a:ln>
                <a:solidFill>
                  <a:schemeClr val="tx1"/>
                </a:solidFill>
                <a:effectLst/>
                <a:latin typeface="Roboto Mono" panose="00000009000000000000" pitchFamily="49" charset="0"/>
              </a:rPr>
              <a:t>, </a:t>
            </a:r>
            <a:r>
              <a:rPr kumimoji="0" lang="en-US" altLang="en-US" sz="1600" b="0" i="0" u="none" strike="noStrike" cap="none" normalizeH="0" baseline="0" dirty="0">
                <a:ln>
                  <a:noFill/>
                </a:ln>
                <a:solidFill>
                  <a:schemeClr val="tx1"/>
                </a:solidFill>
                <a:effectLst/>
                <a:latin typeface="Arial" panose="020B0604020202020204" pitchFamily="34" charset="0"/>
              </a:rPr>
              <a:t>tf</a:t>
            </a:r>
            <a:r>
              <a:rPr kumimoji="0" lang="en-US" altLang="en-US" sz="1600" b="0" i="0" u="none" strike="noStrike" cap="none" normalizeH="0" baseline="0" dirty="0">
                <a:ln>
                  <a:noFill/>
                </a:ln>
                <a:solidFill>
                  <a:srgbClr val="055BE0"/>
                </a:solidFill>
                <a:effectLst/>
                <a:latin typeface="Arial" panose="020B0604020202020204" pitchFamily="34" charset="0"/>
              </a:rPr>
              <a:t>.</a:t>
            </a:r>
            <a:r>
              <a:rPr kumimoji="0" lang="en-US" altLang="en-US" sz="1600" b="0" i="0" u="none" strike="noStrike" cap="none" normalizeH="0" baseline="0" dirty="0" err="1">
                <a:ln>
                  <a:noFill/>
                </a:ln>
                <a:solidFill>
                  <a:schemeClr val="tx1"/>
                </a:solidFill>
                <a:effectLst/>
                <a:latin typeface="Arial" panose="020B0604020202020204" pitchFamily="34" charset="0"/>
              </a:rPr>
              <a:t>keras</a:t>
            </a:r>
            <a:r>
              <a:rPr kumimoji="0" lang="en-US" altLang="en-US" sz="1600" b="0" i="0" u="none" strike="noStrike" cap="none" normalizeH="0" baseline="0" dirty="0">
                <a:ln>
                  <a:noFill/>
                </a:ln>
                <a:solidFill>
                  <a:srgbClr val="055BE0"/>
                </a:solidFill>
                <a:effectLst/>
                <a:latin typeface="Arial" panose="020B0604020202020204" pitchFamily="34" charset="0"/>
              </a:rPr>
              <a:t>.</a:t>
            </a:r>
            <a:r>
              <a:rPr kumimoji="0" lang="en-US" altLang="en-US" sz="1600" b="0" i="0" u="none" strike="noStrike" cap="none" normalizeH="0" baseline="0" dirty="0">
                <a:ln>
                  <a:noFill/>
                </a:ln>
                <a:solidFill>
                  <a:schemeClr val="tx1"/>
                </a:solidFill>
                <a:effectLst/>
                <a:latin typeface="Arial" panose="020B0604020202020204" pitchFamily="34" charset="0"/>
              </a:rPr>
              <a:t>__version__</a:t>
            </a:r>
            <a:r>
              <a:rPr kumimoji="0" lang="en-US" altLang="en-US" sz="1600" b="0" i="0" u="none" strike="noStrike" cap="none" normalizeH="0" baseline="0" dirty="0">
                <a:ln>
                  <a:noFill/>
                </a:ln>
                <a:solidFill>
                  <a:schemeClr val="tx1"/>
                </a:solidFill>
                <a:effectLst/>
                <a:latin typeface="Roboto Mono" panose="00000009000000000000" pitchFamily="49" charset="0"/>
              </a:rPr>
              <a:t>)</a:t>
            </a:r>
            <a:r>
              <a:rPr kumimoji="0" lang="en-US" altLang="en-US" sz="1600" b="0" i="0" u="none" strike="noStrike" cap="none" normalizeH="0" baseline="0" dirty="0">
                <a:ln>
                  <a:noFill/>
                </a:ln>
                <a:solidFill>
                  <a:schemeClr val="tx1"/>
                </a:solidFill>
                <a:effectLst/>
              </a:rPr>
              <a:t> </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4" name="Rectangle 2">
            <a:extLst>
              <a:ext uri="{FF2B5EF4-FFF2-40B4-BE49-F238E27FC236}">
                <a16:creationId xmlns:a16="http://schemas.microsoft.com/office/drawing/2014/main" id="{22DB9FB1-CE83-EED0-A3E9-AC1FBB1CFC7C}"/>
              </a:ext>
            </a:extLst>
          </p:cNvPr>
          <p:cNvSpPr>
            <a:spLocks noChangeArrowheads="1"/>
          </p:cNvSpPr>
          <p:nvPr/>
        </p:nvSpPr>
        <p:spPr bwMode="auto">
          <a:xfrm>
            <a:off x="844952" y="2030113"/>
            <a:ext cx="7141579"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3C4043"/>
                </a:solidFill>
                <a:effectLst/>
                <a:latin typeface="Roboto Mono" panose="00000009000000000000" pitchFamily="49" charset="0"/>
              </a:rPr>
              <a:t>Python version: 3.7.12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err="1">
                <a:ln>
                  <a:noFill/>
                </a:ln>
                <a:solidFill>
                  <a:srgbClr val="3C4043"/>
                </a:solidFill>
                <a:effectLst/>
                <a:latin typeface="Roboto Mono" panose="00000009000000000000" pitchFamily="49" charset="0"/>
              </a:rPr>
              <a:t>Tensorflow</a:t>
            </a:r>
            <a:r>
              <a:rPr kumimoji="0" lang="en-US" altLang="en-US" sz="1600" b="0" i="0" u="none" strike="noStrike" cap="none" normalizeH="0" baseline="0" dirty="0">
                <a:ln>
                  <a:noFill/>
                </a:ln>
                <a:solidFill>
                  <a:srgbClr val="3C4043"/>
                </a:solidFill>
                <a:effectLst/>
                <a:latin typeface="Roboto Mono" panose="00000009000000000000" pitchFamily="49" charset="0"/>
              </a:rPr>
              <a:t> version: 2.6.4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err="1">
                <a:ln>
                  <a:noFill/>
                </a:ln>
                <a:solidFill>
                  <a:srgbClr val="3C4043"/>
                </a:solidFill>
                <a:effectLst/>
                <a:latin typeface="Roboto Mono" panose="00000009000000000000" pitchFamily="49" charset="0"/>
              </a:rPr>
              <a:t>Keras</a:t>
            </a:r>
            <a:r>
              <a:rPr kumimoji="0" lang="en-US" altLang="en-US" sz="1600" b="0" i="0" u="none" strike="noStrike" cap="none" normalizeH="0" baseline="0" dirty="0">
                <a:ln>
                  <a:noFill/>
                </a:ln>
                <a:solidFill>
                  <a:srgbClr val="3C4043"/>
                </a:solidFill>
                <a:effectLst/>
                <a:latin typeface="Roboto Mono" panose="00000009000000000000" pitchFamily="49" charset="0"/>
              </a:rPr>
              <a:t> version: 2.6.0</a:t>
            </a:r>
            <a:r>
              <a:rPr kumimoji="0" lang="en-US" altLang="en-US" sz="1600" b="0" i="0" u="none" strike="noStrike" cap="none" normalizeH="0" baseline="0" dirty="0">
                <a:ln>
                  <a:noFill/>
                </a:ln>
                <a:solidFill>
                  <a:schemeClr val="tx1"/>
                </a:solidFill>
                <a:effectLst/>
              </a:rPr>
              <a:t> </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3" name="Rectangle 2">
            <a:extLst>
              <a:ext uri="{FF2B5EF4-FFF2-40B4-BE49-F238E27FC236}">
                <a16:creationId xmlns:a16="http://schemas.microsoft.com/office/drawing/2014/main" id="{7034F448-77F8-8C06-E50C-B76FFC54D652}"/>
              </a:ext>
            </a:extLst>
          </p:cNvPr>
          <p:cNvSpPr>
            <a:spLocks noChangeArrowheads="1"/>
          </p:cNvSpPr>
          <p:nvPr/>
        </p:nvSpPr>
        <p:spPr bwMode="auto">
          <a:xfrm>
            <a:off x="844952" y="3350560"/>
            <a:ext cx="7141579" cy="1477328"/>
          </a:xfrm>
          <a:prstGeom prst="rect">
            <a:avLst/>
          </a:prstGeom>
          <a:solidFill>
            <a:srgbClr val="F7F7F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1" u="none" strike="noStrike" cap="none" normalizeH="0" baseline="0" dirty="0">
                <a:ln>
                  <a:noFill/>
                </a:ln>
                <a:solidFill>
                  <a:schemeClr val="tx1"/>
                </a:solidFill>
                <a:effectLst/>
                <a:latin typeface="Roboto Mono" panose="00000009000000000000" pitchFamily="49" charset="0"/>
              </a:rPr>
              <a:t># Load the </a:t>
            </a:r>
            <a:r>
              <a:rPr kumimoji="0" lang="en-US" altLang="en-US" sz="1600" b="0" i="1" u="none" strike="noStrike" cap="none" normalizeH="0" baseline="0" dirty="0" err="1">
                <a:ln>
                  <a:noFill/>
                </a:ln>
                <a:solidFill>
                  <a:schemeClr val="tx1"/>
                </a:solidFill>
                <a:effectLst/>
                <a:latin typeface="Roboto Mono" panose="00000009000000000000" pitchFamily="49" charset="0"/>
              </a:rPr>
              <a:t>TensorBoard</a:t>
            </a:r>
            <a:r>
              <a:rPr kumimoji="0" lang="en-US" altLang="en-US" sz="1600" b="0" i="1" u="none" strike="noStrike" cap="none" normalizeH="0" baseline="0" dirty="0">
                <a:ln>
                  <a:noFill/>
                </a:ln>
                <a:solidFill>
                  <a:schemeClr val="tx1"/>
                </a:solidFill>
                <a:effectLst/>
                <a:latin typeface="Roboto Mono" panose="00000009000000000000" pitchFamily="49" charset="0"/>
              </a:rPr>
              <a:t> notebook extension.</a:t>
            </a:r>
            <a:r>
              <a:rPr kumimoji="0" lang="en-US" altLang="en-US" sz="1600" b="0" i="0" u="none" strike="noStrike" cap="none" normalizeH="0" baseline="0" dirty="0">
                <a:ln>
                  <a:noFill/>
                </a:ln>
                <a:solidFill>
                  <a:schemeClr val="tx1"/>
                </a:solidFill>
                <a:effectLst/>
                <a:latin typeface="Roboto Mono" panose="00000009000000000000"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1" u="none" strike="noStrike" cap="none" normalizeH="0" baseline="0" dirty="0">
                <a:ln>
                  <a:noFill/>
                </a:ln>
                <a:solidFill>
                  <a:schemeClr val="tx1"/>
                </a:solidFill>
                <a:effectLst/>
                <a:latin typeface="Roboto Mono" panose="00000009000000000000" pitchFamily="49" charset="0"/>
              </a:rPr>
              <a:t># %</a:t>
            </a:r>
            <a:r>
              <a:rPr kumimoji="0" lang="en-US" altLang="en-US" sz="1600" b="0" i="1" u="none" strike="noStrike" cap="none" normalizeH="0" baseline="0" dirty="0" err="1">
                <a:ln>
                  <a:noFill/>
                </a:ln>
                <a:solidFill>
                  <a:schemeClr val="tx1"/>
                </a:solidFill>
                <a:effectLst/>
                <a:latin typeface="Roboto Mono" panose="00000009000000000000" pitchFamily="49" charset="0"/>
              </a:rPr>
              <a:t>reload_ext</a:t>
            </a:r>
            <a:r>
              <a:rPr kumimoji="0" lang="en-US" altLang="en-US" sz="1600" b="0" i="1" u="none" strike="noStrike" cap="none" normalizeH="0" baseline="0" dirty="0">
                <a:ln>
                  <a:noFill/>
                </a:ln>
                <a:solidFill>
                  <a:schemeClr val="tx1"/>
                </a:solidFill>
                <a:effectLst/>
                <a:latin typeface="Roboto Mono" panose="00000009000000000000" pitchFamily="49" charset="0"/>
              </a:rPr>
              <a:t> </a:t>
            </a:r>
            <a:r>
              <a:rPr kumimoji="0" lang="en-US" altLang="en-US" sz="1600" b="0" i="1" u="none" strike="noStrike" cap="none" normalizeH="0" baseline="0" dirty="0" err="1">
                <a:ln>
                  <a:noFill/>
                </a:ln>
                <a:solidFill>
                  <a:schemeClr val="tx1"/>
                </a:solidFill>
                <a:effectLst/>
                <a:latin typeface="Roboto Mono" panose="00000009000000000000" pitchFamily="49" charset="0"/>
              </a:rPr>
              <a:t>tensorboard</a:t>
            </a:r>
            <a:r>
              <a:rPr kumimoji="0" lang="en-US" altLang="en-US" sz="1600" b="0" i="0" u="none" strike="noStrike" cap="none" normalizeH="0" baseline="0" dirty="0">
                <a:ln>
                  <a:noFill/>
                </a:ln>
                <a:solidFill>
                  <a:schemeClr val="tx1"/>
                </a:solidFill>
                <a:effectLst/>
                <a:latin typeface="Roboto Mono" panose="00000009000000000000"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55BE0"/>
                </a:solidFill>
                <a:effectLst/>
                <a:latin typeface="Arial" panose="020B0604020202020204" pitchFamily="34" charset="0"/>
              </a:rPr>
              <a:t>%</a:t>
            </a:r>
            <a:r>
              <a:rPr kumimoji="0" lang="en-US" altLang="en-US" sz="1600" b="0" i="0" u="none" strike="noStrike" cap="none" normalizeH="0" baseline="0" dirty="0" err="1">
                <a:ln>
                  <a:noFill/>
                </a:ln>
                <a:solidFill>
                  <a:srgbClr val="007B00"/>
                </a:solidFill>
                <a:effectLst/>
                <a:latin typeface="Roboto Mono" panose="00000009000000000000" pitchFamily="49" charset="0"/>
              </a:rPr>
              <a:t>load_ext</a:t>
            </a:r>
            <a:r>
              <a:rPr kumimoji="0" lang="en-US" altLang="en-US" sz="1600" b="0" i="0" u="none" strike="noStrike" cap="none" normalizeH="0" baseline="0" dirty="0">
                <a:ln>
                  <a:noFill/>
                </a:ln>
                <a:solidFill>
                  <a:schemeClr val="tx1"/>
                </a:solidFill>
                <a:effectLst/>
                <a:latin typeface="Roboto Mono" panose="00000009000000000000" pitchFamily="49" charset="0"/>
              </a:rPr>
              <a:t> </a:t>
            </a:r>
            <a:r>
              <a:rPr kumimoji="0" lang="en-US" altLang="en-US" sz="1600" b="0" i="0" u="none" strike="noStrike" cap="none" normalizeH="0" baseline="0" dirty="0" err="1">
                <a:ln>
                  <a:noFill/>
                </a:ln>
                <a:solidFill>
                  <a:schemeClr val="tx1"/>
                </a:solidFill>
                <a:effectLst/>
                <a:latin typeface="Roboto Mono" panose="00000009000000000000" pitchFamily="49" charset="0"/>
              </a:rPr>
              <a:t>tensorboard</a:t>
            </a:r>
            <a:r>
              <a:rPr kumimoji="0" lang="en-US" altLang="en-US" sz="1600" b="0" i="0" u="none" strike="noStrike" cap="none" normalizeH="0" baseline="0" dirty="0">
                <a:ln>
                  <a:noFill/>
                </a:ln>
                <a:solidFill>
                  <a:schemeClr val="tx1"/>
                </a:solidFill>
                <a:effectLst/>
                <a:latin typeface="Roboto Mono" panose="00000009000000000000" pitchFamily="49" charset="0"/>
              </a:rPr>
              <a:t> </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Roboto Mono" panose="00000009000000000000"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1" u="none" strike="noStrike" cap="none" normalizeH="0" baseline="0" dirty="0">
                <a:ln>
                  <a:noFill/>
                </a:ln>
                <a:solidFill>
                  <a:schemeClr val="tx1"/>
                </a:solidFill>
                <a:effectLst/>
                <a:latin typeface="Roboto Mono" panose="00000009000000000000" pitchFamily="49" charset="0"/>
              </a:rPr>
              <a:t># Clear any logs from previous runs.</a:t>
            </a:r>
            <a:r>
              <a:rPr kumimoji="0" lang="en-US" altLang="en-US" sz="1600" b="0" i="0" u="none" strike="noStrike" cap="none" normalizeH="0" baseline="0" dirty="0">
                <a:ln>
                  <a:noFill/>
                </a:ln>
                <a:solidFill>
                  <a:schemeClr val="tx1"/>
                </a:solidFill>
                <a:effectLst/>
                <a:latin typeface="Roboto Mono" panose="00000009000000000000"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55BE0"/>
                </a:solidFill>
                <a:effectLst/>
                <a:latin typeface="Arial" panose="020B0604020202020204" pitchFamily="34" charset="0"/>
              </a:rPr>
              <a:t>!</a:t>
            </a:r>
            <a:r>
              <a:rPr kumimoji="0" lang="en-US" altLang="en-US" sz="1600" b="0" i="0" u="none" strike="noStrike" cap="none" normalizeH="0" baseline="0" dirty="0">
                <a:ln>
                  <a:noFill/>
                </a:ln>
                <a:solidFill>
                  <a:schemeClr val="tx1"/>
                </a:solidFill>
                <a:effectLst/>
                <a:latin typeface="Roboto Mono" panose="00000009000000000000" pitchFamily="49" charset="0"/>
              </a:rPr>
              <a:t>rm -rf ./.logs/ </a:t>
            </a:r>
          </a:p>
        </p:txBody>
      </p:sp>
      <p:sp>
        <p:nvSpPr>
          <p:cNvPr id="5" name="Rectangle 3">
            <a:extLst>
              <a:ext uri="{FF2B5EF4-FFF2-40B4-BE49-F238E27FC236}">
                <a16:creationId xmlns:a16="http://schemas.microsoft.com/office/drawing/2014/main" id="{914EAE29-61B8-3F83-FA65-7EC2E48FA0B6}"/>
              </a:ext>
            </a:extLst>
          </p:cNvPr>
          <p:cNvSpPr>
            <a:spLocks noChangeArrowheads="1"/>
          </p:cNvSpPr>
          <p:nvPr/>
        </p:nvSpPr>
        <p:spPr bwMode="auto">
          <a:xfrm>
            <a:off x="844952" y="5153879"/>
            <a:ext cx="7141579" cy="812530"/>
          </a:xfrm>
          <a:prstGeom prst="rect">
            <a:avLst/>
          </a:prstGeom>
          <a:solidFill>
            <a:srgbClr val="F7F7F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30000"/>
              </a:spcBef>
              <a:spcAft>
                <a:spcPct val="0"/>
              </a:spcAft>
              <a:defRPr sz="1200">
                <a:solidFill>
                  <a:schemeClr val="tx1"/>
                </a:solidFill>
                <a:latin typeface="Arial" panose="020B0604020202020204" pitchFamily="34" charset="0"/>
              </a:defRPr>
            </a:lvl1pPr>
            <a:lvl2pPr eaLnBrk="0" fontAlgn="base" hangingPunct="0">
              <a:spcBef>
                <a:spcPct val="30000"/>
              </a:spcBef>
              <a:spcAft>
                <a:spcPct val="0"/>
              </a:spcAft>
              <a:defRPr sz="1200">
                <a:solidFill>
                  <a:schemeClr val="tx1"/>
                </a:solidFill>
                <a:latin typeface="Arial" panose="020B0604020202020204" pitchFamily="34" charset="0"/>
              </a:defRPr>
            </a:lvl2pPr>
            <a:lvl3pPr eaLnBrk="0" fontAlgn="base" hangingPunct="0">
              <a:spcBef>
                <a:spcPct val="30000"/>
              </a:spcBef>
              <a:spcAft>
                <a:spcPct val="0"/>
              </a:spcAft>
              <a:defRPr sz="1200">
                <a:solidFill>
                  <a:schemeClr val="tx1"/>
                </a:solidFill>
                <a:latin typeface="Arial" panose="020B0604020202020204" pitchFamily="34" charset="0"/>
              </a:defRPr>
            </a:lvl3pPr>
            <a:lvl4pPr eaLnBrk="0" fontAlgn="base" hangingPunct="0">
              <a:spcBef>
                <a:spcPct val="30000"/>
              </a:spcBef>
              <a:spcAft>
                <a:spcPct val="0"/>
              </a:spcAft>
              <a:defRPr sz="1200">
                <a:solidFill>
                  <a:schemeClr val="tx1"/>
                </a:solidFill>
                <a:latin typeface="Arial" panose="020B0604020202020204" pitchFamily="34" charset="0"/>
              </a:defRPr>
            </a:lvl4pPr>
            <a:lvl5pPr eaLnBrk="0" fontAlgn="base" hangingPunct="0">
              <a:spcBef>
                <a:spcPct val="30000"/>
              </a:spcBef>
              <a:spcAft>
                <a:spcPct val="0"/>
              </a:spcAft>
              <a:defRPr sz="1200">
                <a:solidFill>
                  <a:schemeClr val="tx1"/>
                </a:solidFill>
                <a:latin typeface="Arial" panose="020B0604020202020204" pitchFamily="34" charset="0"/>
              </a:defRPr>
            </a:lvl5pPr>
            <a:lvl6pPr eaLnBrk="0" fontAlgn="base" hangingPunct="0">
              <a:spcBef>
                <a:spcPct val="30000"/>
              </a:spcBef>
              <a:spcAft>
                <a:spcPct val="0"/>
              </a:spcAft>
              <a:defRPr sz="1200">
                <a:solidFill>
                  <a:schemeClr val="tx1"/>
                </a:solidFill>
                <a:latin typeface="Arial" panose="020B0604020202020204" pitchFamily="34" charset="0"/>
              </a:defRPr>
            </a:lvl6pPr>
            <a:lvl7pPr eaLnBrk="0" fontAlgn="base" hangingPunct="0">
              <a:spcBef>
                <a:spcPct val="30000"/>
              </a:spcBef>
              <a:spcAft>
                <a:spcPct val="0"/>
              </a:spcAft>
              <a:defRPr sz="1200">
                <a:solidFill>
                  <a:schemeClr val="tx1"/>
                </a:solidFill>
                <a:latin typeface="Arial" panose="020B0604020202020204" pitchFamily="34" charset="0"/>
              </a:defRPr>
            </a:lvl7pPr>
            <a:lvl8pPr eaLnBrk="0" fontAlgn="base" hangingPunct="0">
              <a:spcBef>
                <a:spcPct val="30000"/>
              </a:spcBef>
              <a:spcAft>
                <a:spcPct val="0"/>
              </a:spcAft>
              <a:defRPr sz="1200">
                <a:solidFill>
                  <a:schemeClr val="tx1"/>
                </a:solidFill>
                <a:latin typeface="Arial" panose="020B0604020202020204" pitchFamily="34" charset="0"/>
              </a:defRPr>
            </a:lvl8pPr>
            <a:lvl9pPr eaLnBrk="0" fontAlgn="base" hangingPunct="0">
              <a:spcBef>
                <a:spcPct val="30000"/>
              </a:spcBef>
              <a:spcAft>
                <a:spcPct val="0"/>
              </a:spcAft>
              <a:defRPr sz="12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train</a:t>
            </a:r>
            <a:r>
              <a:rPr kumimoji="0" lang="en-US" altLang="en-US" sz="1600" b="0" i="0" u="none" strike="noStrike" cap="none" normalizeH="0" baseline="0" dirty="0">
                <a:ln>
                  <a:noFill/>
                </a:ln>
                <a:solidFill>
                  <a:schemeClr val="tx1"/>
                </a:solidFill>
                <a:effectLst/>
                <a:latin typeface="Roboto Mono" panose="00000009000000000000" pitchFamily="49" charset="0"/>
              </a:rPr>
              <a:t> </a:t>
            </a:r>
            <a:r>
              <a:rPr kumimoji="0" lang="en-US" altLang="en-US" sz="1600" b="0" i="0" u="none" strike="noStrike" cap="none" normalizeH="0" baseline="0" dirty="0">
                <a:ln>
                  <a:noFill/>
                </a:ln>
                <a:solidFill>
                  <a:srgbClr val="055BE0"/>
                </a:solidFill>
                <a:effectLst/>
                <a:latin typeface="Arial" panose="020B0604020202020204" pitchFamily="34" charset="0"/>
              </a:rPr>
              <a:t>=</a:t>
            </a:r>
            <a:r>
              <a:rPr kumimoji="0" lang="en-US" altLang="en-US" sz="1600" b="0" i="0" u="none" strike="noStrike" cap="none" normalizeH="0" baseline="0" dirty="0">
                <a:ln>
                  <a:noFill/>
                </a:ln>
                <a:solidFill>
                  <a:schemeClr val="tx1"/>
                </a:solidFill>
                <a:effectLst/>
                <a:latin typeface="Roboto Mono" panose="00000009000000000000" pitchFamily="49"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pd</a:t>
            </a:r>
            <a:r>
              <a:rPr kumimoji="0" lang="en-US" altLang="en-US" sz="1600" b="0" i="0" u="none" strike="noStrike" cap="none" normalizeH="0" baseline="0" dirty="0" err="1">
                <a:ln>
                  <a:noFill/>
                </a:ln>
                <a:solidFill>
                  <a:srgbClr val="055BE0"/>
                </a:solidFill>
                <a:effectLst/>
                <a:latin typeface="Arial" panose="020B0604020202020204" pitchFamily="34" charset="0"/>
              </a:rPr>
              <a:t>.</a:t>
            </a:r>
            <a:r>
              <a:rPr kumimoji="0" lang="en-US" altLang="en-US" sz="1600" b="0" i="0" u="none" strike="noStrike" cap="none" normalizeH="0" baseline="0" dirty="0" err="1">
                <a:ln>
                  <a:noFill/>
                </a:ln>
                <a:solidFill>
                  <a:schemeClr val="tx1"/>
                </a:solidFill>
                <a:effectLst/>
                <a:latin typeface="Arial" panose="020B0604020202020204" pitchFamily="34" charset="0"/>
              </a:rPr>
              <a:t>read_csv</a:t>
            </a:r>
            <a:r>
              <a:rPr kumimoji="0" lang="en-US" altLang="en-US" sz="1600" b="0" i="0" u="none" strike="noStrike" cap="none" normalizeH="0" baseline="0" dirty="0">
                <a:ln>
                  <a:noFill/>
                </a:ln>
                <a:solidFill>
                  <a:schemeClr val="tx1"/>
                </a:solidFill>
                <a:effectLst/>
                <a:latin typeface="Roboto Mono" panose="00000009000000000000" pitchFamily="49" charset="0"/>
              </a:rPr>
              <a:t>(</a:t>
            </a:r>
            <a:r>
              <a:rPr kumimoji="0" lang="en-US" altLang="en-US" sz="1600" b="0" i="0" u="none" strike="noStrike" cap="none" normalizeH="0" baseline="0" dirty="0">
                <a:ln>
                  <a:noFill/>
                </a:ln>
                <a:solidFill>
                  <a:srgbClr val="BB2323"/>
                </a:solidFill>
                <a:effectLst/>
                <a:latin typeface="Roboto Mono" panose="00000009000000000000" pitchFamily="49" charset="0"/>
              </a:rPr>
              <a:t>'/</a:t>
            </a:r>
            <a:r>
              <a:rPr kumimoji="0" lang="en-US" altLang="en-US" sz="1600" b="0" i="0" u="none" strike="noStrike" cap="none" normalizeH="0" baseline="0" dirty="0" err="1">
                <a:ln>
                  <a:noFill/>
                </a:ln>
                <a:solidFill>
                  <a:srgbClr val="BB2323"/>
                </a:solidFill>
                <a:effectLst/>
                <a:latin typeface="Roboto Mono" panose="00000009000000000000" pitchFamily="49" charset="0"/>
              </a:rPr>
              <a:t>kaggle</a:t>
            </a:r>
            <a:r>
              <a:rPr kumimoji="0" lang="en-US" altLang="en-US" sz="1600" b="0" i="0" u="none" strike="noStrike" cap="none" normalizeH="0" baseline="0" dirty="0">
                <a:ln>
                  <a:noFill/>
                </a:ln>
                <a:solidFill>
                  <a:srgbClr val="BB2323"/>
                </a:solidFill>
                <a:effectLst/>
                <a:latin typeface="Roboto Mono" panose="00000009000000000000" pitchFamily="49" charset="0"/>
              </a:rPr>
              <a:t>/input/digit-recognizer/train.csv’</a:t>
            </a:r>
            <a:r>
              <a:rPr kumimoji="0" lang="en-US" altLang="en-US" sz="1600" b="0" i="0" u="none" strike="noStrike" cap="none" normalizeH="0" baseline="0" dirty="0">
                <a:ln>
                  <a:noFill/>
                </a:ln>
                <a:solidFill>
                  <a:schemeClr val="tx1"/>
                </a:solidFill>
                <a:effectLst/>
                <a:latin typeface="Roboto Mono" panose="00000009000000000000" pitchFamily="49" charset="0"/>
              </a:rPr>
              <a:t>)</a:t>
            </a: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test</a:t>
            </a:r>
            <a:r>
              <a:rPr kumimoji="0" lang="en-US" altLang="en-US" sz="1600" b="0" i="0" u="none" strike="noStrike" cap="none" normalizeH="0" baseline="0" dirty="0">
                <a:ln>
                  <a:noFill/>
                </a:ln>
                <a:solidFill>
                  <a:schemeClr val="tx1"/>
                </a:solidFill>
                <a:effectLst/>
                <a:latin typeface="Roboto Mono" panose="00000009000000000000" pitchFamily="49" charset="0"/>
              </a:rPr>
              <a:t> </a:t>
            </a:r>
            <a:r>
              <a:rPr lang="en-US" altLang="en-US" sz="1600" dirty="0">
                <a:solidFill>
                  <a:srgbClr val="055BE0"/>
                </a:solidFill>
              </a:rPr>
              <a:t>=</a:t>
            </a:r>
            <a:r>
              <a:rPr kumimoji="0" lang="en-US" altLang="en-US" sz="1600" b="0" i="0" u="none" strike="noStrike" cap="none" normalizeH="0" baseline="0" dirty="0">
                <a:ln>
                  <a:noFill/>
                </a:ln>
                <a:solidFill>
                  <a:schemeClr val="tx1"/>
                </a:solidFill>
                <a:effectLst/>
                <a:latin typeface="Roboto Mono" panose="00000009000000000000" pitchFamily="49"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pd</a:t>
            </a:r>
            <a:r>
              <a:rPr kumimoji="0" lang="en-US" altLang="en-US" sz="1600" b="0" i="0" u="none" strike="noStrike" cap="none" normalizeH="0" baseline="0" dirty="0" err="1">
                <a:ln>
                  <a:noFill/>
                </a:ln>
                <a:solidFill>
                  <a:srgbClr val="055BE0"/>
                </a:solidFill>
                <a:effectLst/>
                <a:latin typeface="Arial" panose="020B0604020202020204" pitchFamily="34" charset="0"/>
              </a:rPr>
              <a:t>.</a:t>
            </a:r>
            <a:r>
              <a:rPr kumimoji="0" lang="en-US" altLang="en-US" sz="1600" b="0" i="0" u="none" strike="noStrike" cap="none" normalizeH="0" baseline="0" dirty="0" err="1">
                <a:ln>
                  <a:noFill/>
                </a:ln>
                <a:solidFill>
                  <a:schemeClr val="tx1"/>
                </a:solidFill>
                <a:effectLst/>
                <a:latin typeface="Arial" panose="020B0604020202020204" pitchFamily="34" charset="0"/>
              </a:rPr>
              <a:t>read_csv</a:t>
            </a:r>
            <a:r>
              <a:rPr kumimoji="0" lang="en-US" altLang="en-US" sz="1600" b="0" i="0" u="none" strike="noStrike" cap="none" normalizeH="0" baseline="0" dirty="0">
                <a:ln>
                  <a:noFill/>
                </a:ln>
                <a:solidFill>
                  <a:schemeClr val="tx1"/>
                </a:solidFill>
                <a:effectLst/>
                <a:latin typeface="Roboto Mono" panose="00000009000000000000" pitchFamily="49" charset="0"/>
              </a:rPr>
              <a:t>(</a:t>
            </a:r>
            <a:r>
              <a:rPr kumimoji="0" lang="en-US" altLang="en-US" sz="1600" b="0" i="0" u="none" strike="noStrike" cap="none" normalizeH="0" baseline="0" dirty="0">
                <a:ln>
                  <a:noFill/>
                </a:ln>
                <a:solidFill>
                  <a:srgbClr val="BB2323"/>
                </a:solidFill>
                <a:effectLst/>
                <a:latin typeface="Roboto Mono" panose="00000009000000000000" pitchFamily="49" charset="0"/>
              </a:rPr>
              <a:t>'/</a:t>
            </a:r>
            <a:r>
              <a:rPr kumimoji="0" lang="en-US" altLang="en-US" sz="1600" b="0" i="0" u="none" strike="noStrike" cap="none" normalizeH="0" baseline="0" dirty="0" err="1">
                <a:ln>
                  <a:noFill/>
                </a:ln>
                <a:solidFill>
                  <a:srgbClr val="BB2323"/>
                </a:solidFill>
                <a:effectLst/>
                <a:latin typeface="Roboto Mono" panose="00000009000000000000" pitchFamily="49" charset="0"/>
              </a:rPr>
              <a:t>kaggle</a:t>
            </a:r>
            <a:r>
              <a:rPr kumimoji="0" lang="en-US" altLang="en-US" sz="1600" b="0" i="0" u="none" strike="noStrike" cap="none" normalizeH="0" baseline="0" dirty="0">
                <a:ln>
                  <a:noFill/>
                </a:ln>
                <a:solidFill>
                  <a:srgbClr val="BB2323"/>
                </a:solidFill>
                <a:effectLst/>
                <a:latin typeface="Roboto Mono" panose="00000009000000000000" pitchFamily="49" charset="0"/>
              </a:rPr>
              <a:t>/input/digit-recognizer/test.csv'</a:t>
            </a:r>
            <a:r>
              <a:rPr kumimoji="0" lang="en-US" altLang="en-US" sz="1600" b="0" i="0" u="none" strike="noStrike" cap="none" normalizeH="0" baseline="0" dirty="0">
                <a:ln>
                  <a:noFill/>
                </a:ln>
                <a:solidFill>
                  <a:schemeClr val="tx1"/>
                </a:solidFill>
                <a:effectLst/>
                <a:latin typeface="Roboto Mono" panose="00000009000000000000" pitchFamily="49" charset="0"/>
              </a:rPr>
              <a:t>)</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764169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E0591F-6323-AD11-9F05-A1370C1D9014}"/>
              </a:ext>
            </a:extLst>
          </p:cNvPr>
          <p:cNvSpPr>
            <a:spLocks noGrp="1"/>
          </p:cNvSpPr>
          <p:nvPr>
            <p:ph type="title"/>
          </p:nvPr>
        </p:nvSpPr>
        <p:spPr>
          <a:xfrm>
            <a:off x="1066800" y="526847"/>
            <a:ext cx="10058400" cy="700069"/>
          </a:xfrm>
        </p:spPr>
        <p:txBody>
          <a:bodyPr/>
          <a:lstStyle/>
          <a:p>
            <a:pPr algn="ctr"/>
            <a:r>
              <a:rPr lang="en-IN" b="1" dirty="0"/>
              <a:t>3 | Data overview</a:t>
            </a:r>
            <a:endParaRPr lang="en-US" b="1" dirty="0"/>
          </a:p>
        </p:txBody>
      </p:sp>
      <p:sp>
        <p:nvSpPr>
          <p:cNvPr id="4" name="Rectangle 1">
            <a:extLst>
              <a:ext uri="{FF2B5EF4-FFF2-40B4-BE49-F238E27FC236}">
                <a16:creationId xmlns:a16="http://schemas.microsoft.com/office/drawing/2014/main" id="{3E279DB0-D095-E4E0-5475-537856174F95}"/>
              </a:ext>
            </a:extLst>
          </p:cNvPr>
          <p:cNvSpPr>
            <a:spLocks noGrp="1" noChangeArrowheads="1"/>
          </p:cNvSpPr>
          <p:nvPr>
            <p:ph idx="1"/>
          </p:nvPr>
        </p:nvSpPr>
        <p:spPr bwMode="auto">
          <a:xfrm>
            <a:off x="949124" y="1407462"/>
            <a:ext cx="10176076"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ea typeface="Calibri" panose="020F0502020204030204" pitchFamily="34" charset="0"/>
                <a:cs typeface="Times New Roman" panose="02020603050405020304" pitchFamily="18" charset="0"/>
              </a:rPr>
              <a:t>The </a:t>
            </a:r>
            <a:r>
              <a:rPr kumimoji="0" lang="en-US" altLang="en-US" sz="1600" b="1" i="0" u="none" strike="noStrike" cap="none" normalizeH="0" baseline="0" dirty="0">
                <a:ln>
                  <a:noFill/>
                </a:ln>
                <a:solidFill>
                  <a:srgbClr val="000000"/>
                </a:solidFill>
                <a:effectLst/>
                <a:ea typeface="Calibri" panose="020F0502020204030204" pitchFamily="34" charset="0"/>
                <a:cs typeface="Times New Roman" panose="02020603050405020304" pitchFamily="18" charset="0"/>
              </a:rPr>
              <a:t>MNIST dataset</a:t>
            </a:r>
            <a:r>
              <a:rPr kumimoji="0" lang="en-US" altLang="en-US" sz="1600" b="0" i="0" u="none" strike="noStrike" cap="none" normalizeH="0" baseline="0" dirty="0">
                <a:ln>
                  <a:noFill/>
                </a:ln>
                <a:solidFill>
                  <a:srgbClr val="000000"/>
                </a:solidFill>
                <a:effectLst/>
                <a:ea typeface="Calibri" panose="020F0502020204030204" pitchFamily="34" charset="0"/>
                <a:cs typeface="Times New Roman" panose="02020603050405020304" pitchFamily="18" charset="0"/>
              </a:rPr>
              <a:t> contains 42,000 training images of handwritten digits from </a:t>
            </a:r>
            <a:r>
              <a:rPr kumimoji="0" lang="en-US" altLang="en-US" sz="1600" b="1" i="0" u="none" strike="noStrike" cap="none" normalizeH="0" baseline="0" dirty="0">
                <a:ln>
                  <a:noFill/>
                </a:ln>
                <a:solidFill>
                  <a:srgbClr val="000000"/>
                </a:solidFill>
                <a:effectLst/>
                <a:ea typeface="Calibri" panose="020F0502020204030204" pitchFamily="34" charset="0"/>
                <a:cs typeface="Times New Roman" panose="02020603050405020304" pitchFamily="18" charset="0"/>
              </a:rPr>
              <a:t>zero to nine (10 different classes)</a:t>
            </a:r>
            <a:r>
              <a:rPr kumimoji="0" lang="en-US" altLang="en-US" sz="1600" b="0" i="0" u="none" strike="noStrike" cap="none" normalizeH="0" baseline="0" dirty="0">
                <a:ln>
                  <a:noFill/>
                </a:ln>
                <a:solidFill>
                  <a:srgbClr val="000000"/>
                </a:solidFill>
                <a:effectLst/>
                <a:ea typeface="Calibri" panose="020F0502020204030204" pitchFamily="34" charset="0"/>
                <a:cs typeface="Times New Roman" panose="02020603050405020304" pitchFamily="18" charset="0"/>
              </a:rPr>
              <a:t> and 28,000 images for testing without the label identifier (for submission). These images are the </a:t>
            </a:r>
            <a:r>
              <a:rPr kumimoji="0" lang="en-US" altLang="en-US" sz="1600" b="0" i="0" u="none" strike="noStrike" cap="none" normalizeH="0" baseline="0" dirty="0" err="1">
                <a:ln>
                  <a:noFill/>
                </a:ln>
                <a:solidFill>
                  <a:srgbClr val="000000"/>
                </a:solidFill>
                <a:effectLst/>
                <a:ea typeface="Calibri" panose="020F0502020204030204" pitchFamily="34" charset="0"/>
                <a:cs typeface="Times New Roman" panose="02020603050405020304" pitchFamily="18" charset="0"/>
              </a:rPr>
              <a:t>grayscaled</a:t>
            </a:r>
            <a:r>
              <a:rPr kumimoji="0" lang="en-US" altLang="en-US" sz="1600" b="0" i="0" u="none" strike="noStrike" cap="none" normalizeH="0" baseline="0" dirty="0">
                <a:ln>
                  <a:noFill/>
                </a:ln>
                <a:solidFill>
                  <a:srgbClr val="000000"/>
                </a:solidFill>
                <a:effectLst/>
                <a:ea typeface="Calibri" panose="020F0502020204030204" pitchFamily="34" charset="0"/>
                <a:cs typeface="Times New Roman" panose="02020603050405020304" pitchFamily="18" charset="0"/>
              </a:rPr>
              <a:t> pixel value and are represented as a 28×28 matrix.</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600" dirty="0">
              <a:solidFill>
                <a:srgbClr val="000000"/>
              </a:solidFill>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endParaRPr>
          </a:p>
        </p:txBody>
      </p:sp>
      <p:sp>
        <p:nvSpPr>
          <p:cNvPr id="6" name="Rectangle 3">
            <a:extLst>
              <a:ext uri="{FF2B5EF4-FFF2-40B4-BE49-F238E27FC236}">
                <a16:creationId xmlns:a16="http://schemas.microsoft.com/office/drawing/2014/main" id="{8573A90E-F434-372C-94E2-9770B0732879}"/>
              </a:ext>
            </a:extLst>
          </p:cNvPr>
          <p:cNvSpPr>
            <a:spLocks noChangeArrowheads="1"/>
          </p:cNvSpPr>
          <p:nvPr/>
        </p:nvSpPr>
        <p:spPr bwMode="auto">
          <a:xfrm>
            <a:off x="949124" y="2453109"/>
            <a:ext cx="9595413" cy="37394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7056" tIns="45720" rIns="91440" bIns="0" numCol="1" anchor="ctr" anchorCtr="0" compatLnSpc="1">
            <a:prstTxWarp prst="textNoShape">
              <a:avLst/>
            </a:prstTxWarp>
            <a:spAutoFit/>
          </a:bodyPr>
          <a:lstStyle>
            <a:lvl1pPr eaLnBrk="0" fontAlgn="base" hangingPunct="0">
              <a:spcBef>
                <a:spcPct val="0"/>
              </a:spcBef>
              <a:spcAft>
                <a:spcPct val="0"/>
              </a:spcAft>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defRPr>
                <a:solidFill>
                  <a:schemeClr val="tx1"/>
                </a:solidFill>
                <a:latin typeface="Arial" panose="020B0604020202020204" pitchFamily="34" charset="0"/>
              </a:defRPr>
            </a:lvl1pPr>
            <a:lvl2pPr eaLnBrk="0" fontAlgn="base" hangingPunct="0">
              <a:spcBef>
                <a:spcPct val="0"/>
              </a:spcBef>
              <a:spcAft>
                <a:spcPct val="0"/>
              </a:spcAft>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defRPr>
                <a:solidFill>
                  <a:schemeClr val="tx1"/>
                </a:solidFill>
                <a:latin typeface="Arial" panose="020B0604020202020204" pitchFamily="34" charset="0"/>
              </a:defRPr>
            </a:lvl2pPr>
            <a:lvl3pPr eaLnBrk="0" fontAlgn="base" hangingPunct="0">
              <a:spcBef>
                <a:spcPct val="0"/>
              </a:spcBef>
              <a:spcAft>
                <a:spcPct val="0"/>
              </a:spcAft>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defRPr>
                <a:solidFill>
                  <a:schemeClr val="tx1"/>
                </a:solidFill>
                <a:latin typeface="Arial" panose="020B0604020202020204" pitchFamily="34" charset="0"/>
              </a:defRPr>
            </a:lvl3pPr>
            <a:lvl4pPr eaLnBrk="0" fontAlgn="base" hangingPunct="0">
              <a:spcBef>
                <a:spcPct val="0"/>
              </a:spcBef>
              <a:spcAft>
                <a:spcPct val="0"/>
              </a:spcAft>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defRPr>
                <a:solidFill>
                  <a:schemeClr val="tx1"/>
                </a:solidFill>
                <a:latin typeface="Arial" panose="020B0604020202020204" pitchFamily="34" charset="0"/>
              </a:defRPr>
            </a:lvl4pPr>
            <a:lvl5pPr eaLnBrk="0" fontAlgn="base" hangingPunct="0">
              <a:spcBef>
                <a:spcPct val="0"/>
              </a:spcBef>
              <a:spcAft>
                <a:spcPct val="0"/>
              </a:spcAft>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defRPr>
                <a:solidFill>
                  <a:schemeClr val="tx1"/>
                </a:solidFill>
                <a:latin typeface="Arial" panose="020B0604020202020204" pitchFamily="34" charset="0"/>
              </a:defRPr>
            </a:lvl5pPr>
            <a:lvl6pPr eaLnBrk="0" fontAlgn="base" hangingPunct="0">
              <a:spcBef>
                <a:spcPct val="0"/>
              </a:spcBef>
              <a:spcAft>
                <a:spcPct val="0"/>
              </a:spcAft>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defRPr>
                <a:solidFill>
                  <a:schemeClr val="tx1"/>
                </a:solidFill>
                <a:latin typeface="Arial" panose="020B0604020202020204" pitchFamily="34" charset="0"/>
              </a:defRPr>
            </a:lvl6pPr>
            <a:lvl7pPr eaLnBrk="0" fontAlgn="base" hangingPunct="0">
              <a:spcBef>
                <a:spcPct val="0"/>
              </a:spcBef>
              <a:spcAft>
                <a:spcPct val="0"/>
              </a:spcAft>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defRPr>
                <a:solidFill>
                  <a:schemeClr val="tx1"/>
                </a:solidFill>
                <a:latin typeface="Arial" panose="020B0604020202020204" pitchFamily="34" charset="0"/>
              </a:defRPr>
            </a:lvl7pPr>
            <a:lvl8pPr eaLnBrk="0" fontAlgn="base" hangingPunct="0">
              <a:spcBef>
                <a:spcPct val="0"/>
              </a:spcBef>
              <a:spcAft>
                <a:spcPct val="0"/>
              </a:spcAft>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defRPr>
                <a:solidFill>
                  <a:schemeClr val="tx1"/>
                </a:solidFill>
                <a:latin typeface="Arial" panose="020B0604020202020204" pitchFamily="34" charset="0"/>
              </a:defRPr>
            </a:lvl8pPr>
            <a:lvl9pPr eaLnBrk="0" fontAlgn="base" hangingPunct="0">
              <a:spcBef>
                <a:spcPct val="0"/>
              </a:spcBef>
              <a:spcAft>
                <a:spcPct val="0"/>
              </a:spcAft>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altLang="en-US" sz="1600" b="1" i="0" u="none" strike="noStrike" cap="none" normalizeH="0" baseline="0" dirty="0">
                <a:ln>
                  <a:noFill/>
                </a:ln>
                <a:solidFill>
                  <a:srgbClr val="000000"/>
                </a:solidFill>
                <a:effectLst/>
                <a:latin typeface="+mn-lt"/>
                <a:ea typeface="Calibri" panose="020F0502020204030204" pitchFamily="34" charset="0"/>
                <a:cs typeface="Times New Roman" panose="02020603050405020304" pitchFamily="18" charset="0"/>
              </a:rPr>
              <a:t>Dimension of train and test data</a:t>
            </a: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endParaRPr kumimoji="0" lang="en-US" altLang="en-US" sz="1600" b="0"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Char char="•"/>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altLang="en-US" sz="1600" b="1" i="0" u="none" strike="noStrike" cap="none" normalizeH="0" baseline="0" dirty="0">
                <a:ln>
                  <a:noFill/>
                </a:ln>
                <a:solidFill>
                  <a:srgbClr val="000000"/>
                </a:solidFill>
                <a:effectLst/>
                <a:latin typeface="+mn-lt"/>
                <a:ea typeface="Calibri" panose="020F0502020204030204" pitchFamily="34" charset="0"/>
                <a:cs typeface="Times New Roman" panose="02020603050405020304" pitchFamily="18" charset="0"/>
              </a:rPr>
              <a:t>Train data</a:t>
            </a:r>
            <a:endParaRPr kumimoji="0" lang="en-US" altLang="en-US" sz="1600" b="0"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altLang="en-US" sz="1600" b="0" i="0" u="none" strike="noStrike" cap="none" normalizeH="0" baseline="0" dirty="0" err="1">
                <a:ln>
                  <a:noFill/>
                </a:ln>
                <a:solidFill>
                  <a:srgbClr val="3C4043"/>
                </a:solidFill>
                <a:effectLst/>
                <a:latin typeface="+mn-lt"/>
                <a:ea typeface="Times New Roman" panose="02020603050405020304" pitchFamily="18" charset="0"/>
                <a:cs typeface="Mangal" panose="02040503050203030202" pitchFamily="18" charset="0"/>
              </a:rPr>
              <a:t>RangeIndex</a:t>
            </a:r>
            <a:r>
              <a:rPr kumimoji="0" lang="en-US" altLang="en-US" sz="1600" b="0" i="0" u="none" strike="noStrike" cap="none" normalizeH="0" baseline="0" dirty="0">
                <a:ln>
                  <a:noFill/>
                </a:ln>
                <a:solidFill>
                  <a:srgbClr val="3C4043"/>
                </a:solidFill>
                <a:effectLst/>
                <a:latin typeface="+mn-lt"/>
                <a:ea typeface="Times New Roman" panose="02020603050405020304" pitchFamily="18" charset="0"/>
                <a:cs typeface="Mangal" panose="02040503050203030202" pitchFamily="18" charset="0"/>
              </a:rPr>
              <a:t>: 42000 entries, 0 to 41999</a:t>
            </a:r>
            <a:endParaRPr kumimoji="0" lang="en-US" altLang="en-US" sz="1600" b="0"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altLang="en-US" sz="1600" b="0" i="0" u="none" strike="noStrike" cap="none" normalizeH="0" baseline="0" dirty="0">
                <a:ln>
                  <a:noFill/>
                </a:ln>
                <a:solidFill>
                  <a:srgbClr val="3C4043"/>
                </a:solidFill>
                <a:effectLst/>
                <a:latin typeface="+mn-lt"/>
                <a:ea typeface="Times New Roman" panose="02020603050405020304" pitchFamily="18" charset="0"/>
                <a:cs typeface="Mangal" panose="02040503050203030202" pitchFamily="18" charset="0"/>
              </a:rPr>
              <a:t>Columns: 785 entries, label to pixel 783</a:t>
            </a:r>
            <a:endParaRPr kumimoji="0" lang="en-US" altLang="en-US" sz="1600" b="0"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altLang="en-US" sz="1600" b="0" i="0" u="none" strike="noStrike" cap="none" normalizeH="0" baseline="0" dirty="0" err="1">
                <a:ln>
                  <a:noFill/>
                </a:ln>
                <a:solidFill>
                  <a:srgbClr val="3C4043"/>
                </a:solidFill>
                <a:effectLst/>
                <a:latin typeface="+mn-lt"/>
                <a:ea typeface="Times New Roman" panose="02020603050405020304" pitchFamily="18" charset="0"/>
                <a:cs typeface="Mangal" panose="02040503050203030202" pitchFamily="18" charset="0"/>
              </a:rPr>
              <a:t>dtypes</a:t>
            </a:r>
            <a:r>
              <a:rPr kumimoji="0" lang="en-US" altLang="en-US" sz="1600" b="0" i="0" u="none" strike="noStrike" cap="none" normalizeH="0" baseline="0" dirty="0">
                <a:ln>
                  <a:noFill/>
                </a:ln>
                <a:solidFill>
                  <a:srgbClr val="3C4043"/>
                </a:solidFill>
                <a:effectLst/>
                <a:latin typeface="+mn-lt"/>
                <a:ea typeface="Times New Roman" panose="02020603050405020304" pitchFamily="18" charset="0"/>
                <a:cs typeface="Mangal" panose="02040503050203030202" pitchFamily="18" charset="0"/>
              </a:rPr>
              <a:t>: int64(785)</a:t>
            </a:r>
            <a:endParaRPr kumimoji="0" lang="en-US" altLang="en-US" sz="1600" b="0"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altLang="en-US" sz="1600" b="0" i="0" u="none" strike="noStrike" cap="none" normalizeH="0" baseline="0" dirty="0">
                <a:ln>
                  <a:noFill/>
                </a:ln>
                <a:solidFill>
                  <a:srgbClr val="3C4043"/>
                </a:solidFill>
                <a:effectLst/>
                <a:latin typeface="+mn-lt"/>
                <a:ea typeface="Times New Roman" panose="02020603050405020304" pitchFamily="18" charset="0"/>
                <a:cs typeface="Mangal" panose="02040503050203030202" pitchFamily="18" charset="0"/>
              </a:rPr>
              <a:t>memory usage: 251.5 MB</a:t>
            </a:r>
            <a:endParaRPr kumimoji="0" lang="en-US" altLang="en-US" sz="1600" b="0" i="0" u="none" strike="noStrike" cap="none" normalizeH="0" baseline="0" dirty="0">
              <a:ln>
                <a:noFill/>
              </a:ln>
              <a:solidFill>
                <a:schemeClr val="tx1"/>
              </a:solidFill>
              <a:effectLst/>
              <a:latin typeface="+mn-lt"/>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altLang="en-US" sz="1600" b="0" i="0" u="none" strike="noStrike" cap="none" normalizeH="0" baseline="0" dirty="0">
                <a:ln>
                  <a:noFill/>
                </a:ln>
                <a:solidFill>
                  <a:schemeClr val="tx1"/>
                </a:solidFill>
                <a:effectLst/>
                <a:latin typeface="+mn-lt"/>
                <a:ea typeface="Times New Roman" panose="02020603050405020304" pitchFamily="18" charset="0"/>
                <a:cs typeface="Times New Roman" panose="02020603050405020304" pitchFamily="18" charset="0"/>
              </a:rPr>
              <a:t> Shape - </a:t>
            </a:r>
            <a:r>
              <a:rPr kumimoji="0" lang="en-US" altLang="en-US" sz="1600" b="0" i="0" u="none" strike="noStrike" cap="none" normalizeH="0" baseline="0" dirty="0">
                <a:ln>
                  <a:noFill/>
                </a:ln>
                <a:solidFill>
                  <a:srgbClr val="3C4043"/>
                </a:solidFill>
                <a:effectLst/>
                <a:latin typeface="+mn-lt"/>
                <a:ea typeface="Times New Roman" panose="02020603050405020304" pitchFamily="18" charset="0"/>
                <a:cs typeface="Times New Roman" panose="02020603050405020304" pitchFamily="18" charset="0"/>
              </a:rPr>
              <a:t>(None, (42000, 785))</a:t>
            </a:r>
            <a:r>
              <a:rPr kumimoji="0" lang="en-US" altLang="en-US" sz="1600" b="0" i="0" u="none" strike="noStrike" cap="none" normalizeH="0" baseline="0" dirty="0">
                <a:ln>
                  <a:noFill/>
                </a:ln>
                <a:solidFill>
                  <a:schemeClr val="tx1"/>
                </a:solidFill>
                <a:effectLst/>
                <a:latin typeface="+mn-lt"/>
              </a:rPr>
              <a:t> </a:t>
            </a: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endParaRPr kumimoji="0" lang="en-US" altLang="en-US" sz="1600" b="0"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Char char="•"/>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altLang="en-US" sz="1600" b="1" i="0" u="none" strike="noStrike" cap="none" normalizeH="0" baseline="0" dirty="0">
                <a:ln>
                  <a:noFill/>
                </a:ln>
                <a:solidFill>
                  <a:srgbClr val="000000"/>
                </a:solidFill>
                <a:effectLst/>
                <a:latin typeface="+mn-lt"/>
                <a:ea typeface="Times New Roman" panose="02020603050405020304" pitchFamily="18" charset="0"/>
                <a:cs typeface="Mangal" panose="02040503050203030202" pitchFamily="18" charset="0"/>
              </a:rPr>
              <a:t>Test data</a:t>
            </a:r>
            <a:endParaRPr kumimoji="0" lang="en-US" altLang="en-US" sz="1600" b="0"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altLang="en-US" sz="1600" b="0" i="0" u="none" strike="noStrike" cap="none" normalizeH="0" baseline="0" dirty="0" err="1">
                <a:ln>
                  <a:noFill/>
                </a:ln>
                <a:solidFill>
                  <a:srgbClr val="3C4043"/>
                </a:solidFill>
                <a:effectLst/>
                <a:latin typeface="+mn-lt"/>
                <a:ea typeface="Calibri" panose="020F0502020204030204" pitchFamily="34" charset="0"/>
                <a:cs typeface="Times New Roman" panose="02020603050405020304" pitchFamily="18" charset="0"/>
              </a:rPr>
              <a:t>RangeIndex</a:t>
            </a:r>
            <a:r>
              <a:rPr kumimoji="0" lang="en-US" altLang="en-US" sz="1600" b="0" i="0" u="none" strike="noStrike" cap="none" normalizeH="0" baseline="0" dirty="0">
                <a:ln>
                  <a:noFill/>
                </a:ln>
                <a:solidFill>
                  <a:srgbClr val="3C4043"/>
                </a:solidFill>
                <a:effectLst/>
                <a:latin typeface="+mn-lt"/>
                <a:ea typeface="Calibri" panose="020F0502020204030204" pitchFamily="34" charset="0"/>
                <a:cs typeface="Times New Roman" panose="02020603050405020304" pitchFamily="18" charset="0"/>
              </a:rPr>
              <a:t>: 28000 entries, 0 to 27999</a:t>
            </a:r>
            <a:endParaRPr kumimoji="0" lang="en-US" altLang="en-US" sz="1600" b="0" i="0" u="none" strike="noStrike" cap="none" normalizeH="0" baseline="0" dirty="0">
              <a:ln>
                <a:noFill/>
              </a:ln>
              <a:solidFill>
                <a:srgbClr val="3C4043"/>
              </a:solidFill>
              <a:effectLst/>
              <a:latin typeface="+mn-lt"/>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altLang="en-US" sz="1600" b="0" i="0" u="none" strike="noStrike" cap="none" normalizeH="0" baseline="0" dirty="0">
                <a:ln>
                  <a:noFill/>
                </a:ln>
                <a:solidFill>
                  <a:srgbClr val="3C4043"/>
                </a:solidFill>
                <a:effectLst/>
                <a:latin typeface="+mn-lt"/>
                <a:ea typeface="Times New Roman" panose="02020603050405020304" pitchFamily="18" charset="0"/>
                <a:cs typeface="Times New Roman" panose="02020603050405020304" pitchFamily="18" charset="0"/>
              </a:rPr>
              <a:t>Columns: 784 entries, pixel 0 to pixel 783</a:t>
            </a: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altLang="en-US" sz="1600" b="0" i="0" u="none" strike="noStrike" cap="none" normalizeH="0" baseline="0" dirty="0" err="1">
                <a:ln>
                  <a:noFill/>
                </a:ln>
                <a:solidFill>
                  <a:srgbClr val="3C4043"/>
                </a:solidFill>
                <a:effectLst/>
                <a:latin typeface="+mn-lt"/>
                <a:ea typeface="Times New Roman" panose="02020603050405020304" pitchFamily="18" charset="0"/>
                <a:cs typeface="Times New Roman" panose="02020603050405020304" pitchFamily="18" charset="0"/>
              </a:rPr>
              <a:t>dtypes</a:t>
            </a:r>
            <a:r>
              <a:rPr kumimoji="0" lang="en-US" altLang="en-US" sz="1600" b="0" i="0" u="none" strike="noStrike" cap="none" normalizeH="0" baseline="0" dirty="0">
                <a:ln>
                  <a:noFill/>
                </a:ln>
                <a:solidFill>
                  <a:srgbClr val="3C4043"/>
                </a:solidFill>
                <a:effectLst/>
                <a:latin typeface="+mn-lt"/>
                <a:ea typeface="Times New Roman" panose="02020603050405020304" pitchFamily="18" charset="0"/>
                <a:cs typeface="Times New Roman" panose="02020603050405020304" pitchFamily="18" charset="0"/>
              </a:rPr>
              <a:t>: int64(784)</a:t>
            </a: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altLang="en-US" sz="1600" b="0" i="0" u="none" strike="noStrike" cap="none" normalizeH="0" baseline="0" dirty="0">
                <a:ln>
                  <a:noFill/>
                </a:ln>
                <a:solidFill>
                  <a:srgbClr val="3C4043"/>
                </a:solidFill>
                <a:effectLst/>
                <a:latin typeface="+mn-lt"/>
                <a:ea typeface="Times New Roman" panose="02020603050405020304" pitchFamily="18" charset="0"/>
                <a:cs typeface="Times New Roman" panose="02020603050405020304" pitchFamily="18" charset="0"/>
              </a:rPr>
              <a:t>memory usage: 167.5 MB</a:t>
            </a:r>
            <a:r>
              <a:rPr kumimoji="0" lang="en-US" altLang="en-US" sz="1600" b="0" i="0" u="none" strike="noStrike" cap="none" normalizeH="0" baseline="0" dirty="0">
                <a:ln>
                  <a:noFill/>
                </a:ln>
                <a:solidFill>
                  <a:schemeClr val="tx1"/>
                </a:solidFill>
                <a:effectLst/>
                <a:latin typeface="+mn-lt"/>
                <a:ea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altLang="en-US" sz="1600" b="0" i="0" u="none" strike="noStrike" cap="none" normalizeH="0" baseline="0" dirty="0">
                <a:ln>
                  <a:noFill/>
                </a:ln>
                <a:solidFill>
                  <a:schemeClr val="tx1"/>
                </a:solidFill>
                <a:effectLst/>
                <a:latin typeface="+mn-lt"/>
                <a:ea typeface="Times New Roman" panose="02020603050405020304" pitchFamily="18" charset="0"/>
                <a:cs typeface="Times New Roman" panose="02020603050405020304" pitchFamily="18" charset="0"/>
              </a:rPr>
              <a:t>Shape - </a:t>
            </a:r>
            <a:r>
              <a:rPr kumimoji="0" lang="en-US" altLang="en-US" sz="1600" b="0" i="0" u="none" strike="noStrike" cap="none" normalizeH="0" baseline="0" dirty="0">
                <a:ln>
                  <a:noFill/>
                </a:ln>
                <a:solidFill>
                  <a:srgbClr val="3C4043"/>
                </a:solidFill>
                <a:effectLst/>
                <a:latin typeface="+mn-lt"/>
                <a:ea typeface="Times New Roman" panose="02020603050405020304" pitchFamily="18" charset="0"/>
                <a:cs typeface="Times New Roman" panose="02020603050405020304" pitchFamily="18" charset="0"/>
              </a:rPr>
              <a:t>(None, (28000, 784))</a:t>
            </a:r>
            <a:r>
              <a:rPr kumimoji="0" lang="en-US" altLang="en-US" sz="1600" b="0" i="0" u="none" strike="noStrike" cap="none" normalizeH="0" baseline="0" dirty="0">
                <a:ln>
                  <a:noFill/>
                </a:ln>
                <a:solidFill>
                  <a:schemeClr val="tx1"/>
                </a:solidFill>
                <a:effectLst/>
                <a:latin typeface="+mn-lt"/>
              </a:rPr>
              <a:t> </a:t>
            </a:r>
          </a:p>
        </p:txBody>
      </p:sp>
    </p:spTree>
    <p:extLst>
      <p:ext uri="{BB962C8B-B14F-4D97-AF65-F5344CB8AC3E}">
        <p14:creationId xmlns:p14="http://schemas.microsoft.com/office/powerpoint/2010/main" val="23538023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3E956AE-7C55-2AD8-7A3F-3541F99E127B}"/>
              </a:ext>
            </a:extLst>
          </p:cNvPr>
          <p:cNvSpPr>
            <a:spLocks noChangeArrowheads="1"/>
          </p:cNvSpPr>
          <p:nvPr/>
        </p:nvSpPr>
        <p:spPr bwMode="auto">
          <a:xfrm>
            <a:off x="740780" y="703231"/>
            <a:ext cx="8533979" cy="246221"/>
          </a:xfrm>
          <a:prstGeom prst="rect">
            <a:avLst/>
          </a:prstGeom>
          <a:solidFill>
            <a:srgbClr val="F7F7F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30000"/>
              </a:spcBef>
              <a:spcAft>
                <a:spcPct val="0"/>
              </a:spcAft>
              <a:defRPr sz="1200">
                <a:solidFill>
                  <a:schemeClr val="tx1"/>
                </a:solidFill>
                <a:latin typeface="Arial" panose="020B0604020202020204" pitchFamily="34" charset="0"/>
              </a:defRPr>
            </a:lvl1pPr>
            <a:lvl2pPr eaLnBrk="0" fontAlgn="base" hangingPunct="0">
              <a:spcBef>
                <a:spcPct val="30000"/>
              </a:spcBef>
              <a:spcAft>
                <a:spcPct val="0"/>
              </a:spcAft>
              <a:defRPr sz="1200">
                <a:solidFill>
                  <a:schemeClr val="tx1"/>
                </a:solidFill>
                <a:latin typeface="Arial" panose="020B0604020202020204" pitchFamily="34" charset="0"/>
              </a:defRPr>
            </a:lvl2pPr>
            <a:lvl3pPr eaLnBrk="0" fontAlgn="base" hangingPunct="0">
              <a:spcBef>
                <a:spcPct val="30000"/>
              </a:spcBef>
              <a:spcAft>
                <a:spcPct val="0"/>
              </a:spcAft>
              <a:defRPr sz="1200">
                <a:solidFill>
                  <a:schemeClr val="tx1"/>
                </a:solidFill>
                <a:latin typeface="Arial" panose="020B0604020202020204" pitchFamily="34" charset="0"/>
              </a:defRPr>
            </a:lvl3pPr>
            <a:lvl4pPr eaLnBrk="0" fontAlgn="base" hangingPunct="0">
              <a:spcBef>
                <a:spcPct val="30000"/>
              </a:spcBef>
              <a:spcAft>
                <a:spcPct val="0"/>
              </a:spcAft>
              <a:defRPr sz="1200">
                <a:solidFill>
                  <a:schemeClr val="tx1"/>
                </a:solidFill>
                <a:latin typeface="Arial" panose="020B0604020202020204" pitchFamily="34" charset="0"/>
              </a:defRPr>
            </a:lvl4pPr>
            <a:lvl5pPr eaLnBrk="0" fontAlgn="base" hangingPunct="0">
              <a:spcBef>
                <a:spcPct val="30000"/>
              </a:spcBef>
              <a:spcAft>
                <a:spcPct val="0"/>
              </a:spcAft>
              <a:defRPr sz="1200">
                <a:solidFill>
                  <a:schemeClr val="tx1"/>
                </a:solidFill>
                <a:latin typeface="Arial" panose="020B0604020202020204" pitchFamily="34" charset="0"/>
              </a:defRPr>
            </a:lvl5pPr>
            <a:lvl6pPr eaLnBrk="0" fontAlgn="base" hangingPunct="0">
              <a:spcBef>
                <a:spcPct val="30000"/>
              </a:spcBef>
              <a:spcAft>
                <a:spcPct val="0"/>
              </a:spcAft>
              <a:defRPr sz="1200">
                <a:solidFill>
                  <a:schemeClr val="tx1"/>
                </a:solidFill>
                <a:latin typeface="Arial" panose="020B0604020202020204" pitchFamily="34" charset="0"/>
              </a:defRPr>
            </a:lvl6pPr>
            <a:lvl7pPr eaLnBrk="0" fontAlgn="base" hangingPunct="0">
              <a:spcBef>
                <a:spcPct val="30000"/>
              </a:spcBef>
              <a:spcAft>
                <a:spcPct val="0"/>
              </a:spcAft>
              <a:defRPr sz="1200">
                <a:solidFill>
                  <a:schemeClr val="tx1"/>
                </a:solidFill>
                <a:latin typeface="Arial" panose="020B0604020202020204" pitchFamily="34" charset="0"/>
              </a:defRPr>
            </a:lvl7pPr>
            <a:lvl8pPr eaLnBrk="0" fontAlgn="base" hangingPunct="0">
              <a:spcBef>
                <a:spcPct val="30000"/>
              </a:spcBef>
              <a:spcAft>
                <a:spcPct val="0"/>
              </a:spcAft>
              <a:defRPr sz="1200">
                <a:solidFill>
                  <a:schemeClr val="tx1"/>
                </a:solidFill>
                <a:latin typeface="Arial" panose="020B0604020202020204" pitchFamily="34" charset="0"/>
              </a:defRPr>
            </a:lvl8pPr>
            <a:lvl9pPr eaLnBrk="0" fontAlgn="base" hangingPunct="0">
              <a:spcBef>
                <a:spcPct val="30000"/>
              </a:spcBef>
              <a:spcAft>
                <a:spcPct val="0"/>
              </a:spcAft>
              <a:defRPr sz="12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600" b="0" i="0" u="none" strike="noStrike" cap="none" normalizeH="0" baseline="0" dirty="0" err="1">
                <a:ln>
                  <a:noFill/>
                </a:ln>
                <a:solidFill>
                  <a:schemeClr val="tx1"/>
                </a:solidFill>
                <a:effectLst/>
                <a:latin typeface="+mn-lt"/>
              </a:rPr>
              <a:t>train</a:t>
            </a:r>
            <a:r>
              <a:rPr kumimoji="0" lang="en-US" altLang="en-US" sz="1600" b="0" i="0" u="none" strike="noStrike" cap="none" normalizeH="0" baseline="0" dirty="0" err="1">
                <a:ln>
                  <a:noFill/>
                </a:ln>
                <a:solidFill>
                  <a:srgbClr val="055BE0"/>
                </a:solidFill>
                <a:effectLst/>
                <a:latin typeface="+mn-lt"/>
              </a:rPr>
              <a:t>.</a:t>
            </a:r>
            <a:r>
              <a:rPr kumimoji="0" lang="en-US" altLang="en-US" sz="1600" b="0" i="0" u="none" strike="noStrike" cap="none" normalizeH="0" baseline="0" dirty="0" err="1">
                <a:ln>
                  <a:noFill/>
                </a:ln>
                <a:solidFill>
                  <a:schemeClr val="tx1"/>
                </a:solidFill>
                <a:effectLst/>
                <a:latin typeface="+mn-lt"/>
              </a:rPr>
              <a:t>head</a:t>
            </a:r>
            <a:r>
              <a:rPr kumimoji="0" lang="en-US" altLang="en-US" sz="1600" b="0" i="0" u="none" strike="noStrike" cap="none" normalizeH="0" baseline="0" dirty="0">
                <a:ln>
                  <a:noFill/>
                </a:ln>
                <a:solidFill>
                  <a:schemeClr val="tx1"/>
                </a:solidFill>
                <a:effectLst/>
                <a:latin typeface="+mn-lt"/>
              </a:rPr>
              <a:t>() </a:t>
            </a:r>
          </a:p>
        </p:txBody>
      </p:sp>
      <p:pic>
        <p:nvPicPr>
          <p:cNvPr id="6" name="Picture 5" descr="A screenshot of a number chart&#10;&#10;Description automatically generated">
            <a:extLst>
              <a:ext uri="{FF2B5EF4-FFF2-40B4-BE49-F238E27FC236}">
                <a16:creationId xmlns:a16="http://schemas.microsoft.com/office/drawing/2014/main" id="{89214DF3-9E30-C199-0B42-E67359AB0B0E}"/>
              </a:ext>
            </a:extLst>
          </p:cNvPr>
          <p:cNvPicPr>
            <a:picLocks noChangeAspect="1"/>
          </p:cNvPicPr>
          <p:nvPr/>
        </p:nvPicPr>
        <p:blipFill>
          <a:blip r:embed="rId2"/>
          <a:stretch>
            <a:fillRect/>
          </a:stretch>
        </p:blipFill>
        <p:spPr>
          <a:xfrm>
            <a:off x="1258204" y="1279052"/>
            <a:ext cx="8533979" cy="4785039"/>
          </a:xfrm>
          <a:prstGeom prst="rect">
            <a:avLst/>
          </a:prstGeom>
        </p:spPr>
      </p:pic>
    </p:spTree>
    <p:extLst>
      <p:ext uri="{BB962C8B-B14F-4D97-AF65-F5344CB8AC3E}">
        <p14:creationId xmlns:p14="http://schemas.microsoft.com/office/powerpoint/2010/main" val="11004857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92904EB-40AF-1446-5133-816A308CAEAE}"/>
              </a:ext>
            </a:extLst>
          </p:cNvPr>
          <p:cNvSpPr>
            <a:spLocks noChangeArrowheads="1"/>
          </p:cNvSpPr>
          <p:nvPr/>
        </p:nvSpPr>
        <p:spPr bwMode="auto">
          <a:xfrm>
            <a:off x="486137" y="553383"/>
            <a:ext cx="10208871" cy="246221"/>
          </a:xfrm>
          <a:prstGeom prst="rect">
            <a:avLst/>
          </a:prstGeom>
          <a:solidFill>
            <a:srgbClr val="F7F7F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30000"/>
              </a:spcBef>
              <a:spcAft>
                <a:spcPct val="0"/>
              </a:spcAft>
              <a:defRPr sz="1200">
                <a:solidFill>
                  <a:schemeClr val="tx1"/>
                </a:solidFill>
                <a:latin typeface="Arial" panose="020B0604020202020204" pitchFamily="34" charset="0"/>
              </a:defRPr>
            </a:lvl1pPr>
            <a:lvl2pPr eaLnBrk="0" fontAlgn="base" hangingPunct="0">
              <a:spcBef>
                <a:spcPct val="30000"/>
              </a:spcBef>
              <a:spcAft>
                <a:spcPct val="0"/>
              </a:spcAft>
              <a:defRPr sz="1200">
                <a:solidFill>
                  <a:schemeClr val="tx1"/>
                </a:solidFill>
                <a:latin typeface="Arial" panose="020B0604020202020204" pitchFamily="34" charset="0"/>
              </a:defRPr>
            </a:lvl2pPr>
            <a:lvl3pPr eaLnBrk="0" fontAlgn="base" hangingPunct="0">
              <a:spcBef>
                <a:spcPct val="30000"/>
              </a:spcBef>
              <a:spcAft>
                <a:spcPct val="0"/>
              </a:spcAft>
              <a:defRPr sz="1200">
                <a:solidFill>
                  <a:schemeClr val="tx1"/>
                </a:solidFill>
                <a:latin typeface="Arial" panose="020B0604020202020204" pitchFamily="34" charset="0"/>
              </a:defRPr>
            </a:lvl3pPr>
            <a:lvl4pPr eaLnBrk="0" fontAlgn="base" hangingPunct="0">
              <a:spcBef>
                <a:spcPct val="30000"/>
              </a:spcBef>
              <a:spcAft>
                <a:spcPct val="0"/>
              </a:spcAft>
              <a:defRPr sz="1200">
                <a:solidFill>
                  <a:schemeClr val="tx1"/>
                </a:solidFill>
                <a:latin typeface="Arial" panose="020B0604020202020204" pitchFamily="34" charset="0"/>
              </a:defRPr>
            </a:lvl4pPr>
            <a:lvl5pPr eaLnBrk="0" fontAlgn="base" hangingPunct="0">
              <a:spcBef>
                <a:spcPct val="30000"/>
              </a:spcBef>
              <a:spcAft>
                <a:spcPct val="0"/>
              </a:spcAft>
              <a:defRPr sz="1200">
                <a:solidFill>
                  <a:schemeClr val="tx1"/>
                </a:solidFill>
                <a:latin typeface="Arial" panose="020B0604020202020204" pitchFamily="34" charset="0"/>
              </a:defRPr>
            </a:lvl5pPr>
            <a:lvl6pPr eaLnBrk="0" fontAlgn="base" hangingPunct="0">
              <a:spcBef>
                <a:spcPct val="30000"/>
              </a:spcBef>
              <a:spcAft>
                <a:spcPct val="0"/>
              </a:spcAft>
              <a:defRPr sz="1200">
                <a:solidFill>
                  <a:schemeClr val="tx1"/>
                </a:solidFill>
                <a:latin typeface="Arial" panose="020B0604020202020204" pitchFamily="34" charset="0"/>
              </a:defRPr>
            </a:lvl6pPr>
            <a:lvl7pPr eaLnBrk="0" fontAlgn="base" hangingPunct="0">
              <a:spcBef>
                <a:spcPct val="30000"/>
              </a:spcBef>
              <a:spcAft>
                <a:spcPct val="0"/>
              </a:spcAft>
              <a:defRPr sz="1200">
                <a:solidFill>
                  <a:schemeClr val="tx1"/>
                </a:solidFill>
                <a:latin typeface="Arial" panose="020B0604020202020204" pitchFamily="34" charset="0"/>
              </a:defRPr>
            </a:lvl7pPr>
            <a:lvl8pPr eaLnBrk="0" fontAlgn="base" hangingPunct="0">
              <a:spcBef>
                <a:spcPct val="30000"/>
              </a:spcBef>
              <a:spcAft>
                <a:spcPct val="0"/>
              </a:spcAft>
              <a:defRPr sz="1200">
                <a:solidFill>
                  <a:schemeClr val="tx1"/>
                </a:solidFill>
                <a:latin typeface="Arial" panose="020B0604020202020204" pitchFamily="34" charset="0"/>
              </a:defRPr>
            </a:lvl8pPr>
            <a:lvl9pPr eaLnBrk="0" fontAlgn="base" hangingPunct="0">
              <a:spcBef>
                <a:spcPct val="30000"/>
              </a:spcBef>
              <a:spcAft>
                <a:spcPct val="0"/>
              </a:spcAft>
              <a:defRPr sz="12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600" b="0" i="0" u="none" strike="noStrike" cap="none" normalizeH="0" baseline="0" dirty="0">
                <a:ln>
                  <a:noFill/>
                </a:ln>
                <a:solidFill>
                  <a:schemeClr val="tx1"/>
                </a:solidFill>
                <a:effectLst/>
                <a:latin typeface="+mn-lt"/>
              </a:rPr>
              <a:t>train</a:t>
            </a:r>
            <a:r>
              <a:rPr kumimoji="0" lang="en-US" altLang="en-US" sz="1600" b="0" i="0" u="none" strike="noStrike" cap="none" normalizeH="0" baseline="0" dirty="0">
                <a:ln>
                  <a:noFill/>
                </a:ln>
                <a:solidFill>
                  <a:srgbClr val="055BE0"/>
                </a:solidFill>
                <a:effectLst/>
                <a:latin typeface="+mn-lt"/>
              </a:rPr>
              <a:t>.</a:t>
            </a:r>
            <a:r>
              <a:rPr kumimoji="0" lang="en-US" altLang="en-US" sz="1600" b="0" i="0" u="none" strike="noStrike" cap="none" normalizeH="0" baseline="0" dirty="0">
                <a:ln>
                  <a:noFill/>
                </a:ln>
                <a:solidFill>
                  <a:schemeClr val="tx1"/>
                </a:solidFill>
                <a:effectLst/>
                <a:latin typeface="+mn-lt"/>
              </a:rPr>
              <a:t>info(), </a:t>
            </a:r>
            <a:r>
              <a:rPr kumimoji="0" lang="en-US" altLang="en-US" sz="1600" b="0" i="0" u="none" strike="noStrike" cap="none" normalizeH="0" baseline="0" dirty="0" err="1">
                <a:ln>
                  <a:noFill/>
                </a:ln>
                <a:solidFill>
                  <a:schemeClr val="tx1"/>
                </a:solidFill>
                <a:effectLst/>
                <a:latin typeface="+mn-lt"/>
              </a:rPr>
              <a:t>train</a:t>
            </a:r>
            <a:r>
              <a:rPr kumimoji="0" lang="en-US" altLang="en-US" sz="1600" b="0" i="0" u="none" strike="noStrike" cap="none" normalizeH="0" baseline="0" dirty="0" err="1">
                <a:ln>
                  <a:noFill/>
                </a:ln>
                <a:solidFill>
                  <a:srgbClr val="055BE0"/>
                </a:solidFill>
                <a:effectLst/>
                <a:latin typeface="+mn-lt"/>
              </a:rPr>
              <a:t>.</a:t>
            </a:r>
            <a:r>
              <a:rPr kumimoji="0" lang="en-US" altLang="en-US" sz="1600" b="0" i="0" u="none" strike="noStrike" cap="none" normalizeH="0" baseline="0" dirty="0" err="1">
                <a:ln>
                  <a:noFill/>
                </a:ln>
                <a:solidFill>
                  <a:schemeClr val="tx1"/>
                </a:solidFill>
                <a:effectLst/>
                <a:latin typeface="+mn-lt"/>
              </a:rPr>
              <a:t>shape</a:t>
            </a:r>
            <a:r>
              <a:rPr kumimoji="0" lang="en-US" altLang="en-US" sz="1600" b="0" i="0" u="none" strike="noStrike" cap="none" normalizeH="0" baseline="0" dirty="0">
                <a:ln>
                  <a:noFill/>
                </a:ln>
                <a:solidFill>
                  <a:schemeClr val="tx1"/>
                </a:solidFill>
                <a:effectLst/>
                <a:latin typeface="+mn-lt"/>
              </a:rPr>
              <a:t> </a:t>
            </a:r>
          </a:p>
        </p:txBody>
      </p:sp>
      <p:sp>
        <p:nvSpPr>
          <p:cNvPr id="3" name="Rectangle 2">
            <a:extLst>
              <a:ext uri="{FF2B5EF4-FFF2-40B4-BE49-F238E27FC236}">
                <a16:creationId xmlns:a16="http://schemas.microsoft.com/office/drawing/2014/main" id="{B12F5FD5-70AC-F8EE-8530-CFCC79F570F9}"/>
              </a:ext>
            </a:extLst>
          </p:cNvPr>
          <p:cNvSpPr>
            <a:spLocks noChangeArrowheads="1"/>
          </p:cNvSpPr>
          <p:nvPr/>
        </p:nvSpPr>
        <p:spPr bwMode="auto">
          <a:xfrm>
            <a:off x="486137" y="1008097"/>
            <a:ext cx="10208870" cy="147732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err="1">
                <a:ln>
                  <a:noFill/>
                </a:ln>
                <a:solidFill>
                  <a:srgbClr val="3C4043"/>
                </a:solidFill>
                <a:effectLst/>
                <a:latin typeface="+mn-lt"/>
              </a:rPr>
              <a:t>RangeIndex</a:t>
            </a:r>
            <a:r>
              <a:rPr kumimoji="0" lang="en-US" altLang="en-US" sz="1600" b="0" i="0" u="none" strike="noStrike" cap="none" normalizeH="0" baseline="0" dirty="0">
                <a:ln>
                  <a:noFill/>
                </a:ln>
                <a:solidFill>
                  <a:srgbClr val="3C4043"/>
                </a:solidFill>
                <a:effectLst/>
                <a:latin typeface="+mn-lt"/>
              </a:rPr>
              <a:t>: 42000 entries, 0 to 41999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3C4043"/>
                </a:solidFill>
                <a:effectLst/>
                <a:latin typeface="+mn-lt"/>
              </a:rPr>
              <a:t>Columns: 78</a:t>
            </a:r>
            <a:r>
              <a:rPr lang="en-US" altLang="en-US" sz="1600" dirty="0">
                <a:solidFill>
                  <a:srgbClr val="3C4043"/>
                </a:solidFill>
                <a:latin typeface="+mn-lt"/>
              </a:rPr>
              <a:t>5</a:t>
            </a:r>
            <a:r>
              <a:rPr kumimoji="0" lang="en-US" altLang="en-US" sz="1600" b="0" i="0" u="none" strike="noStrike" cap="none" normalizeH="0" baseline="0" dirty="0">
                <a:ln>
                  <a:noFill/>
                </a:ln>
                <a:solidFill>
                  <a:srgbClr val="3C4043"/>
                </a:solidFill>
                <a:effectLst/>
                <a:latin typeface="+mn-lt"/>
              </a:rPr>
              <a:t> entries, label to pixel783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err="1">
                <a:ln>
                  <a:noFill/>
                </a:ln>
                <a:solidFill>
                  <a:srgbClr val="3C4043"/>
                </a:solidFill>
                <a:effectLst/>
                <a:latin typeface="+mn-lt"/>
              </a:rPr>
              <a:t>dtypes</a:t>
            </a:r>
            <a:r>
              <a:rPr kumimoji="0" lang="en-US" altLang="en-US" sz="1600" b="0" i="0" u="none" strike="noStrike" cap="none" normalizeH="0" baseline="0" dirty="0">
                <a:ln>
                  <a:noFill/>
                </a:ln>
                <a:solidFill>
                  <a:srgbClr val="3C4043"/>
                </a:solidFill>
                <a:effectLst/>
                <a:latin typeface="+mn-lt"/>
              </a:rPr>
              <a:t>: int64(785)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3C4043"/>
                </a:solidFill>
                <a:effectLst/>
                <a:latin typeface="+mn-lt"/>
              </a:rPr>
              <a:t>memory usage: 251.5 MB </a:t>
            </a:r>
            <a:endParaRPr lang="en-US" altLang="en-US" sz="1600" dirty="0">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3C4043"/>
                </a:solidFill>
                <a:effectLst/>
                <a:latin typeface="+mn-lt"/>
              </a:rPr>
              <a:t>(None, (42000, 785))</a:t>
            </a:r>
            <a:endParaRPr kumimoji="0" lang="en-US" altLang="en-US" sz="1600" b="0" i="0" u="none" strike="noStrike" cap="none" normalizeH="0" baseline="0" dirty="0">
              <a:ln>
                <a:noFill/>
              </a:ln>
              <a:solidFill>
                <a:schemeClr val="tx1"/>
              </a:solidFill>
              <a:effectLst/>
              <a:latin typeface="+mn-lt"/>
            </a:endParaRPr>
          </a:p>
        </p:txBody>
      </p:sp>
      <p:sp>
        <p:nvSpPr>
          <p:cNvPr id="4" name="Rectangle 3">
            <a:extLst>
              <a:ext uri="{FF2B5EF4-FFF2-40B4-BE49-F238E27FC236}">
                <a16:creationId xmlns:a16="http://schemas.microsoft.com/office/drawing/2014/main" id="{16B124DB-DE35-4A99-7511-1BBAFA99B503}"/>
              </a:ext>
            </a:extLst>
          </p:cNvPr>
          <p:cNvSpPr>
            <a:spLocks noChangeArrowheads="1"/>
          </p:cNvSpPr>
          <p:nvPr/>
        </p:nvSpPr>
        <p:spPr bwMode="auto">
          <a:xfrm>
            <a:off x="486137" y="3175409"/>
            <a:ext cx="10208870" cy="253592"/>
          </a:xfrm>
          <a:prstGeom prst="rect">
            <a:avLst/>
          </a:prstGeom>
          <a:solidFill>
            <a:srgbClr val="F7F7F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30000"/>
              </a:spcBef>
              <a:spcAft>
                <a:spcPct val="0"/>
              </a:spcAft>
              <a:defRPr sz="1200">
                <a:solidFill>
                  <a:schemeClr val="tx1"/>
                </a:solidFill>
                <a:latin typeface="Arial" panose="020B0604020202020204" pitchFamily="34" charset="0"/>
              </a:defRPr>
            </a:lvl1pPr>
            <a:lvl2pPr eaLnBrk="0" fontAlgn="base" hangingPunct="0">
              <a:spcBef>
                <a:spcPct val="30000"/>
              </a:spcBef>
              <a:spcAft>
                <a:spcPct val="0"/>
              </a:spcAft>
              <a:defRPr sz="1200">
                <a:solidFill>
                  <a:schemeClr val="tx1"/>
                </a:solidFill>
                <a:latin typeface="Arial" panose="020B0604020202020204" pitchFamily="34" charset="0"/>
              </a:defRPr>
            </a:lvl2pPr>
            <a:lvl3pPr eaLnBrk="0" fontAlgn="base" hangingPunct="0">
              <a:spcBef>
                <a:spcPct val="30000"/>
              </a:spcBef>
              <a:spcAft>
                <a:spcPct val="0"/>
              </a:spcAft>
              <a:defRPr sz="1200">
                <a:solidFill>
                  <a:schemeClr val="tx1"/>
                </a:solidFill>
                <a:latin typeface="Arial" panose="020B0604020202020204" pitchFamily="34" charset="0"/>
              </a:defRPr>
            </a:lvl3pPr>
            <a:lvl4pPr eaLnBrk="0" fontAlgn="base" hangingPunct="0">
              <a:spcBef>
                <a:spcPct val="30000"/>
              </a:spcBef>
              <a:spcAft>
                <a:spcPct val="0"/>
              </a:spcAft>
              <a:defRPr sz="1200">
                <a:solidFill>
                  <a:schemeClr val="tx1"/>
                </a:solidFill>
                <a:latin typeface="Arial" panose="020B0604020202020204" pitchFamily="34" charset="0"/>
              </a:defRPr>
            </a:lvl4pPr>
            <a:lvl5pPr eaLnBrk="0" fontAlgn="base" hangingPunct="0">
              <a:spcBef>
                <a:spcPct val="30000"/>
              </a:spcBef>
              <a:spcAft>
                <a:spcPct val="0"/>
              </a:spcAft>
              <a:defRPr sz="1200">
                <a:solidFill>
                  <a:schemeClr val="tx1"/>
                </a:solidFill>
                <a:latin typeface="Arial" panose="020B0604020202020204" pitchFamily="34" charset="0"/>
              </a:defRPr>
            </a:lvl5pPr>
            <a:lvl6pPr eaLnBrk="0" fontAlgn="base" hangingPunct="0">
              <a:spcBef>
                <a:spcPct val="30000"/>
              </a:spcBef>
              <a:spcAft>
                <a:spcPct val="0"/>
              </a:spcAft>
              <a:defRPr sz="1200">
                <a:solidFill>
                  <a:schemeClr val="tx1"/>
                </a:solidFill>
                <a:latin typeface="Arial" panose="020B0604020202020204" pitchFamily="34" charset="0"/>
              </a:defRPr>
            </a:lvl6pPr>
            <a:lvl7pPr eaLnBrk="0" fontAlgn="base" hangingPunct="0">
              <a:spcBef>
                <a:spcPct val="30000"/>
              </a:spcBef>
              <a:spcAft>
                <a:spcPct val="0"/>
              </a:spcAft>
              <a:defRPr sz="1200">
                <a:solidFill>
                  <a:schemeClr val="tx1"/>
                </a:solidFill>
                <a:latin typeface="Arial" panose="020B0604020202020204" pitchFamily="34" charset="0"/>
              </a:defRPr>
            </a:lvl7pPr>
            <a:lvl8pPr eaLnBrk="0" fontAlgn="base" hangingPunct="0">
              <a:spcBef>
                <a:spcPct val="30000"/>
              </a:spcBef>
              <a:spcAft>
                <a:spcPct val="0"/>
              </a:spcAft>
              <a:defRPr sz="1200">
                <a:solidFill>
                  <a:schemeClr val="tx1"/>
                </a:solidFill>
                <a:latin typeface="Arial" panose="020B0604020202020204" pitchFamily="34" charset="0"/>
              </a:defRPr>
            </a:lvl8pPr>
            <a:lvl9pPr eaLnBrk="0" fontAlgn="base" hangingPunct="0">
              <a:spcBef>
                <a:spcPct val="30000"/>
              </a:spcBef>
              <a:spcAft>
                <a:spcPct val="0"/>
              </a:spcAft>
              <a:defRPr sz="12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600" b="0" i="0" u="none" strike="noStrike" cap="none" normalizeH="0" baseline="0" dirty="0">
                <a:ln>
                  <a:noFill/>
                </a:ln>
                <a:solidFill>
                  <a:schemeClr val="tx1"/>
                </a:solidFill>
                <a:effectLst/>
                <a:latin typeface="+mn-lt"/>
              </a:rPr>
              <a:t>test</a:t>
            </a:r>
            <a:r>
              <a:rPr kumimoji="0" lang="en-US" altLang="en-US" sz="1600" b="0" i="0" u="none" strike="noStrike" cap="none" normalizeH="0" baseline="0" dirty="0">
                <a:ln>
                  <a:noFill/>
                </a:ln>
                <a:solidFill>
                  <a:srgbClr val="055BE0"/>
                </a:solidFill>
                <a:effectLst/>
                <a:latin typeface="+mn-lt"/>
              </a:rPr>
              <a:t>.</a:t>
            </a:r>
            <a:r>
              <a:rPr kumimoji="0" lang="en-US" altLang="en-US" sz="1600" b="0" i="0" u="none" strike="noStrike" cap="none" normalizeH="0" baseline="0" dirty="0">
                <a:ln>
                  <a:noFill/>
                </a:ln>
                <a:solidFill>
                  <a:schemeClr val="tx1"/>
                </a:solidFill>
                <a:effectLst/>
                <a:latin typeface="+mn-lt"/>
              </a:rPr>
              <a:t>info(), </a:t>
            </a:r>
            <a:r>
              <a:rPr kumimoji="0" lang="en-US" altLang="en-US" sz="1600" b="0" i="0" u="none" strike="noStrike" cap="none" normalizeH="0" baseline="0" dirty="0" err="1">
                <a:ln>
                  <a:noFill/>
                </a:ln>
                <a:solidFill>
                  <a:schemeClr val="tx1"/>
                </a:solidFill>
                <a:effectLst/>
                <a:latin typeface="+mn-lt"/>
              </a:rPr>
              <a:t>test</a:t>
            </a:r>
            <a:r>
              <a:rPr kumimoji="0" lang="en-US" altLang="en-US" sz="1600" b="0" i="0" u="none" strike="noStrike" cap="none" normalizeH="0" baseline="0" dirty="0" err="1">
                <a:ln>
                  <a:noFill/>
                </a:ln>
                <a:solidFill>
                  <a:srgbClr val="055BE0"/>
                </a:solidFill>
                <a:effectLst/>
                <a:latin typeface="+mn-lt"/>
              </a:rPr>
              <a:t>.</a:t>
            </a:r>
            <a:r>
              <a:rPr kumimoji="0" lang="en-US" altLang="en-US" sz="1600" b="0" i="0" u="none" strike="noStrike" cap="none" normalizeH="0" baseline="0" dirty="0" err="1">
                <a:ln>
                  <a:noFill/>
                </a:ln>
                <a:solidFill>
                  <a:schemeClr val="tx1"/>
                </a:solidFill>
                <a:effectLst/>
                <a:latin typeface="+mn-lt"/>
              </a:rPr>
              <a:t>shape</a:t>
            </a:r>
            <a:r>
              <a:rPr kumimoji="0" lang="en-US" altLang="en-US" sz="1600" b="0" i="0" u="none" strike="noStrike" cap="none" normalizeH="0" baseline="0" dirty="0">
                <a:ln>
                  <a:noFill/>
                </a:ln>
                <a:solidFill>
                  <a:schemeClr val="tx1"/>
                </a:solidFill>
                <a:effectLst/>
                <a:latin typeface="+mn-lt"/>
              </a:rPr>
              <a:t> </a:t>
            </a:r>
          </a:p>
        </p:txBody>
      </p:sp>
      <p:sp>
        <p:nvSpPr>
          <p:cNvPr id="5" name="Rectangle 4">
            <a:extLst>
              <a:ext uri="{FF2B5EF4-FFF2-40B4-BE49-F238E27FC236}">
                <a16:creationId xmlns:a16="http://schemas.microsoft.com/office/drawing/2014/main" id="{10521AB8-1855-72C6-2607-63E0A4DA9251}"/>
              </a:ext>
            </a:extLst>
          </p:cNvPr>
          <p:cNvSpPr>
            <a:spLocks noChangeArrowheads="1"/>
          </p:cNvSpPr>
          <p:nvPr/>
        </p:nvSpPr>
        <p:spPr bwMode="auto">
          <a:xfrm>
            <a:off x="486138" y="3682592"/>
            <a:ext cx="10208870" cy="147732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err="1">
                <a:ln>
                  <a:noFill/>
                </a:ln>
                <a:solidFill>
                  <a:srgbClr val="3C4043"/>
                </a:solidFill>
                <a:effectLst/>
                <a:latin typeface="+mn-lt"/>
              </a:rPr>
              <a:t>RangeIndex</a:t>
            </a:r>
            <a:r>
              <a:rPr kumimoji="0" lang="en-US" altLang="en-US" sz="1600" b="0" i="0" u="none" strike="noStrike" cap="none" normalizeH="0" baseline="0" dirty="0">
                <a:ln>
                  <a:noFill/>
                </a:ln>
                <a:solidFill>
                  <a:srgbClr val="3C4043"/>
                </a:solidFill>
                <a:effectLst/>
                <a:latin typeface="+mn-lt"/>
              </a:rPr>
              <a:t>: 28000 entries, 0 to 27999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3C4043"/>
                </a:solidFill>
                <a:effectLst/>
                <a:latin typeface="+mn-lt"/>
              </a:rPr>
              <a:t>Columns: 784 entries, pixel0 to pixel783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err="1">
                <a:ln>
                  <a:noFill/>
                </a:ln>
                <a:solidFill>
                  <a:srgbClr val="3C4043"/>
                </a:solidFill>
                <a:effectLst/>
                <a:latin typeface="+mn-lt"/>
              </a:rPr>
              <a:t>dtypes</a:t>
            </a:r>
            <a:r>
              <a:rPr kumimoji="0" lang="en-US" altLang="en-US" sz="1600" b="0" i="0" u="none" strike="noStrike" cap="none" normalizeH="0" baseline="0" dirty="0">
                <a:ln>
                  <a:noFill/>
                </a:ln>
                <a:solidFill>
                  <a:srgbClr val="3C4043"/>
                </a:solidFill>
                <a:effectLst/>
                <a:latin typeface="+mn-lt"/>
              </a:rPr>
              <a:t>: int64(784)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3C4043"/>
                </a:solidFill>
                <a:effectLst/>
                <a:latin typeface="+mn-lt"/>
              </a:rPr>
              <a:t>memory usage: 167.5 MB </a:t>
            </a:r>
            <a:endParaRPr lang="en-US" altLang="en-US" sz="1600" dirty="0">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3C4043"/>
                </a:solidFill>
                <a:effectLst/>
                <a:latin typeface="+mn-lt"/>
              </a:rPr>
              <a:t>(None, (28000, 784))</a:t>
            </a:r>
            <a:endParaRPr kumimoji="0" lang="en-US" altLang="en-US" sz="1600" b="0" i="0" u="none" strike="noStrike" cap="none" normalizeH="0" baseline="0" dirty="0">
              <a:ln>
                <a:noFill/>
              </a:ln>
              <a:solidFill>
                <a:schemeClr val="tx1"/>
              </a:solidFill>
              <a:effectLst/>
              <a:latin typeface="+mn-lt"/>
            </a:endParaRPr>
          </a:p>
        </p:txBody>
      </p:sp>
    </p:spTree>
    <p:extLst>
      <p:ext uri="{BB962C8B-B14F-4D97-AF65-F5344CB8AC3E}">
        <p14:creationId xmlns:p14="http://schemas.microsoft.com/office/powerpoint/2010/main" val="35226072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545CABC-7EC9-A874-C911-71278DA44A14}"/>
              </a:ext>
            </a:extLst>
          </p:cNvPr>
          <p:cNvSpPr>
            <a:spLocks noGrp="1"/>
          </p:cNvSpPr>
          <p:nvPr>
            <p:ph idx="1"/>
          </p:nvPr>
        </p:nvSpPr>
        <p:spPr>
          <a:xfrm>
            <a:off x="858454" y="656285"/>
            <a:ext cx="10311115" cy="2387857"/>
          </a:xfrm>
        </p:spPr>
        <p:txBody>
          <a:bodyPr>
            <a:normAutofit fontScale="92500"/>
          </a:bodyPr>
          <a:lstStyle/>
          <a:p>
            <a:pPr marL="274320" indent="0">
              <a:lnSpc>
                <a:spcPct val="115000"/>
              </a:lnSpc>
              <a:buNone/>
            </a:pPr>
            <a:r>
              <a:rPr lang="en-US" sz="2600" b="1" dirty="0">
                <a:solidFill>
                  <a:srgbClr val="000000"/>
                </a:solidFill>
                <a:effectLst/>
                <a:ea typeface="Calibri" panose="020F0502020204030204" pitchFamily="34" charset="0"/>
                <a:cs typeface="Mangal" panose="02040503050203030202" pitchFamily="18" charset="0"/>
              </a:rPr>
              <a:t>Visualizing the data using TSNE</a:t>
            </a:r>
          </a:p>
          <a:p>
            <a:pPr marL="274320" indent="0">
              <a:lnSpc>
                <a:spcPct val="115000"/>
              </a:lnSpc>
              <a:buNone/>
            </a:pPr>
            <a:endParaRPr lang="en-US" sz="1800" dirty="0">
              <a:effectLst/>
              <a:ea typeface="Calibri" panose="020F0502020204030204" pitchFamily="34" charset="0"/>
              <a:cs typeface="Mangal" panose="02040503050203030202" pitchFamily="18" charset="0"/>
            </a:endParaRPr>
          </a:p>
          <a:p>
            <a:pPr marL="274320" indent="0">
              <a:lnSpc>
                <a:spcPct val="115000"/>
              </a:lnSpc>
              <a:spcAft>
                <a:spcPts val="1000"/>
              </a:spcAft>
              <a:buNone/>
            </a:pPr>
            <a:r>
              <a:rPr lang="en-IN" sz="1600" b="1" dirty="0">
                <a:solidFill>
                  <a:srgbClr val="000000"/>
                </a:solidFill>
                <a:effectLst/>
                <a:ea typeface="Calibri" panose="020F0502020204030204" pitchFamily="34" charset="0"/>
                <a:cs typeface="Mangal" panose="02040503050203030202" pitchFamily="18" charset="0"/>
              </a:rPr>
              <a:t>TSNE</a:t>
            </a:r>
            <a:r>
              <a:rPr lang="en-IN" sz="1600" dirty="0">
                <a:solidFill>
                  <a:srgbClr val="000000"/>
                </a:solidFill>
                <a:effectLst/>
                <a:ea typeface="Calibri" panose="020F0502020204030204" pitchFamily="34" charset="0"/>
                <a:cs typeface="Mangal" panose="02040503050203030202" pitchFamily="18" charset="0"/>
              </a:rPr>
              <a:t> - t-Distributed Stochastic Neighbour embedding. This is a dimensionality reduction algorithm that is designed to keep local structure in the high dimensional data set but cares less about global structure. Here, we use it to go from the 784 pixel-dimension of the images to two dimensions. This makes plotting easier. The colour scale is the original MNIST label, and one can see that the separation of the labels is apparent.</a:t>
            </a:r>
            <a:endParaRPr lang="en-US" sz="1600" dirty="0">
              <a:effectLst/>
              <a:ea typeface="Calibri" panose="020F0502020204030204" pitchFamily="34" charset="0"/>
              <a:cs typeface="Mangal" panose="02040503050203030202" pitchFamily="18" charset="0"/>
            </a:endParaRPr>
          </a:p>
          <a:p>
            <a:endParaRPr lang="en-US" dirty="0"/>
          </a:p>
        </p:txBody>
      </p:sp>
      <p:sp>
        <p:nvSpPr>
          <p:cNvPr id="5" name="Rectangle 1">
            <a:extLst>
              <a:ext uri="{FF2B5EF4-FFF2-40B4-BE49-F238E27FC236}">
                <a16:creationId xmlns:a16="http://schemas.microsoft.com/office/drawing/2014/main" id="{0025FB09-8985-77E7-16CE-F70C0C7BD95E}"/>
              </a:ext>
            </a:extLst>
          </p:cNvPr>
          <p:cNvSpPr>
            <a:spLocks noChangeArrowheads="1"/>
          </p:cNvSpPr>
          <p:nvPr/>
        </p:nvSpPr>
        <p:spPr bwMode="auto">
          <a:xfrm>
            <a:off x="1019536" y="3333509"/>
            <a:ext cx="9736238" cy="1526572"/>
          </a:xfrm>
          <a:prstGeom prst="rect">
            <a:avLst/>
          </a:prstGeom>
          <a:solidFill>
            <a:srgbClr val="F7F7F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600" b="0" i="1" u="none" strike="noStrike" cap="none" normalizeH="0" baseline="0" dirty="0">
                <a:ln>
                  <a:noFill/>
                </a:ln>
                <a:solidFill>
                  <a:schemeClr val="tx1"/>
                </a:solidFill>
                <a:effectLst/>
              </a:rPr>
              <a:t># WARNING: running t-SNE on the full data set takes a while.</a:t>
            </a:r>
            <a:r>
              <a:rPr kumimoji="0" lang="en-US" altLang="en-US" sz="1600" b="0" i="0" u="none" strike="noStrike" cap="none" normalizeH="0" baseline="0" dirty="0">
                <a:ln>
                  <a:noFill/>
                </a:ln>
                <a:solidFill>
                  <a:schemeClr val="tx1"/>
                </a:solidFill>
                <a:effectLst/>
              </a:rPr>
              <a:t> </a:t>
            </a: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600" b="0" i="0" u="none" strike="noStrike" cap="none" normalizeH="0" baseline="0" dirty="0" err="1">
                <a:ln>
                  <a:noFill/>
                </a:ln>
                <a:solidFill>
                  <a:schemeClr val="tx1"/>
                </a:solidFill>
                <a:effectLst/>
              </a:rPr>
              <a:t>X_tsn</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a:ln>
                  <a:noFill/>
                </a:ln>
                <a:solidFill>
                  <a:srgbClr val="055BE0"/>
                </a:solidFill>
                <a:effectLst/>
              </a:rPr>
              <a:t>=</a:t>
            </a:r>
            <a:r>
              <a:rPr kumimoji="0" lang="en-US" altLang="en-US" sz="1600" b="0" i="0" u="none" strike="noStrike" cap="none" normalizeH="0" baseline="0" dirty="0">
                <a:ln>
                  <a:noFill/>
                </a:ln>
                <a:solidFill>
                  <a:schemeClr val="tx1"/>
                </a:solidFill>
                <a:effectLst/>
              </a:rPr>
              <a:t> X</a:t>
            </a:r>
            <a:r>
              <a:rPr kumimoji="0" lang="en-US" altLang="en-US" sz="1600" b="0" i="0" u="none" strike="noStrike" cap="none" normalizeH="0" baseline="0" dirty="0">
                <a:ln>
                  <a:noFill/>
                </a:ln>
                <a:solidFill>
                  <a:srgbClr val="055BE0"/>
                </a:solidFill>
                <a:effectLst/>
              </a:rPr>
              <a:t>/</a:t>
            </a:r>
            <a:r>
              <a:rPr kumimoji="0" lang="en-US" altLang="en-US" sz="1600" b="0" i="0" u="none" strike="noStrike" cap="none" normalizeH="0" baseline="0" dirty="0">
                <a:ln>
                  <a:noFill/>
                </a:ln>
                <a:solidFill>
                  <a:srgbClr val="666666"/>
                </a:solidFill>
                <a:effectLst/>
              </a:rPr>
              <a:t>255</a:t>
            </a:r>
            <a:r>
              <a:rPr kumimoji="0" lang="en-US" altLang="en-US" sz="1600" b="0" i="0" u="none" strike="noStrike" cap="none" normalizeH="0" baseline="0" dirty="0">
                <a:ln>
                  <a:noFill/>
                </a:ln>
                <a:solidFill>
                  <a:schemeClr val="tx1"/>
                </a:solidFill>
                <a:effectLst/>
              </a:rPr>
              <a:t> </a:t>
            </a: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600" b="0" i="0" u="none" strike="noStrike" cap="none" normalizeH="0" baseline="0" dirty="0">
                <a:ln>
                  <a:noFill/>
                </a:ln>
                <a:solidFill>
                  <a:srgbClr val="007B00"/>
                </a:solidFill>
                <a:effectLst/>
              </a:rPr>
              <a:t>from</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err="1">
                <a:ln>
                  <a:noFill/>
                </a:ln>
                <a:solidFill>
                  <a:schemeClr val="tx1"/>
                </a:solidFill>
                <a:effectLst/>
              </a:rPr>
              <a:t>sklearn.manifold</a:t>
            </a:r>
            <a:r>
              <a:rPr kumimoji="0" lang="en-US" altLang="en-US" sz="1600" b="0" i="0" u="none" strike="noStrike" cap="none" normalizeH="0" baseline="0" dirty="0">
                <a:ln>
                  <a:noFill/>
                </a:ln>
                <a:solidFill>
                  <a:schemeClr val="tx1"/>
                </a:solidFill>
                <a:effectLst/>
              </a:rPr>
              <a:t> </a:t>
            </a: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600" b="0" i="0" u="none" strike="noStrike" cap="none" normalizeH="0" baseline="0" dirty="0">
                <a:ln>
                  <a:noFill/>
                </a:ln>
                <a:solidFill>
                  <a:srgbClr val="007B00"/>
                </a:solidFill>
                <a:effectLst/>
              </a:rPr>
              <a:t>import</a:t>
            </a:r>
            <a:r>
              <a:rPr kumimoji="0" lang="en-US" altLang="en-US" sz="1600" b="0" i="0" u="none" strike="noStrike" cap="none" normalizeH="0" baseline="0" dirty="0">
                <a:ln>
                  <a:noFill/>
                </a:ln>
                <a:solidFill>
                  <a:schemeClr val="tx1"/>
                </a:solidFill>
                <a:effectLst/>
              </a:rPr>
              <a:t> TSNE </a:t>
            </a:r>
            <a:r>
              <a:rPr kumimoji="0" lang="en-US" altLang="en-US" sz="1600" b="0" i="0" u="none" strike="noStrike" cap="none" normalizeH="0" baseline="0" dirty="0" err="1">
                <a:ln>
                  <a:noFill/>
                </a:ln>
                <a:solidFill>
                  <a:schemeClr val="tx1"/>
                </a:solidFill>
                <a:effectLst/>
              </a:rPr>
              <a:t>tsne</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a:ln>
                  <a:noFill/>
                </a:ln>
                <a:solidFill>
                  <a:srgbClr val="055BE0"/>
                </a:solidFill>
                <a:effectLst/>
              </a:rPr>
              <a:t>=</a:t>
            </a:r>
            <a:r>
              <a:rPr kumimoji="0" lang="en-US" altLang="en-US" sz="1600" b="0" i="0" u="none" strike="noStrike" cap="none" normalizeH="0" baseline="0" dirty="0">
                <a:ln>
                  <a:noFill/>
                </a:ln>
                <a:solidFill>
                  <a:schemeClr val="tx1"/>
                </a:solidFill>
                <a:effectLst/>
              </a:rPr>
              <a:t> TSNE() </a:t>
            </a: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600" b="0" i="0" u="none" strike="noStrike" cap="none" normalizeH="0" baseline="0" dirty="0" err="1">
                <a:ln>
                  <a:noFill/>
                </a:ln>
                <a:solidFill>
                  <a:schemeClr val="tx1"/>
                </a:solidFill>
                <a:effectLst/>
              </a:rPr>
              <a:t>tsne_res</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a:ln>
                  <a:noFill/>
                </a:ln>
                <a:solidFill>
                  <a:srgbClr val="055BE0"/>
                </a:solidFill>
                <a:effectLst/>
              </a:rPr>
              <a:t>=</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err="1">
                <a:ln>
                  <a:noFill/>
                </a:ln>
                <a:solidFill>
                  <a:schemeClr val="tx1"/>
                </a:solidFill>
                <a:effectLst/>
              </a:rPr>
              <a:t>tsne</a:t>
            </a:r>
            <a:r>
              <a:rPr kumimoji="0" lang="en-US" altLang="en-US" sz="1600" b="0" i="0" u="none" strike="noStrike" cap="none" normalizeH="0" baseline="0" dirty="0" err="1">
                <a:ln>
                  <a:noFill/>
                </a:ln>
                <a:solidFill>
                  <a:srgbClr val="055BE0"/>
                </a:solidFill>
                <a:effectLst/>
              </a:rPr>
              <a:t>.</a:t>
            </a:r>
            <a:r>
              <a:rPr kumimoji="0" lang="en-US" altLang="en-US" sz="1600" b="0" i="0" u="none" strike="noStrike" cap="none" normalizeH="0" baseline="0" dirty="0" err="1">
                <a:ln>
                  <a:noFill/>
                </a:ln>
                <a:solidFill>
                  <a:schemeClr val="tx1"/>
                </a:solidFill>
                <a:effectLst/>
              </a:rPr>
              <a:t>fit_transform</a:t>
            </a:r>
            <a:r>
              <a:rPr kumimoji="0" lang="en-US" altLang="en-US" sz="1600" b="0" i="0" u="none" strike="noStrike" cap="none" normalizeH="0" baseline="0" dirty="0">
                <a:ln>
                  <a:noFill/>
                </a:ln>
                <a:solidFill>
                  <a:schemeClr val="tx1"/>
                </a:solidFill>
                <a:effectLst/>
              </a:rPr>
              <a:t>(</a:t>
            </a:r>
            <a:r>
              <a:rPr kumimoji="0" lang="en-US" altLang="en-US" sz="1600" b="0" i="0" u="none" strike="noStrike" cap="none" normalizeH="0" baseline="0" dirty="0" err="1">
                <a:ln>
                  <a:noFill/>
                </a:ln>
                <a:solidFill>
                  <a:schemeClr val="tx1"/>
                </a:solidFill>
                <a:effectLst/>
              </a:rPr>
              <a:t>X_tsn</a:t>
            </a:r>
            <a:r>
              <a:rPr kumimoji="0" lang="en-US" altLang="en-US" sz="1600" b="0" i="0" u="none" strike="noStrike" cap="none" normalizeH="0" baseline="0" dirty="0">
                <a:ln>
                  <a:noFill/>
                </a:ln>
                <a:solidFill>
                  <a:schemeClr val="tx1"/>
                </a:solidFill>
                <a:effectLst/>
              </a:rPr>
              <a:t>) </a:t>
            </a:r>
          </a:p>
        </p:txBody>
      </p:sp>
    </p:spTree>
    <p:extLst>
      <p:ext uri="{BB962C8B-B14F-4D97-AF65-F5344CB8AC3E}">
        <p14:creationId xmlns:p14="http://schemas.microsoft.com/office/powerpoint/2010/main" val="35594277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CB13733-CA9D-D6A2-4D3B-FB2D1A2FFB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13568" y="2425640"/>
            <a:ext cx="4121552" cy="3799225"/>
          </a:xfrm>
          <a:prstGeom prst="rect">
            <a:avLst/>
          </a:prstGeom>
        </p:spPr>
      </p:pic>
      <p:sp>
        <p:nvSpPr>
          <p:cNvPr id="2" name="Rectangle 1">
            <a:extLst>
              <a:ext uri="{FF2B5EF4-FFF2-40B4-BE49-F238E27FC236}">
                <a16:creationId xmlns:a16="http://schemas.microsoft.com/office/drawing/2014/main" id="{43985EF8-9F30-CE67-ECCA-A349922AA7DE}"/>
              </a:ext>
            </a:extLst>
          </p:cNvPr>
          <p:cNvSpPr>
            <a:spLocks noChangeArrowheads="1"/>
          </p:cNvSpPr>
          <p:nvPr/>
        </p:nvSpPr>
        <p:spPr bwMode="auto">
          <a:xfrm>
            <a:off x="555584" y="789367"/>
            <a:ext cx="9282897" cy="1526572"/>
          </a:xfrm>
          <a:prstGeom prst="rect">
            <a:avLst/>
          </a:prstGeom>
          <a:solidFill>
            <a:srgbClr val="F7F7F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30000"/>
              </a:spcBef>
              <a:spcAft>
                <a:spcPct val="0"/>
              </a:spcAft>
              <a:defRPr sz="1200">
                <a:solidFill>
                  <a:schemeClr val="tx1"/>
                </a:solidFill>
                <a:latin typeface="Arial" panose="020B0604020202020204" pitchFamily="34" charset="0"/>
              </a:defRPr>
            </a:lvl1pPr>
            <a:lvl2pPr eaLnBrk="0" fontAlgn="base" hangingPunct="0">
              <a:spcBef>
                <a:spcPct val="30000"/>
              </a:spcBef>
              <a:spcAft>
                <a:spcPct val="0"/>
              </a:spcAft>
              <a:defRPr sz="1200">
                <a:solidFill>
                  <a:schemeClr val="tx1"/>
                </a:solidFill>
                <a:latin typeface="Arial" panose="020B0604020202020204" pitchFamily="34" charset="0"/>
              </a:defRPr>
            </a:lvl2pPr>
            <a:lvl3pPr eaLnBrk="0" fontAlgn="base" hangingPunct="0">
              <a:spcBef>
                <a:spcPct val="30000"/>
              </a:spcBef>
              <a:spcAft>
                <a:spcPct val="0"/>
              </a:spcAft>
              <a:defRPr sz="1200">
                <a:solidFill>
                  <a:schemeClr val="tx1"/>
                </a:solidFill>
                <a:latin typeface="Arial" panose="020B0604020202020204" pitchFamily="34" charset="0"/>
              </a:defRPr>
            </a:lvl3pPr>
            <a:lvl4pPr eaLnBrk="0" fontAlgn="base" hangingPunct="0">
              <a:spcBef>
                <a:spcPct val="30000"/>
              </a:spcBef>
              <a:spcAft>
                <a:spcPct val="0"/>
              </a:spcAft>
              <a:defRPr sz="1200">
                <a:solidFill>
                  <a:schemeClr val="tx1"/>
                </a:solidFill>
                <a:latin typeface="Arial" panose="020B0604020202020204" pitchFamily="34" charset="0"/>
              </a:defRPr>
            </a:lvl4pPr>
            <a:lvl5pPr eaLnBrk="0" fontAlgn="base" hangingPunct="0">
              <a:spcBef>
                <a:spcPct val="30000"/>
              </a:spcBef>
              <a:spcAft>
                <a:spcPct val="0"/>
              </a:spcAft>
              <a:defRPr sz="1200">
                <a:solidFill>
                  <a:schemeClr val="tx1"/>
                </a:solidFill>
                <a:latin typeface="Arial" panose="020B0604020202020204" pitchFamily="34" charset="0"/>
              </a:defRPr>
            </a:lvl5pPr>
            <a:lvl6pPr eaLnBrk="0" fontAlgn="base" hangingPunct="0">
              <a:spcBef>
                <a:spcPct val="30000"/>
              </a:spcBef>
              <a:spcAft>
                <a:spcPct val="0"/>
              </a:spcAft>
              <a:defRPr sz="1200">
                <a:solidFill>
                  <a:schemeClr val="tx1"/>
                </a:solidFill>
                <a:latin typeface="Arial" panose="020B0604020202020204" pitchFamily="34" charset="0"/>
              </a:defRPr>
            </a:lvl6pPr>
            <a:lvl7pPr eaLnBrk="0" fontAlgn="base" hangingPunct="0">
              <a:spcBef>
                <a:spcPct val="30000"/>
              </a:spcBef>
              <a:spcAft>
                <a:spcPct val="0"/>
              </a:spcAft>
              <a:defRPr sz="1200">
                <a:solidFill>
                  <a:schemeClr val="tx1"/>
                </a:solidFill>
                <a:latin typeface="Arial" panose="020B0604020202020204" pitchFamily="34" charset="0"/>
              </a:defRPr>
            </a:lvl7pPr>
            <a:lvl8pPr eaLnBrk="0" fontAlgn="base" hangingPunct="0">
              <a:spcBef>
                <a:spcPct val="30000"/>
              </a:spcBef>
              <a:spcAft>
                <a:spcPct val="0"/>
              </a:spcAft>
              <a:defRPr sz="1200">
                <a:solidFill>
                  <a:schemeClr val="tx1"/>
                </a:solidFill>
                <a:latin typeface="Arial" panose="020B0604020202020204" pitchFamily="34" charset="0"/>
              </a:defRPr>
            </a:lvl8pPr>
            <a:lvl9pPr eaLnBrk="0" fontAlgn="base" hangingPunct="0">
              <a:spcBef>
                <a:spcPct val="30000"/>
              </a:spcBef>
              <a:spcAft>
                <a:spcPct val="0"/>
              </a:spcAft>
              <a:defRPr sz="12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600" b="0" i="0" u="none" strike="noStrike" cap="none" normalizeH="0" baseline="0" dirty="0" err="1">
                <a:ln>
                  <a:noFill/>
                </a:ln>
                <a:solidFill>
                  <a:schemeClr val="tx1"/>
                </a:solidFill>
                <a:effectLst/>
                <a:latin typeface="+mn-lt"/>
              </a:rPr>
              <a:t>plt</a:t>
            </a:r>
            <a:r>
              <a:rPr kumimoji="0" lang="en-US" altLang="en-US" sz="1600" b="0" i="0" u="none" strike="noStrike" cap="none" normalizeH="0" baseline="0" dirty="0" err="1">
                <a:ln>
                  <a:noFill/>
                </a:ln>
                <a:solidFill>
                  <a:srgbClr val="055BE0"/>
                </a:solidFill>
                <a:effectLst/>
                <a:latin typeface="+mn-lt"/>
              </a:rPr>
              <a:t>.</a:t>
            </a:r>
            <a:r>
              <a:rPr kumimoji="0" lang="en-US" altLang="en-US" sz="1600" b="0" i="0" u="none" strike="noStrike" cap="none" normalizeH="0" baseline="0" dirty="0" err="1">
                <a:ln>
                  <a:noFill/>
                </a:ln>
                <a:solidFill>
                  <a:schemeClr val="tx1"/>
                </a:solidFill>
                <a:effectLst/>
                <a:latin typeface="+mn-lt"/>
              </a:rPr>
              <a:t>figure</a:t>
            </a:r>
            <a:r>
              <a:rPr kumimoji="0" lang="en-US" altLang="en-US" sz="1600" b="0" i="0" u="none" strike="noStrike" cap="none" normalizeH="0" baseline="0" dirty="0">
                <a:ln>
                  <a:noFill/>
                </a:ln>
                <a:solidFill>
                  <a:schemeClr val="tx1"/>
                </a:solidFill>
                <a:effectLst/>
                <a:latin typeface="+mn-lt"/>
              </a:rPr>
              <a:t>(</a:t>
            </a:r>
            <a:r>
              <a:rPr kumimoji="0" lang="en-US" altLang="en-US" sz="1600" b="0" i="0" u="none" strike="noStrike" cap="none" normalizeH="0" baseline="0" dirty="0" err="1">
                <a:ln>
                  <a:noFill/>
                </a:ln>
                <a:solidFill>
                  <a:schemeClr val="tx1"/>
                </a:solidFill>
                <a:effectLst/>
                <a:latin typeface="+mn-lt"/>
              </a:rPr>
              <a:t>figsize</a:t>
            </a:r>
            <a:r>
              <a:rPr kumimoji="0" lang="en-US" altLang="en-US" sz="1600" b="0" i="0" u="none" strike="noStrike" cap="none" normalizeH="0" baseline="0" dirty="0">
                <a:ln>
                  <a:noFill/>
                </a:ln>
                <a:solidFill>
                  <a:srgbClr val="055BE0"/>
                </a:solidFill>
                <a:effectLst/>
                <a:latin typeface="+mn-lt"/>
              </a:rPr>
              <a:t>=</a:t>
            </a:r>
            <a:r>
              <a:rPr kumimoji="0" lang="en-US" altLang="en-US" sz="1600" b="0" i="0" u="none" strike="noStrike" cap="none" normalizeH="0" baseline="0" dirty="0">
                <a:ln>
                  <a:noFill/>
                </a:ln>
                <a:solidFill>
                  <a:schemeClr val="tx1"/>
                </a:solidFill>
                <a:effectLst/>
                <a:latin typeface="+mn-lt"/>
              </a:rPr>
              <a:t>(</a:t>
            </a:r>
            <a:r>
              <a:rPr kumimoji="0" lang="en-US" altLang="en-US" sz="1600" b="0" i="0" u="none" strike="noStrike" cap="none" normalizeH="0" baseline="0" dirty="0">
                <a:ln>
                  <a:noFill/>
                </a:ln>
                <a:solidFill>
                  <a:srgbClr val="666666"/>
                </a:solidFill>
                <a:effectLst/>
                <a:latin typeface="+mn-lt"/>
              </a:rPr>
              <a:t>14</a:t>
            </a:r>
            <a:r>
              <a:rPr kumimoji="0" lang="en-US" altLang="en-US" sz="1600" b="0" i="0" u="none" strike="noStrike" cap="none" normalizeH="0" baseline="0" dirty="0">
                <a:ln>
                  <a:noFill/>
                </a:ln>
                <a:solidFill>
                  <a:schemeClr val="tx1"/>
                </a:solidFill>
                <a:effectLst/>
                <a:latin typeface="+mn-lt"/>
              </a:rPr>
              <a:t>, </a:t>
            </a:r>
            <a:r>
              <a:rPr kumimoji="0" lang="en-US" altLang="en-US" sz="1600" b="0" i="0" u="none" strike="noStrike" cap="none" normalizeH="0" baseline="0" dirty="0">
                <a:ln>
                  <a:noFill/>
                </a:ln>
                <a:solidFill>
                  <a:srgbClr val="666666"/>
                </a:solidFill>
                <a:effectLst/>
                <a:latin typeface="+mn-lt"/>
              </a:rPr>
              <a:t>12</a:t>
            </a:r>
            <a:r>
              <a:rPr kumimoji="0" lang="en-US" altLang="en-US" sz="1600" b="0" i="0" u="none" strike="noStrike" cap="none" normalizeH="0" baseline="0" dirty="0">
                <a:ln>
                  <a:noFill/>
                </a:ln>
                <a:solidFill>
                  <a:schemeClr val="tx1"/>
                </a:solidFill>
                <a:effectLst/>
                <a:latin typeface="+mn-lt"/>
              </a:rPr>
              <a:t>)) </a:t>
            </a: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600" b="0" i="0" u="none" strike="noStrike" cap="none" normalizeH="0" baseline="0" dirty="0" err="1">
                <a:ln>
                  <a:noFill/>
                </a:ln>
                <a:solidFill>
                  <a:schemeClr val="tx1"/>
                </a:solidFill>
                <a:effectLst/>
                <a:latin typeface="+mn-lt"/>
              </a:rPr>
              <a:t>plt</a:t>
            </a:r>
            <a:r>
              <a:rPr kumimoji="0" lang="en-US" altLang="en-US" sz="1600" b="0" i="0" u="none" strike="noStrike" cap="none" normalizeH="0" baseline="0" dirty="0" err="1">
                <a:ln>
                  <a:noFill/>
                </a:ln>
                <a:solidFill>
                  <a:srgbClr val="055BE0"/>
                </a:solidFill>
                <a:effectLst/>
                <a:latin typeface="+mn-lt"/>
              </a:rPr>
              <a:t>.</a:t>
            </a:r>
            <a:r>
              <a:rPr kumimoji="0" lang="en-US" altLang="en-US" sz="1600" b="0" i="0" u="none" strike="noStrike" cap="none" normalizeH="0" baseline="0" dirty="0" err="1">
                <a:ln>
                  <a:noFill/>
                </a:ln>
                <a:solidFill>
                  <a:schemeClr val="tx1"/>
                </a:solidFill>
                <a:effectLst/>
                <a:latin typeface="+mn-lt"/>
              </a:rPr>
              <a:t>scatter</a:t>
            </a:r>
            <a:r>
              <a:rPr kumimoji="0" lang="en-US" altLang="en-US" sz="1600" b="0" i="0" u="none" strike="noStrike" cap="none" normalizeH="0" baseline="0" dirty="0">
                <a:ln>
                  <a:noFill/>
                </a:ln>
                <a:solidFill>
                  <a:schemeClr val="tx1"/>
                </a:solidFill>
                <a:effectLst/>
                <a:latin typeface="+mn-lt"/>
              </a:rPr>
              <a:t>(</a:t>
            </a:r>
            <a:r>
              <a:rPr kumimoji="0" lang="en-US" altLang="en-US" sz="1600" b="0" i="0" u="none" strike="noStrike" cap="none" normalizeH="0" baseline="0" dirty="0" err="1">
                <a:ln>
                  <a:noFill/>
                </a:ln>
                <a:solidFill>
                  <a:schemeClr val="tx1"/>
                </a:solidFill>
                <a:effectLst/>
                <a:latin typeface="+mn-lt"/>
              </a:rPr>
              <a:t>tsne_res</a:t>
            </a:r>
            <a:r>
              <a:rPr kumimoji="0" lang="en-US" altLang="en-US" sz="1600" b="0" i="0" u="none" strike="noStrike" cap="none" normalizeH="0" baseline="0" dirty="0">
                <a:ln>
                  <a:noFill/>
                </a:ln>
                <a:solidFill>
                  <a:schemeClr val="tx1"/>
                </a:solidFill>
                <a:effectLst/>
                <a:latin typeface="+mn-lt"/>
              </a:rPr>
              <a:t>[:,</a:t>
            </a:r>
            <a:r>
              <a:rPr kumimoji="0" lang="en-US" altLang="en-US" sz="1600" b="0" i="0" u="none" strike="noStrike" cap="none" normalizeH="0" baseline="0" dirty="0">
                <a:ln>
                  <a:noFill/>
                </a:ln>
                <a:solidFill>
                  <a:srgbClr val="666666"/>
                </a:solidFill>
                <a:effectLst/>
                <a:latin typeface="+mn-lt"/>
              </a:rPr>
              <a:t>0</a:t>
            </a:r>
            <a:r>
              <a:rPr kumimoji="0" lang="en-US" altLang="en-US" sz="1600" b="0" i="0" u="none" strike="noStrike" cap="none" normalizeH="0" baseline="0" dirty="0">
                <a:ln>
                  <a:noFill/>
                </a:ln>
                <a:solidFill>
                  <a:schemeClr val="tx1"/>
                </a:solidFill>
                <a:effectLst/>
                <a:latin typeface="+mn-lt"/>
              </a:rPr>
              <a:t>], </a:t>
            </a:r>
            <a:r>
              <a:rPr kumimoji="0" lang="en-US" altLang="en-US" sz="1600" b="0" i="0" u="none" strike="noStrike" cap="none" normalizeH="0" baseline="0" dirty="0" err="1">
                <a:ln>
                  <a:noFill/>
                </a:ln>
                <a:solidFill>
                  <a:schemeClr val="tx1"/>
                </a:solidFill>
                <a:effectLst/>
                <a:latin typeface="+mn-lt"/>
              </a:rPr>
              <a:t>tsne_res</a:t>
            </a:r>
            <a:r>
              <a:rPr kumimoji="0" lang="en-US" altLang="en-US" sz="1600" b="0" i="0" u="none" strike="noStrike" cap="none" normalizeH="0" baseline="0" dirty="0">
                <a:ln>
                  <a:noFill/>
                </a:ln>
                <a:solidFill>
                  <a:schemeClr val="tx1"/>
                </a:solidFill>
                <a:effectLst/>
                <a:latin typeface="+mn-lt"/>
              </a:rPr>
              <a:t>[:,</a:t>
            </a:r>
            <a:r>
              <a:rPr kumimoji="0" lang="en-US" altLang="en-US" sz="1600" b="0" i="0" u="none" strike="noStrike" cap="none" normalizeH="0" baseline="0" dirty="0">
                <a:ln>
                  <a:noFill/>
                </a:ln>
                <a:solidFill>
                  <a:srgbClr val="666666"/>
                </a:solidFill>
                <a:effectLst/>
                <a:latin typeface="+mn-lt"/>
              </a:rPr>
              <a:t>1</a:t>
            </a:r>
            <a:r>
              <a:rPr kumimoji="0" lang="en-US" altLang="en-US" sz="1600" b="0" i="0" u="none" strike="noStrike" cap="none" normalizeH="0" baseline="0" dirty="0">
                <a:ln>
                  <a:noFill/>
                </a:ln>
                <a:solidFill>
                  <a:schemeClr val="tx1"/>
                </a:solidFill>
                <a:effectLst/>
                <a:latin typeface="+mn-lt"/>
              </a:rPr>
              <a:t>], c</a:t>
            </a:r>
            <a:r>
              <a:rPr kumimoji="0" lang="en-US" altLang="en-US" sz="1600" b="0" i="0" u="none" strike="noStrike" cap="none" normalizeH="0" baseline="0" dirty="0">
                <a:ln>
                  <a:noFill/>
                </a:ln>
                <a:solidFill>
                  <a:srgbClr val="055BE0"/>
                </a:solidFill>
                <a:effectLst/>
                <a:latin typeface="+mn-lt"/>
              </a:rPr>
              <a:t>=</a:t>
            </a:r>
            <a:r>
              <a:rPr kumimoji="0" lang="en-US" altLang="en-US" sz="1600" b="0" i="0" u="none" strike="noStrike" cap="none" normalizeH="0" baseline="0" dirty="0">
                <a:ln>
                  <a:noFill/>
                </a:ln>
                <a:solidFill>
                  <a:schemeClr val="tx1"/>
                </a:solidFill>
                <a:effectLst/>
                <a:latin typeface="+mn-lt"/>
              </a:rPr>
              <a:t>y, s</a:t>
            </a:r>
            <a:r>
              <a:rPr kumimoji="0" lang="en-US" altLang="en-US" sz="1600" b="0" i="0" u="none" strike="noStrike" cap="none" normalizeH="0" baseline="0" dirty="0">
                <a:ln>
                  <a:noFill/>
                </a:ln>
                <a:solidFill>
                  <a:srgbClr val="055BE0"/>
                </a:solidFill>
                <a:effectLst/>
                <a:latin typeface="+mn-lt"/>
              </a:rPr>
              <a:t>=</a:t>
            </a:r>
            <a:r>
              <a:rPr kumimoji="0" lang="en-US" altLang="en-US" sz="1600" b="0" i="0" u="none" strike="noStrike" cap="none" normalizeH="0" baseline="0" dirty="0">
                <a:ln>
                  <a:noFill/>
                </a:ln>
                <a:solidFill>
                  <a:srgbClr val="666666"/>
                </a:solidFill>
                <a:effectLst/>
                <a:latin typeface="+mn-lt"/>
              </a:rPr>
              <a:t>2</a:t>
            </a:r>
            <a:r>
              <a:rPr kumimoji="0" lang="en-US" altLang="en-US" sz="1600" b="0" i="0" u="none" strike="noStrike" cap="none" normalizeH="0" baseline="0" dirty="0">
                <a:ln>
                  <a:noFill/>
                </a:ln>
                <a:solidFill>
                  <a:schemeClr val="tx1"/>
                </a:solidFill>
                <a:effectLst/>
                <a:latin typeface="+mn-lt"/>
              </a:rPr>
              <a:t>) </a:t>
            </a: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600" b="0" i="0" u="none" strike="noStrike" cap="none" normalizeH="0" baseline="0" dirty="0" err="1">
                <a:ln>
                  <a:noFill/>
                </a:ln>
                <a:solidFill>
                  <a:schemeClr val="tx1"/>
                </a:solidFill>
                <a:effectLst/>
                <a:latin typeface="+mn-lt"/>
              </a:rPr>
              <a:t>plt</a:t>
            </a:r>
            <a:r>
              <a:rPr kumimoji="0" lang="en-US" altLang="en-US" sz="1600" b="0" i="0" u="none" strike="noStrike" cap="none" normalizeH="0" baseline="0" dirty="0" err="1">
                <a:ln>
                  <a:noFill/>
                </a:ln>
                <a:solidFill>
                  <a:srgbClr val="055BE0"/>
                </a:solidFill>
                <a:effectLst/>
                <a:latin typeface="+mn-lt"/>
              </a:rPr>
              <a:t>.</a:t>
            </a:r>
            <a:r>
              <a:rPr kumimoji="0" lang="en-US" altLang="en-US" sz="1600" b="0" i="0" u="none" strike="noStrike" cap="none" normalizeH="0" baseline="0" dirty="0" err="1">
                <a:ln>
                  <a:noFill/>
                </a:ln>
                <a:solidFill>
                  <a:schemeClr val="tx1"/>
                </a:solidFill>
                <a:effectLst/>
                <a:latin typeface="+mn-lt"/>
              </a:rPr>
              <a:t>xticks</a:t>
            </a:r>
            <a:r>
              <a:rPr kumimoji="0" lang="en-US" altLang="en-US" sz="1600" b="0" i="0" u="none" strike="noStrike" cap="none" normalizeH="0" baseline="0" dirty="0">
                <a:ln>
                  <a:noFill/>
                </a:ln>
                <a:solidFill>
                  <a:schemeClr val="tx1"/>
                </a:solidFill>
                <a:effectLst/>
                <a:latin typeface="+mn-lt"/>
              </a:rPr>
              <a:t>([]) </a:t>
            </a: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600" b="0" i="0" u="none" strike="noStrike" cap="none" normalizeH="0" baseline="0" dirty="0" err="1">
                <a:ln>
                  <a:noFill/>
                </a:ln>
                <a:solidFill>
                  <a:schemeClr val="tx1"/>
                </a:solidFill>
                <a:effectLst/>
                <a:latin typeface="+mn-lt"/>
              </a:rPr>
              <a:t>plt</a:t>
            </a:r>
            <a:r>
              <a:rPr kumimoji="0" lang="en-US" altLang="en-US" sz="1600" b="0" i="0" u="none" strike="noStrike" cap="none" normalizeH="0" baseline="0" dirty="0" err="1">
                <a:ln>
                  <a:noFill/>
                </a:ln>
                <a:solidFill>
                  <a:srgbClr val="055BE0"/>
                </a:solidFill>
                <a:effectLst/>
                <a:latin typeface="+mn-lt"/>
              </a:rPr>
              <a:t>.</a:t>
            </a:r>
            <a:r>
              <a:rPr kumimoji="0" lang="en-US" altLang="en-US" sz="1600" b="0" i="0" u="none" strike="noStrike" cap="none" normalizeH="0" baseline="0" dirty="0" err="1">
                <a:ln>
                  <a:noFill/>
                </a:ln>
                <a:solidFill>
                  <a:schemeClr val="tx1"/>
                </a:solidFill>
                <a:effectLst/>
                <a:latin typeface="+mn-lt"/>
              </a:rPr>
              <a:t>yticks</a:t>
            </a:r>
            <a:r>
              <a:rPr kumimoji="0" lang="en-US" altLang="en-US" sz="1600" b="0" i="0" u="none" strike="noStrike" cap="none" normalizeH="0" baseline="0" dirty="0">
                <a:ln>
                  <a:noFill/>
                </a:ln>
                <a:solidFill>
                  <a:schemeClr val="tx1"/>
                </a:solidFill>
                <a:effectLst/>
                <a:latin typeface="+mn-lt"/>
              </a:rPr>
              <a:t>([]) </a:t>
            </a: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600" b="0" i="0" u="none" strike="noStrike" cap="none" normalizeH="0" baseline="0" dirty="0" err="1">
                <a:ln>
                  <a:noFill/>
                </a:ln>
                <a:solidFill>
                  <a:schemeClr val="tx1"/>
                </a:solidFill>
                <a:effectLst/>
                <a:latin typeface="+mn-lt"/>
              </a:rPr>
              <a:t>plt</a:t>
            </a:r>
            <a:r>
              <a:rPr kumimoji="0" lang="en-US" altLang="en-US" sz="1600" b="0" i="0" u="none" strike="noStrike" cap="none" normalizeH="0" baseline="0" dirty="0" err="1">
                <a:ln>
                  <a:noFill/>
                </a:ln>
                <a:solidFill>
                  <a:srgbClr val="055BE0"/>
                </a:solidFill>
                <a:effectLst/>
                <a:latin typeface="+mn-lt"/>
              </a:rPr>
              <a:t>.</a:t>
            </a:r>
            <a:r>
              <a:rPr kumimoji="0" lang="en-US" altLang="en-US" sz="1600" b="0" i="0" u="none" strike="noStrike" cap="none" normalizeH="0" baseline="0" dirty="0" err="1">
                <a:ln>
                  <a:noFill/>
                </a:ln>
                <a:solidFill>
                  <a:schemeClr val="tx1"/>
                </a:solidFill>
                <a:effectLst/>
                <a:latin typeface="+mn-lt"/>
              </a:rPr>
              <a:t>colorbar</a:t>
            </a:r>
            <a:r>
              <a:rPr kumimoji="0" lang="en-US" altLang="en-US" sz="1600" b="0" i="0" u="none" strike="noStrike" cap="none" normalizeH="0" baseline="0" dirty="0">
                <a:ln>
                  <a:noFill/>
                </a:ln>
                <a:solidFill>
                  <a:schemeClr val="tx1"/>
                </a:solidFill>
                <a:effectLst/>
                <a:latin typeface="+mn-lt"/>
              </a:rPr>
              <a:t>(); </a:t>
            </a:r>
          </a:p>
        </p:txBody>
      </p:sp>
    </p:spTree>
    <p:extLst>
      <p:ext uri="{BB962C8B-B14F-4D97-AF65-F5344CB8AC3E}">
        <p14:creationId xmlns:p14="http://schemas.microsoft.com/office/powerpoint/2010/main" val="34857275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7646741-0B41-2C97-2332-565705264D77}"/>
              </a:ext>
            </a:extLst>
          </p:cNvPr>
          <p:cNvSpPr>
            <a:spLocks noChangeArrowheads="1"/>
          </p:cNvSpPr>
          <p:nvPr/>
        </p:nvSpPr>
        <p:spPr bwMode="auto">
          <a:xfrm>
            <a:off x="613458" y="892880"/>
            <a:ext cx="9375494" cy="22364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01568" rIns="0" bIns="101568"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000000"/>
                </a:solidFill>
                <a:effectLst/>
                <a:latin typeface="+mn-lt"/>
              </a:rPr>
              <a:t>Splitting data into training and validation dataset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mn-lt"/>
              </a:rPr>
              <a:t>We are dividing our dataset </a:t>
            </a:r>
            <a:r>
              <a:rPr kumimoji="0" lang="en-US" altLang="en-US" sz="1600" b="1" i="0" u="none" strike="noStrike" cap="none" normalizeH="0" baseline="0" dirty="0">
                <a:ln>
                  <a:noFill/>
                </a:ln>
                <a:solidFill>
                  <a:schemeClr val="tx1"/>
                </a:solidFill>
                <a:effectLst/>
                <a:latin typeface="+mn-lt"/>
              </a:rPr>
              <a:t>(X)</a:t>
            </a:r>
            <a:r>
              <a:rPr kumimoji="0" lang="en-US" altLang="en-US" sz="1600" b="0" i="0" u="none" strike="noStrike" cap="none" normalizeH="0" baseline="0" dirty="0">
                <a:ln>
                  <a:noFill/>
                </a:ln>
                <a:solidFill>
                  <a:schemeClr val="tx1"/>
                </a:solidFill>
                <a:effectLst/>
                <a:latin typeface="+mn-lt"/>
              </a:rPr>
              <a:t> into two parts.</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600" b="0" i="0" u="none" strike="noStrike" cap="none" normalizeH="0" baseline="0" dirty="0">
                <a:ln>
                  <a:noFill/>
                </a:ln>
                <a:solidFill>
                  <a:schemeClr val="tx1"/>
                </a:solidFill>
                <a:effectLst/>
                <a:latin typeface="+mn-lt"/>
              </a:rPr>
              <a:t>The </a:t>
            </a:r>
            <a:r>
              <a:rPr kumimoji="0" lang="en-US" altLang="en-US" sz="1600" b="1" i="0" u="none" strike="noStrike" cap="none" normalizeH="0" baseline="0" dirty="0">
                <a:ln>
                  <a:noFill/>
                </a:ln>
                <a:solidFill>
                  <a:schemeClr val="tx1"/>
                </a:solidFill>
                <a:effectLst/>
                <a:latin typeface="+mn-lt"/>
              </a:rPr>
              <a:t>training dataset (80%)</a:t>
            </a:r>
            <a:r>
              <a:rPr kumimoji="0" lang="en-US" altLang="en-US" sz="1600" b="0" i="0" u="none" strike="noStrike" cap="none" normalizeH="0" baseline="0" dirty="0">
                <a:ln>
                  <a:noFill/>
                </a:ln>
                <a:solidFill>
                  <a:schemeClr val="tx1"/>
                </a:solidFill>
                <a:effectLst/>
                <a:latin typeface="+mn-lt"/>
              </a:rPr>
              <a:t> is used to fit our models</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600" b="0" i="0" u="none" strike="noStrike" cap="none" normalizeH="0" baseline="0" dirty="0">
                <a:ln>
                  <a:noFill/>
                </a:ln>
                <a:solidFill>
                  <a:schemeClr val="tx1"/>
                </a:solidFill>
                <a:effectLst/>
                <a:latin typeface="+mn-lt"/>
              </a:rPr>
              <a:t>The </a:t>
            </a:r>
            <a:r>
              <a:rPr kumimoji="0" lang="en-US" altLang="en-US" sz="1600" b="1" i="0" u="none" strike="noStrike" cap="none" normalizeH="0" baseline="0" dirty="0">
                <a:ln>
                  <a:noFill/>
                </a:ln>
                <a:solidFill>
                  <a:schemeClr val="tx1"/>
                </a:solidFill>
                <a:effectLst/>
                <a:latin typeface="+mn-lt"/>
              </a:rPr>
              <a:t>Validation dataset (20%)</a:t>
            </a:r>
            <a:r>
              <a:rPr kumimoji="0" lang="en-US" altLang="en-US" sz="1600" b="0" i="0" u="none" strike="noStrike" cap="none" normalizeH="0" baseline="0" dirty="0">
                <a:ln>
                  <a:noFill/>
                </a:ln>
                <a:solidFill>
                  <a:schemeClr val="tx1"/>
                </a:solidFill>
                <a:effectLst/>
                <a:latin typeface="+mn-lt"/>
              </a:rPr>
              <a:t> is used to evaluate our models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err="1">
                <a:ln>
                  <a:noFill/>
                </a:ln>
                <a:solidFill>
                  <a:schemeClr val="tx1"/>
                </a:solidFill>
                <a:effectLst/>
                <a:latin typeface="+mn-lt"/>
              </a:rPr>
              <a:t>train_test_split</a:t>
            </a:r>
            <a:r>
              <a:rPr kumimoji="0" lang="en-US" altLang="en-US" sz="1600" b="0" i="0" u="none" strike="noStrike" cap="none" normalizeH="0" baseline="0" dirty="0">
                <a:ln>
                  <a:noFill/>
                </a:ln>
                <a:solidFill>
                  <a:schemeClr val="tx1"/>
                </a:solidFill>
                <a:effectLst/>
                <a:latin typeface="+mn-lt"/>
              </a:rPr>
              <a:t>() method returns us the training data, its labels and also the validation data and its labels.</a:t>
            </a:r>
          </a:p>
        </p:txBody>
      </p:sp>
      <p:sp>
        <p:nvSpPr>
          <p:cNvPr id="3" name="Rectangle 2">
            <a:extLst>
              <a:ext uri="{FF2B5EF4-FFF2-40B4-BE49-F238E27FC236}">
                <a16:creationId xmlns:a16="http://schemas.microsoft.com/office/drawing/2014/main" id="{7CA9C929-C35B-FC60-D0E3-6F7385195453}"/>
              </a:ext>
            </a:extLst>
          </p:cNvPr>
          <p:cNvSpPr>
            <a:spLocks noChangeArrowheads="1"/>
          </p:cNvSpPr>
          <p:nvPr/>
        </p:nvSpPr>
        <p:spPr bwMode="auto">
          <a:xfrm>
            <a:off x="613458" y="3728676"/>
            <a:ext cx="9699585" cy="430887"/>
          </a:xfrm>
          <a:prstGeom prst="rect">
            <a:avLst/>
          </a:prstGeom>
          <a:solidFill>
            <a:srgbClr val="F7F7F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7B00"/>
                </a:solidFill>
                <a:effectLst/>
                <a:latin typeface="Roboto Mono" panose="00000009000000000000" pitchFamily="49" charset="0"/>
              </a:rPr>
              <a:t>from</a:t>
            </a:r>
            <a:r>
              <a:rPr kumimoji="0" lang="en-US" altLang="en-US" sz="1000" b="0" i="0" u="none" strike="noStrike" cap="none" normalizeH="0" baseline="0" dirty="0">
                <a:ln>
                  <a:noFill/>
                </a:ln>
                <a:solidFill>
                  <a:schemeClr val="tx1"/>
                </a:solidFill>
                <a:effectLst/>
                <a:latin typeface="Roboto Mono" panose="00000009000000000000" pitchFamily="49" charset="0"/>
              </a:rPr>
              <a:t> </a:t>
            </a:r>
            <a:r>
              <a:rPr kumimoji="0" lang="en-US" altLang="en-US" sz="1000" b="0" i="0" u="none" strike="noStrike" cap="none" normalizeH="0" baseline="0" dirty="0" err="1">
                <a:ln>
                  <a:noFill/>
                </a:ln>
                <a:solidFill>
                  <a:schemeClr val="tx1"/>
                </a:solidFill>
                <a:effectLst/>
                <a:latin typeface="Roboto Mono" panose="00000009000000000000" pitchFamily="49" charset="0"/>
              </a:rPr>
              <a:t>sklearn.model_selection</a:t>
            </a:r>
            <a:r>
              <a:rPr kumimoji="0" lang="en-US" altLang="en-US" sz="1000" b="0" i="0" u="none" strike="noStrike" cap="none" normalizeH="0" baseline="0" dirty="0">
                <a:ln>
                  <a:noFill/>
                </a:ln>
                <a:solidFill>
                  <a:schemeClr val="tx1"/>
                </a:solidFill>
                <a:effectLst/>
                <a:latin typeface="Roboto Mono" panose="00000009000000000000"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7B00"/>
                </a:solidFill>
                <a:effectLst/>
                <a:latin typeface="Roboto Mono" panose="00000009000000000000" pitchFamily="49" charset="0"/>
              </a:rPr>
              <a:t>import</a:t>
            </a:r>
            <a:r>
              <a:rPr kumimoji="0" lang="en-US" altLang="en-US" sz="1000" b="0" i="0" u="none" strike="noStrike" cap="none" normalizeH="0" baseline="0" dirty="0">
                <a:ln>
                  <a:noFill/>
                </a:ln>
                <a:solidFill>
                  <a:schemeClr val="tx1"/>
                </a:solidFill>
                <a:effectLst/>
                <a:latin typeface="Roboto Mono" panose="00000009000000000000" pitchFamily="49" charset="0"/>
              </a:rPr>
              <a:t> </a:t>
            </a:r>
            <a:r>
              <a:rPr kumimoji="0" lang="en-US" altLang="en-US" sz="1200" b="0" i="0" u="none" strike="noStrike" cap="none" normalizeH="0" baseline="0" dirty="0" err="1">
                <a:ln>
                  <a:noFill/>
                </a:ln>
                <a:solidFill>
                  <a:schemeClr val="tx1"/>
                </a:solidFill>
                <a:effectLst/>
                <a:latin typeface="Arial" panose="020B0604020202020204" pitchFamily="34" charset="0"/>
              </a:rPr>
              <a:t>train_test_split</a:t>
            </a:r>
            <a:r>
              <a:rPr kumimoji="0" lang="en-US" altLang="en-US" sz="1000" b="0" i="0" u="none" strike="noStrike" cap="none" normalizeH="0" baseline="0" dirty="0">
                <a:ln>
                  <a:noFill/>
                </a:ln>
                <a:solidFill>
                  <a:schemeClr val="tx1"/>
                </a:solidFill>
                <a:effectLst/>
                <a:latin typeface="Roboto Mono" panose="00000009000000000000" pitchFamily="49" charset="0"/>
              </a:rPr>
              <a:t> </a:t>
            </a:r>
            <a:r>
              <a:rPr kumimoji="0" lang="en-US" altLang="en-US" sz="1200" b="0" i="0" u="none" strike="noStrike" cap="none" normalizeH="0" baseline="0" dirty="0" err="1">
                <a:ln>
                  <a:noFill/>
                </a:ln>
                <a:solidFill>
                  <a:schemeClr val="tx1"/>
                </a:solidFill>
                <a:effectLst/>
                <a:latin typeface="Arial" panose="020B0604020202020204" pitchFamily="34" charset="0"/>
              </a:rPr>
              <a:t>X_train</a:t>
            </a:r>
            <a:r>
              <a:rPr kumimoji="0" lang="en-US" altLang="en-US" sz="1000" b="0" i="0" u="none" strike="noStrike" cap="none" normalizeH="0" baseline="0" dirty="0">
                <a:ln>
                  <a:noFill/>
                </a:ln>
                <a:solidFill>
                  <a:schemeClr val="tx1"/>
                </a:solidFill>
                <a:effectLst/>
                <a:latin typeface="Roboto Mono" panose="00000009000000000000" pitchFamily="49" charset="0"/>
              </a:rPr>
              <a:t>, </a:t>
            </a:r>
            <a:r>
              <a:rPr kumimoji="0" lang="en-US" altLang="en-US" sz="1200" b="0" i="0" u="none" strike="noStrike" cap="none" normalizeH="0" baseline="0" dirty="0" err="1">
                <a:ln>
                  <a:noFill/>
                </a:ln>
                <a:solidFill>
                  <a:schemeClr val="tx1"/>
                </a:solidFill>
                <a:effectLst/>
                <a:latin typeface="Arial" panose="020B0604020202020204" pitchFamily="34" charset="0"/>
              </a:rPr>
              <a:t>X_validation</a:t>
            </a:r>
            <a:r>
              <a:rPr kumimoji="0" lang="en-US" altLang="en-US" sz="1000" b="0" i="0" u="none" strike="noStrike" cap="none" normalizeH="0" baseline="0" dirty="0">
                <a:ln>
                  <a:noFill/>
                </a:ln>
                <a:solidFill>
                  <a:schemeClr val="tx1"/>
                </a:solidFill>
                <a:effectLst/>
                <a:latin typeface="Roboto Mono" panose="00000009000000000000" pitchFamily="49" charset="0"/>
              </a:rPr>
              <a:t>, </a:t>
            </a:r>
            <a:r>
              <a:rPr kumimoji="0" lang="en-US" altLang="en-US" sz="1200" b="0" i="0" u="none" strike="noStrike" cap="none" normalizeH="0" baseline="0" dirty="0" err="1">
                <a:ln>
                  <a:noFill/>
                </a:ln>
                <a:solidFill>
                  <a:schemeClr val="tx1"/>
                </a:solidFill>
                <a:effectLst/>
                <a:latin typeface="Arial" panose="020B0604020202020204" pitchFamily="34" charset="0"/>
              </a:rPr>
              <a:t>y_train</a:t>
            </a:r>
            <a:r>
              <a:rPr kumimoji="0" lang="en-US" altLang="en-US" sz="1000" b="0" i="0" u="none" strike="noStrike" cap="none" normalizeH="0" baseline="0" dirty="0">
                <a:ln>
                  <a:noFill/>
                </a:ln>
                <a:solidFill>
                  <a:schemeClr val="tx1"/>
                </a:solidFill>
                <a:effectLst/>
                <a:latin typeface="Roboto Mono" panose="00000009000000000000" pitchFamily="49" charset="0"/>
              </a:rPr>
              <a:t>, </a:t>
            </a:r>
            <a:r>
              <a:rPr kumimoji="0" lang="en-US" altLang="en-US" sz="1200" b="0" i="0" u="none" strike="noStrike" cap="none" normalizeH="0" baseline="0" dirty="0" err="1">
                <a:ln>
                  <a:noFill/>
                </a:ln>
                <a:solidFill>
                  <a:schemeClr val="tx1"/>
                </a:solidFill>
                <a:effectLst/>
                <a:latin typeface="Arial" panose="020B0604020202020204" pitchFamily="34" charset="0"/>
              </a:rPr>
              <a:t>y_validation</a:t>
            </a:r>
            <a:r>
              <a:rPr kumimoji="0" lang="en-US" altLang="en-US" sz="1000" b="0" i="0" u="none" strike="noStrike" cap="none" normalizeH="0" baseline="0" dirty="0">
                <a:ln>
                  <a:noFill/>
                </a:ln>
                <a:solidFill>
                  <a:schemeClr val="tx1"/>
                </a:solidFill>
                <a:effectLst/>
                <a:latin typeface="Roboto Mono" panose="00000009000000000000" pitchFamily="49" charset="0"/>
              </a:rPr>
              <a:t> </a:t>
            </a:r>
            <a:r>
              <a:rPr kumimoji="0" lang="en-US" altLang="en-US" sz="1800" b="0" i="0" u="none" strike="noStrike" cap="none" normalizeH="0" baseline="0" dirty="0">
                <a:ln>
                  <a:noFill/>
                </a:ln>
                <a:solidFill>
                  <a:srgbClr val="055BE0"/>
                </a:solidFill>
                <a:effectLst/>
                <a:latin typeface="Arial" panose="020B0604020202020204" pitchFamily="34" charset="0"/>
              </a:rPr>
              <a:t>=</a:t>
            </a:r>
            <a:r>
              <a:rPr kumimoji="0" lang="en-US" altLang="en-US" sz="1000" b="0" i="0" u="none" strike="noStrike" cap="none" normalizeH="0" baseline="0" dirty="0">
                <a:ln>
                  <a:noFill/>
                </a:ln>
                <a:solidFill>
                  <a:schemeClr val="tx1"/>
                </a:solidFill>
                <a:effectLst/>
                <a:latin typeface="Roboto Mono" panose="00000009000000000000" pitchFamily="49" charset="0"/>
              </a:rPr>
              <a:t> </a:t>
            </a:r>
            <a:r>
              <a:rPr kumimoji="0" lang="en-US" altLang="en-US" sz="1200" b="0" i="0" u="none" strike="noStrike" cap="none" normalizeH="0" baseline="0" dirty="0" err="1">
                <a:ln>
                  <a:noFill/>
                </a:ln>
                <a:solidFill>
                  <a:schemeClr val="tx1"/>
                </a:solidFill>
                <a:effectLst/>
                <a:latin typeface="Arial" panose="020B0604020202020204" pitchFamily="34" charset="0"/>
              </a:rPr>
              <a:t>train_test_split</a:t>
            </a:r>
            <a:r>
              <a:rPr kumimoji="0" lang="en-US" altLang="en-US" sz="1000" b="0" i="0" u="none" strike="noStrike" cap="none" normalizeH="0" baseline="0" dirty="0">
                <a:ln>
                  <a:noFill/>
                </a:ln>
                <a:solidFill>
                  <a:schemeClr val="tx1"/>
                </a:solidFill>
                <a:effectLst/>
                <a:latin typeface="Roboto Mono" panose="00000009000000000000" pitchFamily="49" charset="0"/>
              </a:rPr>
              <a:t>(</a:t>
            </a:r>
            <a:r>
              <a:rPr kumimoji="0" lang="en-US" altLang="en-US" sz="1200" b="0" i="0" u="none" strike="noStrike" cap="none" normalizeH="0" baseline="0" dirty="0">
                <a:ln>
                  <a:noFill/>
                </a:ln>
                <a:solidFill>
                  <a:schemeClr val="tx1"/>
                </a:solidFill>
                <a:effectLst/>
                <a:latin typeface="Arial" panose="020B0604020202020204" pitchFamily="34" charset="0"/>
              </a:rPr>
              <a:t>X</a:t>
            </a:r>
            <a:r>
              <a:rPr kumimoji="0" lang="en-US" altLang="en-US" sz="1000" b="0" i="0" u="none" strike="noStrike" cap="none" normalizeH="0" baseline="0" dirty="0">
                <a:ln>
                  <a:noFill/>
                </a:ln>
                <a:solidFill>
                  <a:schemeClr val="tx1"/>
                </a:solidFill>
                <a:effectLst/>
                <a:latin typeface="Roboto Mono" panose="00000009000000000000" pitchFamily="49" charset="0"/>
              </a:rPr>
              <a:t>, </a:t>
            </a:r>
            <a:r>
              <a:rPr kumimoji="0" lang="en-US" altLang="en-US" sz="1200" b="0" i="0" u="none" strike="noStrike" cap="none" normalizeH="0" baseline="0" dirty="0">
                <a:ln>
                  <a:noFill/>
                </a:ln>
                <a:solidFill>
                  <a:schemeClr val="tx1"/>
                </a:solidFill>
                <a:effectLst/>
                <a:latin typeface="Arial" panose="020B0604020202020204" pitchFamily="34" charset="0"/>
              </a:rPr>
              <a:t>y</a:t>
            </a:r>
            <a:r>
              <a:rPr kumimoji="0" lang="en-US" altLang="en-US" sz="1000" b="0" i="0" u="none" strike="noStrike" cap="none" normalizeH="0" baseline="0" dirty="0">
                <a:ln>
                  <a:noFill/>
                </a:ln>
                <a:solidFill>
                  <a:schemeClr val="tx1"/>
                </a:solidFill>
                <a:effectLst/>
                <a:latin typeface="Roboto Mono" panose="00000009000000000000" pitchFamily="49" charset="0"/>
              </a:rPr>
              <a:t>, </a:t>
            </a:r>
            <a:r>
              <a:rPr kumimoji="0" lang="en-US" altLang="en-US" sz="1200" b="0" i="0" u="none" strike="noStrike" cap="none" normalizeH="0" baseline="0" dirty="0" err="1">
                <a:ln>
                  <a:noFill/>
                </a:ln>
                <a:solidFill>
                  <a:schemeClr val="tx1"/>
                </a:solidFill>
                <a:effectLst/>
                <a:latin typeface="Arial" panose="020B0604020202020204" pitchFamily="34" charset="0"/>
              </a:rPr>
              <a:t>test_size</a:t>
            </a:r>
            <a:r>
              <a:rPr kumimoji="0" lang="en-US" altLang="en-US" sz="1000" b="0" i="0" u="none" strike="noStrike" cap="none" normalizeH="0" baseline="0" dirty="0">
                <a:ln>
                  <a:noFill/>
                </a:ln>
                <a:solidFill>
                  <a:schemeClr val="tx1"/>
                </a:solidFill>
                <a:effectLst/>
                <a:latin typeface="Roboto Mono" panose="00000009000000000000" pitchFamily="49" charset="0"/>
              </a:rPr>
              <a:t> </a:t>
            </a:r>
            <a:r>
              <a:rPr kumimoji="0" lang="en-US" altLang="en-US" sz="1800" b="0" i="0" u="none" strike="noStrike" cap="none" normalizeH="0" baseline="0" dirty="0">
                <a:ln>
                  <a:noFill/>
                </a:ln>
                <a:solidFill>
                  <a:srgbClr val="055BE0"/>
                </a:solidFill>
                <a:effectLst/>
                <a:latin typeface="Arial" panose="020B0604020202020204" pitchFamily="34" charset="0"/>
              </a:rPr>
              <a:t>=</a:t>
            </a:r>
            <a:r>
              <a:rPr kumimoji="0" lang="en-US" altLang="en-US" sz="1000" b="0" i="0" u="none" strike="noStrike" cap="none" normalizeH="0" baseline="0" dirty="0">
                <a:ln>
                  <a:noFill/>
                </a:ln>
                <a:solidFill>
                  <a:schemeClr val="tx1"/>
                </a:solidFill>
                <a:effectLst/>
                <a:latin typeface="Roboto Mono" panose="00000009000000000000" pitchFamily="49" charset="0"/>
              </a:rPr>
              <a:t> </a:t>
            </a:r>
            <a:r>
              <a:rPr kumimoji="0" lang="en-US" altLang="en-US" sz="1000" b="0" i="0" u="none" strike="noStrike" cap="none" normalizeH="0" baseline="0" dirty="0">
                <a:ln>
                  <a:noFill/>
                </a:ln>
                <a:solidFill>
                  <a:srgbClr val="666666"/>
                </a:solidFill>
                <a:effectLst/>
                <a:latin typeface="Roboto Mono" panose="00000009000000000000" pitchFamily="49" charset="0"/>
              </a:rPr>
              <a:t>0.2</a:t>
            </a:r>
            <a:r>
              <a:rPr kumimoji="0" lang="en-US" altLang="en-US" sz="1000" b="0" i="0" u="none" strike="noStrike" cap="none" normalizeH="0" baseline="0" dirty="0">
                <a:ln>
                  <a:noFill/>
                </a:ln>
                <a:solidFill>
                  <a:schemeClr val="tx1"/>
                </a:solidFill>
                <a:effectLst/>
                <a:latin typeface="Roboto Mono" panose="00000009000000000000" pitchFamily="49" charset="0"/>
              </a:rPr>
              <a:t>,</a:t>
            </a:r>
            <a:r>
              <a:rPr kumimoji="0" lang="en-US" altLang="en-US" sz="1200" b="0" i="0" u="none" strike="noStrike" cap="none" normalizeH="0" baseline="0" dirty="0">
                <a:ln>
                  <a:noFill/>
                </a:ln>
                <a:solidFill>
                  <a:schemeClr val="tx1"/>
                </a:solidFill>
                <a:effectLst/>
                <a:latin typeface="Arial" panose="020B0604020202020204" pitchFamily="34" charset="0"/>
              </a:rPr>
              <a:t>random_state</a:t>
            </a:r>
            <a:r>
              <a:rPr kumimoji="0" lang="en-US" altLang="en-US" sz="1000" b="0" i="0" u="none" strike="noStrike" cap="none" normalizeH="0" baseline="0" dirty="0">
                <a:ln>
                  <a:noFill/>
                </a:ln>
                <a:solidFill>
                  <a:schemeClr val="tx1"/>
                </a:solidFill>
                <a:effectLst/>
                <a:latin typeface="Roboto Mono" panose="00000009000000000000" pitchFamily="49" charset="0"/>
              </a:rPr>
              <a:t> </a:t>
            </a:r>
            <a:r>
              <a:rPr kumimoji="0" lang="en-US" altLang="en-US" sz="1800" b="0" i="0" u="none" strike="noStrike" cap="none" normalizeH="0" baseline="0" dirty="0">
                <a:ln>
                  <a:noFill/>
                </a:ln>
                <a:solidFill>
                  <a:srgbClr val="055BE0"/>
                </a:solidFill>
                <a:effectLst/>
                <a:latin typeface="Arial" panose="020B0604020202020204" pitchFamily="34" charset="0"/>
              </a:rPr>
              <a:t>=</a:t>
            </a:r>
            <a:r>
              <a:rPr kumimoji="0" lang="en-US" altLang="en-US" sz="1000" b="0" i="0" u="none" strike="noStrike" cap="none" normalizeH="0" baseline="0" dirty="0">
                <a:ln>
                  <a:noFill/>
                </a:ln>
                <a:solidFill>
                  <a:schemeClr val="tx1"/>
                </a:solidFill>
                <a:effectLst/>
                <a:latin typeface="Roboto Mono" panose="00000009000000000000" pitchFamily="49" charset="0"/>
              </a:rPr>
              <a:t> </a:t>
            </a:r>
            <a:r>
              <a:rPr kumimoji="0" lang="en-US" altLang="en-US" sz="1000" b="0" i="0" u="none" strike="noStrike" cap="none" normalizeH="0" baseline="0" dirty="0">
                <a:ln>
                  <a:noFill/>
                </a:ln>
                <a:solidFill>
                  <a:srgbClr val="666666"/>
                </a:solidFill>
                <a:effectLst/>
                <a:latin typeface="Roboto Mono" panose="00000009000000000000" pitchFamily="49" charset="0"/>
              </a:rPr>
              <a:t>1212</a:t>
            </a:r>
            <a:r>
              <a:rPr kumimoji="0" lang="en-US" altLang="en-US" sz="1000" b="0" i="0" u="none" strike="noStrike" cap="none" normalizeH="0" baseline="0" dirty="0">
                <a:ln>
                  <a:noFill/>
                </a:ln>
                <a:solidFill>
                  <a:schemeClr val="tx1"/>
                </a:solidFill>
                <a:effectLst/>
                <a:latin typeface="Roboto Mono" panose="00000009000000000000" pitchFamily="49" charset="0"/>
              </a:rPr>
              <a:t>)</a:t>
            </a:r>
            <a:r>
              <a:rPr kumimoji="0" lang="en-US" altLang="en-US" sz="8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751842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FCFF787-E0F2-B2C9-72CE-6BB6CF8090BB}"/>
              </a:ext>
            </a:extLst>
          </p:cNvPr>
          <p:cNvSpPr txBox="1"/>
          <p:nvPr/>
        </p:nvSpPr>
        <p:spPr>
          <a:xfrm>
            <a:off x="732099" y="793394"/>
            <a:ext cx="6094070" cy="400110"/>
          </a:xfrm>
          <a:prstGeom prst="rect">
            <a:avLst/>
          </a:prstGeom>
          <a:noFill/>
        </p:spPr>
        <p:txBody>
          <a:bodyPr wrap="square">
            <a:spAutoFit/>
          </a:bodyPr>
          <a:lstStyle/>
          <a:p>
            <a:pPr algn="l"/>
            <a:r>
              <a:rPr lang="en-US" sz="2000" b="1" i="0" dirty="0">
                <a:solidFill>
                  <a:srgbClr val="000000"/>
                </a:solidFill>
                <a:effectLst/>
              </a:rPr>
              <a:t>Dimension of training and validation data</a:t>
            </a:r>
          </a:p>
        </p:txBody>
      </p:sp>
      <p:sp>
        <p:nvSpPr>
          <p:cNvPr id="4" name="Rectangle 1">
            <a:extLst>
              <a:ext uri="{FF2B5EF4-FFF2-40B4-BE49-F238E27FC236}">
                <a16:creationId xmlns:a16="http://schemas.microsoft.com/office/drawing/2014/main" id="{A342A3B9-E67E-91D8-6B0C-9C78FC91F686}"/>
              </a:ext>
            </a:extLst>
          </p:cNvPr>
          <p:cNvSpPr>
            <a:spLocks noChangeArrowheads="1"/>
          </p:cNvSpPr>
          <p:nvPr/>
        </p:nvSpPr>
        <p:spPr bwMode="auto">
          <a:xfrm>
            <a:off x="732099" y="1963444"/>
            <a:ext cx="8935656" cy="1206484"/>
          </a:xfrm>
          <a:prstGeom prst="rect">
            <a:avLst/>
          </a:prstGeom>
          <a:solidFill>
            <a:srgbClr val="F7F7F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30000"/>
              </a:spcBef>
              <a:spcAft>
                <a:spcPct val="0"/>
              </a:spcAft>
              <a:defRPr sz="1200">
                <a:solidFill>
                  <a:schemeClr val="tx1"/>
                </a:solidFill>
                <a:latin typeface="Arial" panose="020B0604020202020204" pitchFamily="34" charset="0"/>
              </a:defRPr>
            </a:lvl1pPr>
            <a:lvl2pPr eaLnBrk="0" fontAlgn="base" hangingPunct="0">
              <a:spcBef>
                <a:spcPct val="30000"/>
              </a:spcBef>
              <a:spcAft>
                <a:spcPct val="0"/>
              </a:spcAft>
              <a:defRPr sz="1200">
                <a:solidFill>
                  <a:schemeClr val="tx1"/>
                </a:solidFill>
                <a:latin typeface="Arial" panose="020B0604020202020204" pitchFamily="34" charset="0"/>
              </a:defRPr>
            </a:lvl2pPr>
            <a:lvl3pPr eaLnBrk="0" fontAlgn="base" hangingPunct="0">
              <a:spcBef>
                <a:spcPct val="30000"/>
              </a:spcBef>
              <a:spcAft>
                <a:spcPct val="0"/>
              </a:spcAft>
              <a:defRPr sz="1200">
                <a:solidFill>
                  <a:schemeClr val="tx1"/>
                </a:solidFill>
                <a:latin typeface="Arial" panose="020B0604020202020204" pitchFamily="34" charset="0"/>
              </a:defRPr>
            </a:lvl3pPr>
            <a:lvl4pPr eaLnBrk="0" fontAlgn="base" hangingPunct="0">
              <a:spcBef>
                <a:spcPct val="30000"/>
              </a:spcBef>
              <a:spcAft>
                <a:spcPct val="0"/>
              </a:spcAft>
              <a:defRPr sz="1200">
                <a:solidFill>
                  <a:schemeClr val="tx1"/>
                </a:solidFill>
                <a:latin typeface="Arial" panose="020B0604020202020204" pitchFamily="34" charset="0"/>
              </a:defRPr>
            </a:lvl4pPr>
            <a:lvl5pPr eaLnBrk="0" fontAlgn="base" hangingPunct="0">
              <a:spcBef>
                <a:spcPct val="30000"/>
              </a:spcBef>
              <a:spcAft>
                <a:spcPct val="0"/>
              </a:spcAft>
              <a:defRPr sz="1200">
                <a:solidFill>
                  <a:schemeClr val="tx1"/>
                </a:solidFill>
                <a:latin typeface="Arial" panose="020B0604020202020204" pitchFamily="34" charset="0"/>
              </a:defRPr>
            </a:lvl5pPr>
            <a:lvl6pPr eaLnBrk="0" fontAlgn="base" hangingPunct="0">
              <a:spcBef>
                <a:spcPct val="30000"/>
              </a:spcBef>
              <a:spcAft>
                <a:spcPct val="0"/>
              </a:spcAft>
              <a:defRPr sz="1200">
                <a:solidFill>
                  <a:schemeClr val="tx1"/>
                </a:solidFill>
                <a:latin typeface="Arial" panose="020B0604020202020204" pitchFamily="34" charset="0"/>
              </a:defRPr>
            </a:lvl6pPr>
            <a:lvl7pPr eaLnBrk="0" fontAlgn="base" hangingPunct="0">
              <a:spcBef>
                <a:spcPct val="30000"/>
              </a:spcBef>
              <a:spcAft>
                <a:spcPct val="0"/>
              </a:spcAft>
              <a:defRPr sz="1200">
                <a:solidFill>
                  <a:schemeClr val="tx1"/>
                </a:solidFill>
                <a:latin typeface="Arial" panose="020B0604020202020204" pitchFamily="34" charset="0"/>
              </a:defRPr>
            </a:lvl7pPr>
            <a:lvl8pPr eaLnBrk="0" fontAlgn="base" hangingPunct="0">
              <a:spcBef>
                <a:spcPct val="30000"/>
              </a:spcBef>
              <a:spcAft>
                <a:spcPct val="0"/>
              </a:spcAft>
              <a:defRPr sz="1200">
                <a:solidFill>
                  <a:schemeClr val="tx1"/>
                </a:solidFill>
                <a:latin typeface="Arial" panose="020B0604020202020204" pitchFamily="34" charset="0"/>
              </a:defRPr>
            </a:lvl8pPr>
            <a:lvl9pPr eaLnBrk="0" fontAlgn="base" hangingPunct="0">
              <a:spcBef>
                <a:spcPct val="30000"/>
              </a:spcBef>
              <a:spcAft>
                <a:spcPct val="0"/>
              </a:spcAft>
              <a:defRPr sz="12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600" b="0" i="0" u="none" strike="noStrike" cap="none" normalizeH="0" baseline="0" dirty="0">
                <a:ln>
                  <a:noFill/>
                </a:ln>
                <a:solidFill>
                  <a:schemeClr val="tx1"/>
                </a:solidFill>
                <a:effectLst/>
                <a:latin typeface="+mn-lt"/>
              </a:rPr>
              <a:t>(</a:t>
            </a:r>
            <a:r>
              <a:rPr kumimoji="0" lang="en-US" altLang="en-US" sz="1600" b="0" i="0" u="none" strike="noStrike" cap="none" normalizeH="0" baseline="0" dirty="0">
                <a:ln>
                  <a:noFill/>
                </a:ln>
                <a:solidFill>
                  <a:srgbClr val="BB2323"/>
                </a:solidFill>
                <a:effectLst/>
                <a:latin typeface="+mn-lt"/>
              </a:rPr>
              <a:t>'</a:t>
            </a:r>
            <a:r>
              <a:rPr kumimoji="0" lang="en-US" altLang="en-US" sz="1600" b="0" i="0" u="none" strike="noStrike" cap="none" normalizeH="0" baseline="0" dirty="0" err="1">
                <a:ln>
                  <a:noFill/>
                </a:ln>
                <a:solidFill>
                  <a:srgbClr val="BB2323"/>
                </a:solidFill>
                <a:effectLst/>
                <a:latin typeface="+mn-lt"/>
              </a:rPr>
              <a:t>X_train</a:t>
            </a:r>
            <a:r>
              <a:rPr kumimoji="0" lang="en-US" altLang="en-US" sz="1600" b="0" i="0" u="none" strike="noStrike" cap="none" normalizeH="0" baseline="0" dirty="0">
                <a:ln>
                  <a:noFill/>
                </a:ln>
                <a:solidFill>
                  <a:srgbClr val="BB2323"/>
                </a:solidFill>
                <a:effectLst/>
                <a:latin typeface="+mn-lt"/>
              </a:rPr>
              <a:t>:'</a:t>
            </a:r>
            <a:r>
              <a:rPr kumimoji="0" lang="en-US" altLang="en-US" sz="1600" b="0" i="0" u="none" strike="noStrike" cap="none" normalizeH="0" baseline="0" dirty="0">
                <a:ln>
                  <a:noFill/>
                </a:ln>
                <a:solidFill>
                  <a:schemeClr val="tx1"/>
                </a:solidFill>
                <a:effectLst/>
                <a:latin typeface="+mn-lt"/>
              </a:rPr>
              <a:t>, </a:t>
            </a:r>
            <a:r>
              <a:rPr kumimoji="0" lang="en-US" altLang="en-US" sz="1600" b="0" i="0" u="none" strike="noStrike" cap="none" normalizeH="0" baseline="0" dirty="0" err="1">
                <a:ln>
                  <a:noFill/>
                </a:ln>
                <a:solidFill>
                  <a:schemeClr val="tx1"/>
                </a:solidFill>
                <a:effectLst/>
                <a:latin typeface="+mn-lt"/>
              </a:rPr>
              <a:t>X_train</a:t>
            </a:r>
            <a:r>
              <a:rPr kumimoji="0" lang="en-US" altLang="en-US" sz="1600" b="0" i="0" u="none" strike="noStrike" cap="none" normalizeH="0" baseline="0" dirty="0" err="1">
                <a:ln>
                  <a:noFill/>
                </a:ln>
                <a:solidFill>
                  <a:srgbClr val="055BE0"/>
                </a:solidFill>
                <a:effectLst/>
                <a:latin typeface="+mn-lt"/>
              </a:rPr>
              <a:t>.</a:t>
            </a:r>
            <a:r>
              <a:rPr kumimoji="0" lang="en-US" altLang="en-US" sz="1600" b="0" i="0" u="none" strike="noStrike" cap="none" normalizeH="0" baseline="0" dirty="0" err="1">
                <a:ln>
                  <a:noFill/>
                </a:ln>
                <a:solidFill>
                  <a:schemeClr val="tx1"/>
                </a:solidFill>
                <a:effectLst/>
                <a:latin typeface="+mn-lt"/>
              </a:rPr>
              <a:t>shape</a:t>
            </a:r>
            <a:r>
              <a:rPr kumimoji="0" lang="en-US" altLang="en-US" sz="1600" b="0" i="0" u="none" strike="noStrike" cap="none" normalizeH="0" baseline="0" dirty="0">
                <a:ln>
                  <a:noFill/>
                </a:ln>
                <a:solidFill>
                  <a:schemeClr val="tx1"/>
                </a:solidFill>
                <a:effectLst/>
                <a:latin typeface="+mn-lt"/>
              </a:rPr>
              <a:t>) </a:t>
            </a:r>
            <a:endParaRPr kumimoji="0" lang="en-US" altLang="en-US" sz="1600" b="0" i="0" u="none" strike="noStrike" cap="none" normalizeH="0" baseline="0" dirty="0">
              <a:ln>
                <a:noFill/>
              </a:ln>
              <a:solidFill>
                <a:srgbClr val="008000"/>
              </a:solidFill>
              <a:effectLst/>
              <a:latin typeface="+mn-lt"/>
            </a:endParaRP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600" b="0" i="0" u="none" strike="noStrike" cap="none" normalizeH="0" baseline="0" dirty="0">
                <a:ln>
                  <a:noFill/>
                </a:ln>
                <a:solidFill>
                  <a:schemeClr val="tx1"/>
                </a:solidFill>
                <a:effectLst/>
                <a:latin typeface="+mn-lt"/>
              </a:rPr>
              <a:t>(</a:t>
            </a:r>
            <a:r>
              <a:rPr kumimoji="0" lang="en-US" altLang="en-US" sz="1600" b="0" i="0" u="none" strike="noStrike" cap="none" normalizeH="0" baseline="0" dirty="0">
                <a:ln>
                  <a:noFill/>
                </a:ln>
                <a:solidFill>
                  <a:srgbClr val="BB2323"/>
                </a:solidFill>
                <a:effectLst/>
                <a:latin typeface="+mn-lt"/>
              </a:rPr>
              <a:t>'</a:t>
            </a:r>
            <a:r>
              <a:rPr kumimoji="0" lang="en-US" altLang="en-US" sz="1600" b="0" i="0" u="none" strike="noStrike" cap="none" normalizeH="0" baseline="0" dirty="0" err="1">
                <a:ln>
                  <a:noFill/>
                </a:ln>
                <a:solidFill>
                  <a:srgbClr val="BB2323"/>
                </a:solidFill>
                <a:effectLst/>
                <a:latin typeface="+mn-lt"/>
              </a:rPr>
              <a:t>y_train</a:t>
            </a:r>
            <a:r>
              <a:rPr kumimoji="0" lang="en-US" altLang="en-US" sz="1600" b="0" i="0" u="none" strike="noStrike" cap="none" normalizeH="0" baseline="0" dirty="0">
                <a:ln>
                  <a:noFill/>
                </a:ln>
                <a:solidFill>
                  <a:srgbClr val="BB2323"/>
                </a:solidFill>
                <a:effectLst/>
                <a:latin typeface="+mn-lt"/>
              </a:rPr>
              <a:t>:'</a:t>
            </a:r>
            <a:r>
              <a:rPr kumimoji="0" lang="en-US" altLang="en-US" sz="1600" b="0" i="0" u="none" strike="noStrike" cap="none" normalizeH="0" baseline="0" dirty="0">
                <a:ln>
                  <a:noFill/>
                </a:ln>
                <a:solidFill>
                  <a:schemeClr val="tx1"/>
                </a:solidFill>
                <a:effectLst/>
                <a:latin typeface="+mn-lt"/>
              </a:rPr>
              <a:t>, </a:t>
            </a:r>
            <a:r>
              <a:rPr kumimoji="0" lang="en-US" altLang="en-US" sz="1600" b="0" i="0" u="none" strike="noStrike" cap="none" normalizeH="0" baseline="0" dirty="0" err="1">
                <a:ln>
                  <a:noFill/>
                </a:ln>
                <a:solidFill>
                  <a:schemeClr val="tx1"/>
                </a:solidFill>
                <a:effectLst/>
                <a:latin typeface="+mn-lt"/>
              </a:rPr>
              <a:t>y_train</a:t>
            </a:r>
            <a:r>
              <a:rPr kumimoji="0" lang="en-US" altLang="en-US" sz="1600" b="0" i="0" u="none" strike="noStrike" cap="none" normalizeH="0" baseline="0" dirty="0" err="1">
                <a:ln>
                  <a:noFill/>
                </a:ln>
                <a:solidFill>
                  <a:srgbClr val="055BE0"/>
                </a:solidFill>
                <a:effectLst/>
                <a:latin typeface="+mn-lt"/>
              </a:rPr>
              <a:t>.</a:t>
            </a:r>
            <a:r>
              <a:rPr kumimoji="0" lang="en-US" altLang="en-US" sz="1600" b="0" i="0" u="none" strike="noStrike" cap="none" normalizeH="0" baseline="0" dirty="0" err="1">
                <a:ln>
                  <a:noFill/>
                </a:ln>
                <a:solidFill>
                  <a:schemeClr val="tx1"/>
                </a:solidFill>
                <a:effectLst/>
                <a:latin typeface="+mn-lt"/>
              </a:rPr>
              <a:t>shape</a:t>
            </a:r>
            <a:r>
              <a:rPr kumimoji="0" lang="en-US" altLang="en-US" sz="1600" b="0" i="0" u="none" strike="noStrike" cap="none" normalizeH="0" baseline="0" dirty="0">
                <a:ln>
                  <a:noFill/>
                </a:ln>
                <a:solidFill>
                  <a:schemeClr val="tx1"/>
                </a:solidFill>
                <a:effectLst/>
                <a:latin typeface="+mn-lt"/>
              </a:rPr>
              <a:t>) </a:t>
            </a:r>
            <a:endParaRPr kumimoji="0" lang="en-US" altLang="en-US" sz="1600" b="0" i="0" u="none" strike="noStrike" cap="none" normalizeH="0" baseline="0" dirty="0">
              <a:ln>
                <a:noFill/>
              </a:ln>
              <a:solidFill>
                <a:srgbClr val="008000"/>
              </a:solidFill>
              <a:effectLst/>
              <a:latin typeface="+mn-lt"/>
            </a:endParaRP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600" b="0" i="0" u="none" strike="noStrike" cap="none" normalizeH="0" baseline="0" dirty="0">
                <a:ln>
                  <a:noFill/>
                </a:ln>
                <a:solidFill>
                  <a:schemeClr val="tx1"/>
                </a:solidFill>
                <a:effectLst/>
                <a:latin typeface="+mn-lt"/>
              </a:rPr>
              <a:t>(</a:t>
            </a:r>
            <a:r>
              <a:rPr kumimoji="0" lang="en-US" altLang="en-US" sz="1600" b="0" i="0" u="none" strike="noStrike" cap="none" normalizeH="0" baseline="0" dirty="0">
                <a:ln>
                  <a:noFill/>
                </a:ln>
                <a:solidFill>
                  <a:srgbClr val="BB2323"/>
                </a:solidFill>
                <a:effectLst/>
                <a:latin typeface="+mn-lt"/>
              </a:rPr>
              <a:t>'</a:t>
            </a:r>
            <a:r>
              <a:rPr kumimoji="0" lang="en-US" altLang="en-US" sz="1600" b="0" i="0" u="none" strike="noStrike" cap="none" normalizeH="0" baseline="0" dirty="0" err="1">
                <a:ln>
                  <a:noFill/>
                </a:ln>
                <a:solidFill>
                  <a:srgbClr val="BB2323"/>
                </a:solidFill>
                <a:effectLst/>
                <a:latin typeface="+mn-lt"/>
              </a:rPr>
              <a:t>X_validation</a:t>
            </a:r>
            <a:r>
              <a:rPr kumimoji="0" lang="en-US" altLang="en-US" sz="1600" b="0" i="0" u="none" strike="noStrike" cap="none" normalizeH="0" baseline="0" dirty="0">
                <a:ln>
                  <a:noFill/>
                </a:ln>
                <a:solidFill>
                  <a:srgbClr val="BB2323"/>
                </a:solidFill>
                <a:effectLst/>
                <a:latin typeface="+mn-lt"/>
              </a:rPr>
              <a:t>:'</a:t>
            </a:r>
            <a:r>
              <a:rPr kumimoji="0" lang="en-US" altLang="en-US" sz="1600" b="0" i="0" u="none" strike="noStrike" cap="none" normalizeH="0" baseline="0" dirty="0">
                <a:ln>
                  <a:noFill/>
                </a:ln>
                <a:solidFill>
                  <a:schemeClr val="tx1"/>
                </a:solidFill>
                <a:effectLst/>
                <a:latin typeface="+mn-lt"/>
              </a:rPr>
              <a:t>, </a:t>
            </a:r>
            <a:r>
              <a:rPr kumimoji="0" lang="en-US" altLang="en-US" sz="1600" b="0" i="0" u="none" strike="noStrike" cap="none" normalizeH="0" baseline="0" dirty="0" err="1">
                <a:ln>
                  <a:noFill/>
                </a:ln>
                <a:solidFill>
                  <a:schemeClr val="tx1"/>
                </a:solidFill>
                <a:effectLst/>
                <a:latin typeface="+mn-lt"/>
              </a:rPr>
              <a:t>X_validation</a:t>
            </a:r>
            <a:r>
              <a:rPr kumimoji="0" lang="en-US" altLang="en-US" sz="1600" b="0" i="0" u="none" strike="noStrike" cap="none" normalizeH="0" baseline="0" dirty="0" err="1">
                <a:ln>
                  <a:noFill/>
                </a:ln>
                <a:solidFill>
                  <a:srgbClr val="055BE0"/>
                </a:solidFill>
                <a:effectLst/>
                <a:latin typeface="+mn-lt"/>
              </a:rPr>
              <a:t>.</a:t>
            </a:r>
            <a:r>
              <a:rPr kumimoji="0" lang="en-US" altLang="en-US" sz="1600" b="0" i="0" u="none" strike="noStrike" cap="none" normalizeH="0" baseline="0" dirty="0" err="1">
                <a:ln>
                  <a:noFill/>
                </a:ln>
                <a:solidFill>
                  <a:schemeClr val="tx1"/>
                </a:solidFill>
                <a:effectLst/>
                <a:latin typeface="+mn-lt"/>
              </a:rPr>
              <a:t>shape</a:t>
            </a:r>
            <a:r>
              <a:rPr kumimoji="0" lang="en-US" altLang="en-US" sz="1600" b="0" i="0" u="none" strike="noStrike" cap="none" normalizeH="0" baseline="0" dirty="0">
                <a:ln>
                  <a:noFill/>
                </a:ln>
                <a:solidFill>
                  <a:schemeClr val="tx1"/>
                </a:solidFill>
                <a:effectLst/>
                <a:latin typeface="+mn-lt"/>
              </a:rPr>
              <a:t>) </a:t>
            </a:r>
            <a:endParaRPr kumimoji="0" lang="en-US" altLang="en-US" sz="1600" b="0" i="0" u="none" strike="noStrike" cap="none" normalizeH="0" baseline="0" dirty="0">
              <a:ln>
                <a:noFill/>
              </a:ln>
              <a:solidFill>
                <a:srgbClr val="008000"/>
              </a:solidFill>
              <a:effectLst/>
              <a:latin typeface="+mn-lt"/>
            </a:endParaRP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600" b="0" i="0" u="none" strike="noStrike" cap="none" normalizeH="0" baseline="0" dirty="0">
                <a:ln>
                  <a:noFill/>
                </a:ln>
                <a:solidFill>
                  <a:schemeClr val="tx1"/>
                </a:solidFill>
                <a:effectLst/>
                <a:latin typeface="+mn-lt"/>
              </a:rPr>
              <a:t>(</a:t>
            </a:r>
            <a:r>
              <a:rPr kumimoji="0" lang="en-US" altLang="en-US" sz="1600" b="0" i="0" u="none" strike="noStrike" cap="none" normalizeH="0" baseline="0" dirty="0">
                <a:ln>
                  <a:noFill/>
                </a:ln>
                <a:solidFill>
                  <a:srgbClr val="BB2323"/>
                </a:solidFill>
                <a:effectLst/>
                <a:latin typeface="+mn-lt"/>
              </a:rPr>
              <a:t>'</a:t>
            </a:r>
            <a:r>
              <a:rPr kumimoji="0" lang="en-US" altLang="en-US" sz="1600" b="0" i="0" u="none" strike="noStrike" cap="none" normalizeH="0" baseline="0" dirty="0" err="1">
                <a:ln>
                  <a:noFill/>
                </a:ln>
                <a:solidFill>
                  <a:srgbClr val="BB2323"/>
                </a:solidFill>
                <a:effectLst/>
                <a:latin typeface="+mn-lt"/>
              </a:rPr>
              <a:t>y_validation</a:t>
            </a:r>
            <a:r>
              <a:rPr kumimoji="0" lang="en-US" altLang="en-US" sz="1600" b="0" i="0" u="none" strike="noStrike" cap="none" normalizeH="0" baseline="0" dirty="0">
                <a:ln>
                  <a:noFill/>
                </a:ln>
                <a:solidFill>
                  <a:srgbClr val="BB2323"/>
                </a:solidFill>
                <a:effectLst/>
                <a:latin typeface="+mn-lt"/>
              </a:rPr>
              <a:t>:'</a:t>
            </a:r>
            <a:r>
              <a:rPr kumimoji="0" lang="en-US" altLang="en-US" sz="1600" b="0" i="0" u="none" strike="noStrike" cap="none" normalizeH="0" baseline="0" dirty="0">
                <a:ln>
                  <a:noFill/>
                </a:ln>
                <a:solidFill>
                  <a:schemeClr val="tx1"/>
                </a:solidFill>
                <a:effectLst/>
                <a:latin typeface="+mn-lt"/>
              </a:rPr>
              <a:t>, </a:t>
            </a:r>
            <a:r>
              <a:rPr kumimoji="0" lang="en-US" altLang="en-US" sz="1600" b="0" i="0" u="none" strike="noStrike" cap="none" normalizeH="0" baseline="0" dirty="0" err="1">
                <a:ln>
                  <a:noFill/>
                </a:ln>
                <a:solidFill>
                  <a:schemeClr val="tx1"/>
                </a:solidFill>
                <a:effectLst/>
                <a:latin typeface="+mn-lt"/>
              </a:rPr>
              <a:t>y_validation</a:t>
            </a:r>
            <a:r>
              <a:rPr kumimoji="0" lang="en-US" altLang="en-US" sz="1600" b="0" i="0" u="none" strike="noStrike" cap="none" normalizeH="0" baseline="0" dirty="0" err="1">
                <a:ln>
                  <a:noFill/>
                </a:ln>
                <a:solidFill>
                  <a:srgbClr val="055BE0"/>
                </a:solidFill>
                <a:effectLst/>
                <a:latin typeface="+mn-lt"/>
              </a:rPr>
              <a:t>.</a:t>
            </a:r>
            <a:r>
              <a:rPr kumimoji="0" lang="en-US" altLang="en-US" sz="1600" b="0" i="0" u="none" strike="noStrike" cap="none" normalizeH="0" baseline="0" dirty="0" err="1">
                <a:ln>
                  <a:noFill/>
                </a:ln>
                <a:solidFill>
                  <a:schemeClr val="tx1"/>
                </a:solidFill>
                <a:effectLst/>
                <a:latin typeface="+mn-lt"/>
              </a:rPr>
              <a:t>shape</a:t>
            </a:r>
            <a:r>
              <a:rPr kumimoji="0" lang="en-US" altLang="en-US" sz="1600" b="0" i="0" u="none" strike="noStrike" cap="none" normalizeH="0" baseline="0" dirty="0">
                <a:ln>
                  <a:noFill/>
                </a:ln>
                <a:solidFill>
                  <a:schemeClr val="tx1"/>
                </a:solidFill>
                <a:effectLst/>
                <a:latin typeface="+mn-lt"/>
              </a:rPr>
              <a:t>) </a:t>
            </a:r>
          </a:p>
        </p:txBody>
      </p:sp>
      <p:sp>
        <p:nvSpPr>
          <p:cNvPr id="5" name="Rectangle 2">
            <a:extLst>
              <a:ext uri="{FF2B5EF4-FFF2-40B4-BE49-F238E27FC236}">
                <a16:creationId xmlns:a16="http://schemas.microsoft.com/office/drawing/2014/main" id="{88A32850-FE93-35D9-C2AA-07FF2EC18169}"/>
              </a:ext>
            </a:extLst>
          </p:cNvPr>
          <p:cNvSpPr>
            <a:spLocks noChangeArrowheads="1"/>
          </p:cNvSpPr>
          <p:nvPr/>
        </p:nvSpPr>
        <p:spPr bwMode="auto">
          <a:xfrm>
            <a:off x="833377" y="3447426"/>
            <a:ext cx="8391646" cy="984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err="1">
                <a:ln>
                  <a:noFill/>
                </a:ln>
                <a:solidFill>
                  <a:srgbClr val="3C4043"/>
                </a:solidFill>
                <a:effectLst/>
              </a:rPr>
              <a:t>X_train</a:t>
            </a:r>
            <a:r>
              <a:rPr kumimoji="0" lang="en-US" altLang="en-US" sz="1600" b="0" i="0" u="none" strike="noStrike" cap="none" normalizeH="0" baseline="0" dirty="0">
                <a:ln>
                  <a:noFill/>
                </a:ln>
                <a:solidFill>
                  <a:srgbClr val="3C4043"/>
                </a:solidFill>
                <a:effectLst/>
              </a:rPr>
              <a:t>: (33600, 784)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err="1">
                <a:ln>
                  <a:noFill/>
                </a:ln>
                <a:solidFill>
                  <a:srgbClr val="3C4043"/>
                </a:solidFill>
                <a:effectLst/>
              </a:rPr>
              <a:t>y_train</a:t>
            </a:r>
            <a:r>
              <a:rPr kumimoji="0" lang="en-US" altLang="en-US" sz="1600" b="0" i="0" u="none" strike="noStrike" cap="none" normalizeH="0" baseline="0" dirty="0">
                <a:ln>
                  <a:noFill/>
                </a:ln>
                <a:solidFill>
                  <a:srgbClr val="3C4043"/>
                </a:solidFill>
                <a:effectLst/>
              </a:rPr>
              <a:t>: (33600,)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err="1">
                <a:ln>
                  <a:noFill/>
                </a:ln>
                <a:solidFill>
                  <a:srgbClr val="3C4043"/>
                </a:solidFill>
                <a:effectLst/>
              </a:rPr>
              <a:t>X_validation</a:t>
            </a:r>
            <a:r>
              <a:rPr kumimoji="0" lang="en-US" altLang="en-US" sz="1600" b="0" i="0" u="none" strike="noStrike" cap="none" normalizeH="0" baseline="0" dirty="0">
                <a:ln>
                  <a:noFill/>
                </a:ln>
                <a:solidFill>
                  <a:srgbClr val="3C4043"/>
                </a:solidFill>
                <a:effectLst/>
              </a:rPr>
              <a:t>: (8400, 784)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err="1">
                <a:ln>
                  <a:noFill/>
                </a:ln>
                <a:solidFill>
                  <a:srgbClr val="3C4043"/>
                </a:solidFill>
                <a:effectLst/>
              </a:rPr>
              <a:t>y_validation</a:t>
            </a:r>
            <a:r>
              <a:rPr kumimoji="0" lang="en-US" altLang="en-US" sz="1600" b="0" i="0" u="none" strike="noStrike" cap="none" normalizeH="0" baseline="0" dirty="0">
                <a:ln>
                  <a:noFill/>
                </a:ln>
                <a:solidFill>
                  <a:srgbClr val="3C4043"/>
                </a:solidFill>
                <a:effectLst/>
              </a:rPr>
              <a:t>: (8400,)</a:t>
            </a:r>
            <a:r>
              <a:rPr kumimoji="0" lang="en-US" altLang="en-US" sz="1600" b="0" i="0" u="none" strike="noStrike" cap="none" normalizeH="0" baseline="0" dirty="0">
                <a:ln>
                  <a:noFill/>
                </a:ln>
                <a:solidFill>
                  <a:schemeClr val="tx1"/>
                </a:solidFill>
                <a:effectLst/>
              </a:rPr>
              <a:t> </a:t>
            </a:r>
          </a:p>
        </p:txBody>
      </p:sp>
    </p:spTree>
    <p:extLst>
      <p:ext uri="{BB962C8B-B14F-4D97-AF65-F5344CB8AC3E}">
        <p14:creationId xmlns:p14="http://schemas.microsoft.com/office/powerpoint/2010/main" val="5469820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BC78413-66EE-AA12-4204-76084A090138}"/>
              </a:ext>
            </a:extLst>
          </p:cNvPr>
          <p:cNvSpPr txBox="1"/>
          <p:nvPr/>
        </p:nvSpPr>
        <p:spPr>
          <a:xfrm>
            <a:off x="720524" y="1140635"/>
            <a:ext cx="6860893" cy="369332"/>
          </a:xfrm>
          <a:prstGeom prst="rect">
            <a:avLst/>
          </a:prstGeom>
          <a:noFill/>
        </p:spPr>
        <p:txBody>
          <a:bodyPr wrap="square">
            <a:spAutoFit/>
          </a:bodyPr>
          <a:lstStyle/>
          <a:p>
            <a:pPr algn="l"/>
            <a:r>
              <a:rPr lang="en-US" b="1" i="0" dirty="0">
                <a:solidFill>
                  <a:srgbClr val="000000"/>
                </a:solidFill>
                <a:effectLst/>
              </a:rPr>
              <a:t>Converting training, testing, and validation data into array</a:t>
            </a:r>
          </a:p>
        </p:txBody>
      </p:sp>
      <p:sp>
        <p:nvSpPr>
          <p:cNvPr id="4" name="Rectangle 1">
            <a:extLst>
              <a:ext uri="{FF2B5EF4-FFF2-40B4-BE49-F238E27FC236}">
                <a16:creationId xmlns:a16="http://schemas.microsoft.com/office/drawing/2014/main" id="{9E86D506-B72D-4387-4AC3-5107EEE4A7CF}"/>
              </a:ext>
            </a:extLst>
          </p:cNvPr>
          <p:cNvSpPr>
            <a:spLocks noChangeArrowheads="1"/>
          </p:cNvSpPr>
          <p:nvPr/>
        </p:nvSpPr>
        <p:spPr bwMode="auto">
          <a:xfrm>
            <a:off x="720524" y="2277963"/>
            <a:ext cx="7566949" cy="1526572"/>
          </a:xfrm>
          <a:prstGeom prst="rect">
            <a:avLst/>
          </a:prstGeom>
          <a:solidFill>
            <a:srgbClr val="F7F7F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30000"/>
              </a:spcBef>
              <a:spcAft>
                <a:spcPct val="0"/>
              </a:spcAft>
              <a:defRPr sz="1200">
                <a:solidFill>
                  <a:schemeClr val="tx1"/>
                </a:solidFill>
                <a:latin typeface="Arial" panose="020B0604020202020204" pitchFamily="34" charset="0"/>
              </a:defRPr>
            </a:lvl1pPr>
            <a:lvl2pPr eaLnBrk="0" fontAlgn="base" hangingPunct="0">
              <a:spcBef>
                <a:spcPct val="30000"/>
              </a:spcBef>
              <a:spcAft>
                <a:spcPct val="0"/>
              </a:spcAft>
              <a:defRPr sz="1200">
                <a:solidFill>
                  <a:schemeClr val="tx1"/>
                </a:solidFill>
                <a:latin typeface="Arial" panose="020B0604020202020204" pitchFamily="34" charset="0"/>
              </a:defRPr>
            </a:lvl2pPr>
            <a:lvl3pPr eaLnBrk="0" fontAlgn="base" hangingPunct="0">
              <a:spcBef>
                <a:spcPct val="30000"/>
              </a:spcBef>
              <a:spcAft>
                <a:spcPct val="0"/>
              </a:spcAft>
              <a:defRPr sz="1200">
                <a:solidFill>
                  <a:schemeClr val="tx1"/>
                </a:solidFill>
                <a:latin typeface="Arial" panose="020B0604020202020204" pitchFamily="34" charset="0"/>
              </a:defRPr>
            </a:lvl3pPr>
            <a:lvl4pPr eaLnBrk="0" fontAlgn="base" hangingPunct="0">
              <a:spcBef>
                <a:spcPct val="30000"/>
              </a:spcBef>
              <a:spcAft>
                <a:spcPct val="0"/>
              </a:spcAft>
              <a:defRPr sz="1200">
                <a:solidFill>
                  <a:schemeClr val="tx1"/>
                </a:solidFill>
                <a:latin typeface="Arial" panose="020B0604020202020204" pitchFamily="34" charset="0"/>
              </a:defRPr>
            </a:lvl4pPr>
            <a:lvl5pPr eaLnBrk="0" fontAlgn="base" hangingPunct="0">
              <a:spcBef>
                <a:spcPct val="30000"/>
              </a:spcBef>
              <a:spcAft>
                <a:spcPct val="0"/>
              </a:spcAft>
              <a:defRPr sz="1200">
                <a:solidFill>
                  <a:schemeClr val="tx1"/>
                </a:solidFill>
                <a:latin typeface="Arial" panose="020B0604020202020204" pitchFamily="34" charset="0"/>
              </a:defRPr>
            </a:lvl5pPr>
            <a:lvl6pPr eaLnBrk="0" fontAlgn="base" hangingPunct="0">
              <a:spcBef>
                <a:spcPct val="30000"/>
              </a:spcBef>
              <a:spcAft>
                <a:spcPct val="0"/>
              </a:spcAft>
              <a:defRPr sz="1200">
                <a:solidFill>
                  <a:schemeClr val="tx1"/>
                </a:solidFill>
                <a:latin typeface="Arial" panose="020B0604020202020204" pitchFamily="34" charset="0"/>
              </a:defRPr>
            </a:lvl6pPr>
            <a:lvl7pPr eaLnBrk="0" fontAlgn="base" hangingPunct="0">
              <a:spcBef>
                <a:spcPct val="30000"/>
              </a:spcBef>
              <a:spcAft>
                <a:spcPct val="0"/>
              </a:spcAft>
              <a:defRPr sz="1200">
                <a:solidFill>
                  <a:schemeClr val="tx1"/>
                </a:solidFill>
                <a:latin typeface="Arial" panose="020B0604020202020204" pitchFamily="34" charset="0"/>
              </a:defRPr>
            </a:lvl7pPr>
            <a:lvl8pPr eaLnBrk="0" fontAlgn="base" hangingPunct="0">
              <a:spcBef>
                <a:spcPct val="30000"/>
              </a:spcBef>
              <a:spcAft>
                <a:spcPct val="0"/>
              </a:spcAft>
              <a:defRPr sz="1200">
                <a:solidFill>
                  <a:schemeClr val="tx1"/>
                </a:solidFill>
                <a:latin typeface="Arial" panose="020B0604020202020204" pitchFamily="34" charset="0"/>
              </a:defRPr>
            </a:lvl8pPr>
            <a:lvl9pPr eaLnBrk="0" fontAlgn="base" hangingPunct="0">
              <a:spcBef>
                <a:spcPct val="30000"/>
              </a:spcBef>
              <a:spcAft>
                <a:spcPct val="0"/>
              </a:spcAft>
              <a:defRPr sz="12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600" b="0" i="0" u="none" strike="noStrike" cap="none" normalizeH="0" baseline="0" dirty="0" err="1">
                <a:ln>
                  <a:noFill/>
                </a:ln>
                <a:solidFill>
                  <a:schemeClr val="tx1"/>
                </a:solidFill>
                <a:effectLst/>
                <a:latin typeface="Arial" panose="020B0604020202020204" pitchFamily="34" charset="0"/>
              </a:rPr>
              <a:t>x_train_re</a:t>
            </a:r>
            <a:r>
              <a:rPr kumimoji="0" lang="en-US" altLang="en-US" sz="1600" b="0" i="0" u="none" strike="noStrike" cap="none" normalizeH="0" baseline="0" dirty="0">
                <a:ln>
                  <a:noFill/>
                </a:ln>
                <a:solidFill>
                  <a:schemeClr val="tx1"/>
                </a:solidFill>
                <a:effectLst/>
                <a:latin typeface="Roboto Mono" panose="00000009000000000000" pitchFamily="49" charset="0"/>
              </a:rPr>
              <a:t> </a:t>
            </a:r>
            <a:r>
              <a:rPr kumimoji="0" lang="en-US" altLang="en-US" sz="1600" b="0" i="0" u="none" strike="noStrike" cap="none" normalizeH="0" baseline="0" dirty="0">
                <a:ln>
                  <a:noFill/>
                </a:ln>
                <a:solidFill>
                  <a:srgbClr val="055BE0"/>
                </a:solidFill>
                <a:effectLst/>
                <a:latin typeface="Arial" panose="020B0604020202020204" pitchFamily="34" charset="0"/>
              </a:rPr>
              <a:t>=</a:t>
            </a:r>
            <a:r>
              <a:rPr kumimoji="0" lang="en-US" altLang="en-US" sz="1600" b="0" i="0" u="none" strike="noStrike" cap="none" normalizeH="0" baseline="0" dirty="0">
                <a:ln>
                  <a:noFill/>
                </a:ln>
                <a:solidFill>
                  <a:schemeClr val="tx1"/>
                </a:solidFill>
                <a:effectLst/>
                <a:latin typeface="Roboto Mono" panose="00000009000000000000" pitchFamily="49"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X_train</a:t>
            </a:r>
            <a:r>
              <a:rPr kumimoji="0" lang="en-US" altLang="en-US" sz="1600" b="0" i="0" u="none" strike="noStrike" cap="none" normalizeH="0" baseline="0" dirty="0" err="1">
                <a:ln>
                  <a:noFill/>
                </a:ln>
                <a:solidFill>
                  <a:srgbClr val="055BE0"/>
                </a:solidFill>
                <a:effectLst/>
                <a:latin typeface="Arial" panose="020B0604020202020204" pitchFamily="34" charset="0"/>
              </a:rPr>
              <a:t>.</a:t>
            </a:r>
            <a:r>
              <a:rPr kumimoji="0" lang="en-US" altLang="en-US" sz="1600" b="0" i="0" u="none" strike="noStrike" cap="none" normalizeH="0" baseline="0" dirty="0" err="1">
                <a:ln>
                  <a:noFill/>
                </a:ln>
                <a:solidFill>
                  <a:schemeClr val="tx1"/>
                </a:solidFill>
                <a:effectLst/>
                <a:latin typeface="Arial" panose="020B0604020202020204" pitchFamily="34" charset="0"/>
              </a:rPr>
              <a:t>to_numpy</a:t>
            </a:r>
            <a:r>
              <a:rPr kumimoji="0" lang="en-US" altLang="en-US" sz="1600" b="0" i="0" u="none" strike="noStrike" cap="none" normalizeH="0" baseline="0" dirty="0">
                <a:ln>
                  <a:noFill/>
                </a:ln>
                <a:solidFill>
                  <a:schemeClr val="tx1"/>
                </a:solidFill>
                <a:effectLst/>
                <a:latin typeface="Roboto Mono" panose="00000009000000000000" pitchFamily="49" charset="0"/>
              </a:rPr>
              <a:t>()</a:t>
            </a:r>
            <a:r>
              <a:rPr kumimoji="0" lang="en-US" altLang="en-US" sz="1600" b="0" i="0" u="none" strike="noStrike" cap="none" normalizeH="0" baseline="0" dirty="0">
                <a:ln>
                  <a:noFill/>
                </a:ln>
                <a:solidFill>
                  <a:srgbClr val="055BE0"/>
                </a:solidFill>
                <a:effectLst/>
                <a:latin typeface="Arial" panose="020B0604020202020204" pitchFamily="34" charset="0"/>
              </a:rPr>
              <a:t>.</a:t>
            </a:r>
            <a:r>
              <a:rPr kumimoji="0" lang="en-US" altLang="en-US" sz="1600" b="0" i="0" u="none" strike="noStrike" cap="none" normalizeH="0" baseline="0" dirty="0">
                <a:ln>
                  <a:noFill/>
                </a:ln>
                <a:solidFill>
                  <a:schemeClr val="tx1"/>
                </a:solidFill>
                <a:effectLst/>
                <a:latin typeface="Arial" panose="020B0604020202020204" pitchFamily="34" charset="0"/>
              </a:rPr>
              <a:t>reshape</a:t>
            </a:r>
            <a:r>
              <a:rPr kumimoji="0" lang="en-US" altLang="en-US" sz="1600" b="0" i="0" u="none" strike="noStrike" cap="none" normalizeH="0" baseline="0" dirty="0">
                <a:ln>
                  <a:noFill/>
                </a:ln>
                <a:solidFill>
                  <a:schemeClr val="tx1"/>
                </a:solidFill>
                <a:effectLst/>
                <a:latin typeface="Roboto Mono" panose="00000009000000000000" pitchFamily="49" charset="0"/>
              </a:rPr>
              <a:t>(</a:t>
            </a:r>
            <a:r>
              <a:rPr kumimoji="0" lang="en-US" altLang="en-US" sz="1600" b="0" i="0" u="none" strike="noStrike" cap="none" normalizeH="0" baseline="0" dirty="0">
                <a:ln>
                  <a:noFill/>
                </a:ln>
                <a:solidFill>
                  <a:srgbClr val="666666"/>
                </a:solidFill>
                <a:effectLst/>
                <a:latin typeface="Roboto Mono" panose="00000009000000000000" pitchFamily="49" charset="0"/>
              </a:rPr>
              <a:t>33600</a:t>
            </a:r>
            <a:r>
              <a:rPr kumimoji="0" lang="en-US" altLang="en-US" sz="1600" b="0" i="0" u="none" strike="noStrike" cap="none" normalizeH="0" baseline="0" dirty="0">
                <a:ln>
                  <a:noFill/>
                </a:ln>
                <a:solidFill>
                  <a:schemeClr val="tx1"/>
                </a:solidFill>
                <a:effectLst/>
                <a:latin typeface="Roboto Mono" panose="00000009000000000000" pitchFamily="49" charset="0"/>
              </a:rPr>
              <a:t>, </a:t>
            </a:r>
            <a:r>
              <a:rPr kumimoji="0" lang="en-US" altLang="en-US" sz="1600" b="0" i="0" u="none" strike="noStrike" cap="none" normalizeH="0" baseline="0" dirty="0">
                <a:ln>
                  <a:noFill/>
                </a:ln>
                <a:solidFill>
                  <a:srgbClr val="666666"/>
                </a:solidFill>
                <a:effectLst/>
                <a:latin typeface="Roboto Mono" panose="00000009000000000000" pitchFamily="49" charset="0"/>
              </a:rPr>
              <a:t>28</a:t>
            </a:r>
            <a:r>
              <a:rPr kumimoji="0" lang="en-US" altLang="en-US" sz="1600" b="0" i="0" u="none" strike="noStrike" cap="none" normalizeH="0" baseline="0" dirty="0">
                <a:ln>
                  <a:noFill/>
                </a:ln>
                <a:solidFill>
                  <a:schemeClr val="tx1"/>
                </a:solidFill>
                <a:effectLst/>
                <a:latin typeface="Roboto Mono" panose="00000009000000000000" pitchFamily="49" charset="0"/>
              </a:rPr>
              <a:t>, </a:t>
            </a:r>
            <a:r>
              <a:rPr kumimoji="0" lang="en-US" altLang="en-US" sz="1600" b="0" i="0" u="none" strike="noStrike" cap="none" normalizeH="0" baseline="0" dirty="0">
                <a:ln>
                  <a:noFill/>
                </a:ln>
                <a:solidFill>
                  <a:srgbClr val="666666"/>
                </a:solidFill>
                <a:effectLst/>
                <a:latin typeface="Roboto Mono" panose="00000009000000000000" pitchFamily="49" charset="0"/>
              </a:rPr>
              <a:t>28</a:t>
            </a:r>
            <a:r>
              <a:rPr kumimoji="0" lang="en-US" altLang="en-US" sz="1600" b="0" i="0" u="none" strike="noStrike" cap="none" normalizeH="0" baseline="0" dirty="0">
                <a:ln>
                  <a:noFill/>
                </a:ln>
                <a:solidFill>
                  <a:schemeClr val="tx1"/>
                </a:solidFill>
                <a:effectLst/>
                <a:latin typeface="Roboto Mono" panose="00000009000000000000" pitchFamily="49" charset="0"/>
              </a:rPr>
              <a:t>) </a:t>
            </a: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600" b="0" i="0" u="none" strike="noStrike" cap="none" normalizeH="0" baseline="0" dirty="0" err="1">
                <a:ln>
                  <a:noFill/>
                </a:ln>
                <a:solidFill>
                  <a:schemeClr val="tx1"/>
                </a:solidFill>
                <a:effectLst/>
                <a:latin typeface="Arial" panose="020B0604020202020204" pitchFamily="34" charset="0"/>
              </a:rPr>
              <a:t>y_train_re</a:t>
            </a:r>
            <a:r>
              <a:rPr kumimoji="0" lang="en-US" altLang="en-US" sz="1600" b="0" i="0" u="none" strike="noStrike" cap="none" normalizeH="0" baseline="0" dirty="0">
                <a:ln>
                  <a:noFill/>
                </a:ln>
                <a:solidFill>
                  <a:schemeClr val="tx1"/>
                </a:solidFill>
                <a:effectLst/>
                <a:latin typeface="Roboto Mono" panose="00000009000000000000" pitchFamily="49" charset="0"/>
              </a:rPr>
              <a:t> </a:t>
            </a:r>
            <a:r>
              <a:rPr kumimoji="0" lang="en-US" altLang="en-US" sz="1600" b="0" i="0" u="none" strike="noStrike" cap="none" normalizeH="0" baseline="0" dirty="0">
                <a:ln>
                  <a:noFill/>
                </a:ln>
                <a:solidFill>
                  <a:srgbClr val="055BE0"/>
                </a:solidFill>
                <a:effectLst/>
                <a:latin typeface="Arial" panose="020B0604020202020204" pitchFamily="34" charset="0"/>
              </a:rPr>
              <a:t>=</a:t>
            </a:r>
            <a:r>
              <a:rPr kumimoji="0" lang="en-US" altLang="en-US" sz="1600" b="0" i="0" u="none" strike="noStrike" cap="none" normalizeH="0" baseline="0" dirty="0">
                <a:ln>
                  <a:noFill/>
                </a:ln>
                <a:solidFill>
                  <a:schemeClr val="tx1"/>
                </a:solidFill>
                <a:effectLst/>
                <a:latin typeface="Roboto Mono" panose="00000009000000000000" pitchFamily="49"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y_train</a:t>
            </a:r>
            <a:r>
              <a:rPr kumimoji="0" lang="en-US" altLang="en-US" sz="1600" b="0" i="0" u="none" strike="noStrike" cap="none" normalizeH="0" baseline="0" dirty="0" err="1">
                <a:ln>
                  <a:noFill/>
                </a:ln>
                <a:solidFill>
                  <a:srgbClr val="055BE0"/>
                </a:solidFill>
                <a:effectLst/>
                <a:latin typeface="Arial" panose="020B0604020202020204" pitchFamily="34" charset="0"/>
              </a:rPr>
              <a:t>.</a:t>
            </a:r>
            <a:r>
              <a:rPr kumimoji="0" lang="en-US" altLang="en-US" sz="1600" b="0" i="0" u="none" strike="noStrike" cap="none" normalizeH="0" baseline="0" dirty="0" err="1">
                <a:ln>
                  <a:noFill/>
                </a:ln>
                <a:solidFill>
                  <a:schemeClr val="tx1"/>
                </a:solidFill>
                <a:effectLst/>
                <a:latin typeface="Arial" panose="020B0604020202020204" pitchFamily="34" charset="0"/>
              </a:rPr>
              <a:t>values</a:t>
            </a:r>
            <a:r>
              <a:rPr kumimoji="0" lang="en-US" altLang="en-US" sz="1600" b="0" i="0" u="none" strike="noStrike" cap="none" normalizeH="0" baseline="0" dirty="0">
                <a:ln>
                  <a:noFill/>
                </a:ln>
                <a:solidFill>
                  <a:schemeClr val="tx1"/>
                </a:solidFill>
                <a:effectLst/>
                <a:latin typeface="Roboto Mono" panose="00000009000000000000" pitchFamily="49" charset="0"/>
              </a:rPr>
              <a:t> </a:t>
            </a: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600" b="0" i="0" u="none" strike="noStrike" cap="none" normalizeH="0" baseline="0" dirty="0" err="1">
                <a:ln>
                  <a:noFill/>
                </a:ln>
                <a:solidFill>
                  <a:schemeClr val="tx1"/>
                </a:solidFill>
                <a:effectLst/>
                <a:latin typeface="Arial" panose="020B0604020202020204" pitchFamily="34" charset="0"/>
              </a:rPr>
              <a:t>x_validation_re</a:t>
            </a:r>
            <a:r>
              <a:rPr kumimoji="0" lang="en-US" altLang="en-US" sz="1600" b="0" i="0" u="none" strike="noStrike" cap="none" normalizeH="0" baseline="0" dirty="0">
                <a:ln>
                  <a:noFill/>
                </a:ln>
                <a:solidFill>
                  <a:schemeClr val="tx1"/>
                </a:solidFill>
                <a:effectLst/>
                <a:latin typeface="Roboto Mono" panose="00000009000000000000" pitchFamily="49" charset="0"/>
              </a:rPr>
              <a:t> </a:t>
            </a:r>
            <a:r>
              <a:rPr kumimoji="0" lang="en-US" altLang="en-US" sz="1600" b="0" i="0" u="none" strike="noStrike" cap="none" normalizeH="0" baseline="0" dirty="0">
                <a:ln>
                  <a:noFill/>
                </a:ln>
                <a:solidFill>
                  <a:srgbClr val="055BE0"/>
                </a:solidFill>
                <a:effectLst/>
                <a:latin typeface="Arial" panose="020B0604020202020204" pitchFamily="34" charset="0"/>
              </a:rPr>
              <a:t>=</a:t>
            </a:r>
            <a:r>
              <a:rPr kumimoji="0" lang="en-US" altLang="en-US" sz="1600" b="0" i="0" u="none" strike="noStrike" cap="none" normalizeH="0" baseline="0" dirty="0">
                <a:ln>
                  <a:noFill/>
                </a:ln>
                <a:solidFill>
                  <a:schemeClr val="tx1"/>
                </a:solidFill>
                <a:effectLst/>
                <a:latin typeface="Roboto Mono" panose="00000009000000000000" pitchFamily="49"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X_validation</a:t>
            </a:r>
            <a:r>
              <a:rPr kumimoji="0" lang="en-US" altLang="en-US" sz="1600" b="0" i="0" u="none" strike="noStrike" cap="none" normalizeH="0" baseline="0" dirty="0" err="1">
                <a:ln>
                  <a:noFill/>
                </a:ln>
                <a:solidFill>
                  <a:srgbClr val="055BE0"/>
                </a:solidFill>
                <a:effectLst/>
                <a:latin typeface="Arial" panose="020B0604020202020204" pitchFamily="34" charset="0"/>
              </a:rPr>
              <a:t>.</a:t>
            </a:r>
            <a:r>
              <a:rPr kumimoji="0" lang="en-US" altLang="en-US" sz="1600" b="0" i="0" u="none" strike="noStrike" cap="none" normalizeH="0" baseline="0" dirty="0" err="1">
                <a:ln>
                  <a:noFill/>
                </a:ln>
                <a:solidFill>
                  <a:schemeClr val="tx1"/>
                </a:solidFill>
                <a:effectLst/>
                <a:latin typeface="Arial" panose="020B0604020202020204" pitchFamily="34" charset="0"/>
              </a:rPr>
              <a:t>to_numpy</a:t>
            </a:r>
            <a:r>
              <a:rPr kumimoji="0" lang="en-US" altLang="en-US" sz="1600" b="0" i="0" u="none" strike="noStrike" cap="none" normalizeH="0" baseline="0" dirty="0">
                <a:ln>
                  <a:noFill/>
                </a:ln>
                <a:solidFill>
                  <a:schemeClr val="tx1"/>
                </a:solidFill>
                <a:effectLst/>
                <a:latin typeface="Roboto Mono" panose="00000009000000000000" pitchFamily="49" charset="0"/>
              </a:rPr>
              <a:t>()</a:t>
            </a:r>
            <a:r>
              <a:rPr kumimoji="0" lang="en-US" altLang="en-US" sz="1600" b="0" i="0" u="none" strike="noStrike" cap="none" normalizeH="0" baseline="0" dirty="0">
                <a:ln>
                  <a:noFill/>
                </a:ln>
                <a:solidFill>
                  <a:srgbClr val="055BE0"/>
                </a:solidFill>
                <a:effectLst/>
                <a:latin typeface="Arial" panose="020B0604020202020204" pitchFamily="34" charset="0"/>
              </a:rPr>
              <a:t>.</a:t>
            </a:r>
            <a:r>
              <a:rPr kumimoji="0" lang="en-US" altLang="en-US" sz="1600" b="0" i="0" u="none" strike="noStrike" cap="none" normalizeH="0" baseline="0" dirty="0">
                <a:ln>
                  <a:noFill/>
                </a:ln>
                <a:solidFill>
                  <a:schemeClr val="tx1"/>
                </a:solidFill>
                <a:effectLst/>
                <a:latin typeface="Arial" panose="020B0604020202020204" pitchFamily="34" charset="0"/>
              </a:rPr>
              <a:t>reshape</a:t>
            </a:r>
            <a:r>
              <a:rPr kumimoji="0" lang="en-US" altLang="en-US" sz="1600" b="0" i="0" u="none" strike="noStrike" cap="none" normalizeH="0" baseline="0" dirty="0">
                <a:ln>
                  <a:noFill/>
                </a:ln>
                <a:solidFill>
                  <a:schemeClr val="tx1"/>
                </a:solidFill>
                <a:effectLst/>
                <a:latin typeface="Roboto Mono" panose="00000009000000000000" pitchFamily="49" charset="0"/>
              </a:rPr>
              <a:t>(</a:t>
            </a:r>
            <a:r>
              <a:rPr kumimoji="0" lang="en-US" altLang="en-US" sz="1600" b="0" i="0" u="none" strike="noStrike" cap="none" normalizeH="0" baseline="0" dirty="0">
                <a:ln>
                  <a:noFill/>
                </a:ln>
                <a:solidFill>
                  <a:srgbClr val="666666"/>
                </a:solidFill>
                <a:effectLst/>
                <a:latin typeface="Roboto Mono" panose="00000009000000000000" pitchFamily="49" charset="0"/>
              </a:rPr>
              <a:t>8400</a:t>
            </a:r>
            <a:r>
              <a:rPr kumimoji="0" lang="en-US" altLang="en-US" sz="1600" b="0" i="0" u="none" strike="noStrike" cap="none" normalizeH="0" baseline="0" dirty="0">
                <a:ln>
                  <a:noFill/>
                </a:ln>
                <a:solidFill>
                  <a:schemeClr val="tx1"/>
                </a:solidFill>
                <a:effectLst/>
                <a:latin typeface="Roboto Mono" panose="00000009000000000000" pitchFamily="49" charset="0"/>
              </a:rPr>
              <a:t>, </a:t>
            </a:r>
            <a:r>
              <a:rPr kumimoji="0" lang="en-US" altLang="en-US" sz="1600" b="0" i="0" u="none" strike="noStrike" cap="none" normalizeH="0" baseline="0" dirty="0">
                <a:ln>
                  <a:noFill/>
                </a:ln>
                <a:solidFill>
                  <a:srgbClr val="666666"/>
                </a:solidFill>
                <a:effectLst/>
                <a:latin typeface="Roboto Mono" panose="00000009000000000000" pitchFamily="49" charset="0"/>
              </a:rPr>
              <a:t>28</a:t>
            </a:r>
            <a:r>
              <a:rPr kumimoji="0" lang="en-US" altLang="en-US" sz="1600" b="0" i="0" u="none" strike="noStrike" cap="none" normalizeH="0" baseline="0" dirty="0">
                <a:ln>
                  <a:noFill/>
                </a:ln>
                <a:solidFill>
                  <a:schemeClr val="tx1"/>
                </a:solidFill>
                <a:effectLst/>
                <a:latin typeface="Roboto Mono" panose="00000009000000000000" pitchFamily="49" charset="0"/>
              </a:rPr>
              <a:t>, </a:t>
            </a:r>
            <a:r>
              <a:rPr kumimoji="0" lang="en-US" altLang="en-US" sz="1600" b="0" i="0" u="none" strike="noStrike" cap="none" normalizeH="0" baseline="0" dirty="0">
                <a:ln>
                  <a:noFill/>
                </a:ln>
                <a:solidFill>
                  <a:srgbClr val="666666"/>
                </a:solidFill>
                <a:effectLst/>
                <a:latin typeface="Roboto Mono" panose="00000009000000000000" pitchFamily="49" charset="0"/>
              </a:rPr>
              <a:t>28</a:t>
            </a:r>
            <a:r>
              <a:rPr kumimoji="0" lang="en-US" altLang="en-US" sz="1600" b="0" i="0" u="none" strike="noStrike" cap="none" normalizeH="0" baseline="0" dirty="0">
                <a:ln>
                  <a:noFill/>
                </a:ln>
                <a:solidFill>
                  <a:schemeClr val="tx1"/>
                </a:solidFill>
                <a:effectLst/>
                <a:latin typeface="Roboto Mono" panose="00000009000000000000" pitchFamily="49" charset="0"/>
              </a:rPr>
              <a:t>) </a:t>
            </a: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600" b="0" i="0" u="none" strike="noStrike" cap="none" normalizeH="0" baseline="0" dirty="0" err="1">
                <a:ln>
                  <a:noFill/>
                </a:ln>
                <a:solidFill>
                  <a:schemeClr val="tx1"/>
                </a:solidFill>
                <a:effectLst/>
                <a:latin typeface="Arial" panose="020B0604020202020204" pitchFamily="34" charset="0"/>
              </a:rPr>
              <a:t>y_validation_re</a:t>
            </a:r>
            <a:r>
              <a:rPr kumimoji="0" lang="en-US" altLang="en-US" sz="1600" b="0" i="0" u="none" strike="noStrike" cap="none" normalizeH="0" baseline="0" dirty="0">
                <a:ln>
                  <a:noFill/>
                </a:ln>
                <a:solidFill>
                  <a:schemeClr val="tx1"/>
                </a:solidFill>
                <a:effectLst/>
                <a:latin typeface="Roboto Mono" panose="00000009000000000000" pitchFamily="49" charset="0"/>
              </a:rPr>
              <a:t> </a:t>
            </a:r>
            <a:r>
              <a:rPr kumimoji="0" lang="en-US" altLang="en-US" sz="1600" b="0" i="0" u="none" strike="noStrike" cap="none" normalizeH="0" baseline="0" dirty="0">
                <a:ln>
                  <a:noFill/>
                </a:ln>
                <a:solidFill>
                  <a:srgbClr val="055BE0"/>
                </a:solidFill>
                <a:effectLst/>
                <a:latin typeface="Arial" panose="020B0604020202020204" pitchFamily="34" charset="0"/>
              </a:rPr>
              <a:t>=</a:t>
            </a:r>
            <a:r>
              <a:rPr kumimoji="0" lang="en-US" altLang="en-US" sz="1600" b="0" i="0" u="none" strike="noStrike" cap="none" normalizeH="0" baseline="0" dirty="0">
                <a:ln>
                  <a:noFill/>
                </a:ln>
                <a:solidFill>
                  <a:schemeClr val="tx1"/>
                </a:solidFill>
                <a:effectLst/>
                <a:latin typeface="Roboto Mono" panose="00000009000000000000" pitchFamily="49"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y_validation</a:t>
            </a:r>
            <a:r>
              <a:rPr kumimoji="0" lang="en-US" altLang="en-US" sz="1600" b="0" i="0" u="none" strike="noStrike" cap="none" normalizeH="0" baseline="0" dirty="0" err="1">
                <a:ln>
                  <a:noFill/>
                </a:ln>
                <a:solidFill>
                  <a:srgbClr val="055BE0"/>
                </a:solidFill>
                <a:effectLst/>
                <a:latin typeface="Arial" panose="020B0604020202020204" pitchFamily="34" charset="0"/>
              </a:rPr>
              <a:t>.</a:t>
            </a:r>
            <a:r>
              <a:rPr kumimoji="0" lang="en-US" altLang="en-US" sz="1600" b="0" i="0" u="none" strike="noStrike" cap="none" normalizeH="0" baseline="0" dirty="0" err="1">
                <a:ln>
                  <a:noFill/>
                </a:ln>
                <a:solidFill>
                  <a:schemeClr val="tx1"/>
                </a:solidFill>
                <a:effectLst/>
                <a:latin typeface="Arial" panose="020B0604020202020204" pitchFamily="34" charset="0"/>
              </a:rPr>
              <a:t>values</a:t>
            </a:r>
            <a:r>
              <a:rPr kumimoji="0" lang="en-US" altLang="en-US" sz="1600" b="0" i="0" u="none" strike="noStrike" cap="none" normalizeH="0" baseline="0" dirty="0">
                <a:ln>
                  <a:noFill/>
                </a:ln>
                <a:solidFill>
                  <a:schemeClr val="tx1"/>
                </a:solidFill>
                <a:effectLst/>
                <a:latin typeface="Roboto Mono" panose="00000009000000000000" pitchFamily="49" charset="0"/>
              </a:rPr>
              <a:t> </a:t>
            </a: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600" b="0" i="0" u="none" strike="noStrike" cap="none" normalizeH="0" baseline="0" dirty="0" err="1">
                <a:ln>
                  <a:noFill/>
                </a:ln>
                <a:solidFill>
                  <a:schemeClr val="tx1"/>
                </a:solidFill>
                <a:effectLst/>
                <a:latin typeface="Arial" panose="020B0604020202020204" pitchFamily="34" charset="0"/>
              </a:rPr>
              <a:t>x_test_re</a:t>
            </a:r>
            <a:r>
              <a:rPr kumimoji="0" lang="en-US" altLang="en-US" sz="1600" b="0" i="0" u="none" strike="noStrike" cap="none" normalizeH="0" baseline="0" dirty="0">
                <a:ln>
                  <a:noFill/>
                </a:ln>
                <a:solidFill>
                  <a:schemeClr val="tx1"/>
                </a:solidFill>
                <a:effectLst/>
                <a:latin typeface="Roboto Mono" panose="00000009000000000000" pitchFamily="49" charset="0"/>
              </a:rPr>
              <a:t> </a:t>
            </a:r>
            <a:r>
              <a:rPr kumimoji="0" lang="en-US" altLang="en-US" sz="1600" b="0" i="0" u="none" strike="noStrike" cap="none" normalizeH="0" baseline="0" dirty="0">
                <a:ln>
                  <a:noFill/>
                </a:ln>
                <a:solidFill>
                  <a:srgbClr val="055BE0"/>
                </a:solidFill>
                <a:effectLst/>
                <a:latin typeface="Arial" panose="020B0604020202020204" pitchFamily="34" charset="0"/>
              </a:rPr>
              <a:t>=</a:t>
            </a:r>
            <a:r>
              <a:rPr kumimoji="0" lang="en-US" altLang="en-US" sz="1600" b="0" i="0" u="none" strike="noStrike" cap="none" normalizeH="0" baseline="0" dirty="0">
                <a:ln>
                  <a:noFill/>
                </a:ln>
                <a:solidFill>
                  <a:schemeClr val="tx1"/>
                </a:solidFill>
                <a:effectLst/>
                <a:latin typeface="Roboto Mono" panose="00000009000000000000" pitchFamily="49"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test</a:t>
            </a:r>
            <a:r>
              <a:rPr kumimoji="0" lang="en-US" altLang="en-US" sz="1600" b="0" i="0" u="none" strike="noStrike" cap="none" normalizeH="0" baseline="0" dirty="0" err="1">
                <a:ln>
                  <a:noFill/>
                </a:ln>
                <a:solidFill>
                  <a:srgbClr val="055BE0"/>
                </a:solidFill>
                <a:effectLst/>
                <a:latin typeface="Arial" panose="020B0604020202020204" pitchFamily="34" charset="0"/>
              </a:rPr>
              <a:t>.</a:t>
            </a:r>
            <a:r>
              <a:rPr kumimoji="0" lang="en-US" altLang="en-US" sz="1600" b="0" i="0" u="none" strike="noStrike" cap="none" normalizeH="0" baseline="0" dirty="0" err="1">
                <a:ln>
                  <a:noFill/>
                </a:ln>
                <a:solidFill>
                  <a:schemeClr val="tx1"/>
                </a:solidFill>
                <a:effectLst/>
                <a:latin typeface="Arial" panose="020B0604020202020204" pitchFamily="34" charset="0"/>
              </a:rPr>
              <a:t>to_numpy</a:t>
            </a:r>
            <a:r>
              <a:rPr kumimoji="0" lang="en-US" altLang="en-US" sz="1600" b="0" i="0" u="none" strike="noStrike" cap="none" normalizeH="0" baseline="0" dirty="0">
                <a:ln>
                  <a:noFill/>
                </a:ln>
                <a:solidFill>
                  <a:schemeClr val="tx1"/>
                </a:solidFill>
                <a:effectLst/>
                <a:latin typeface="Roboto Mono" panose="00000009000000000000" pitchFamily="49" charset="0"/>
              </a:rPr>
              <a:t>()</a:t>
            </a:r>
            <a:r>
              <a:rPr kumimoji="0" lang="en-US" altLang="en-US" sz="1600" b="0" i="0" u="none" strike="noStrike" cap="none" normalizeH="0" baseline="0" dirty="0">
                <a:ln>
                  <a:noFill/>
                </a:ln>
                <a:solidFill>
                  <a:srgbClr val="055BE0"/>
                </a:solidFill>
                <a:effectLst/>
                <a:latin typeface="Arial" panose="020B0604020202020204" pitchFamily="34" charset="0"/>
              </a:rPr>
              <a:t>.</a:t>
            </a:r>
            <a:r>
              <a:rPr kumimoji="0" lang="en-US" altLang="en-US" sz="1600" b="0" i="0" u="none" strike="noStrike" cap="none" normalizeH="0" baseline="0" dirty="0">
                <a:ln>
                  <a:noFill/>
                </a:ln>
                <a:solidFill>
                  <a:schemeClr val="tx1"/>
                </a:solidFill>
                <a:effectLst/>
                <a:latin typeface="Arial" panose="020B0604020202020204" pitchFamily="34" charset="0"/>
              </a:rPr>
              <a:t>reshape</a:t>
            </a:r>
            <a:r>
              <a:rPr kumimoji="0" lang="en-US" altLang="en-US" sz="1600" b="0" i="0" u="none" strike="noStrike" cap="none" normalizeH="0" baseline="0" dirty="0">
                <a:ln>
                  <a:noFill/>
                </a:ln>
                <a:solidFill>
                  <a:schemeClr val="tx1"/>
                </a:solidFill>
                <a:effectLst/>
                <a:latin typeface="Roboto Mono" panose="00000009000000000000" pitchFamily="49" charset="0"/>
              </a:rPr>
              <a:t>(</a:t>
            </a:r>
            <a:r>
              <a:rPr kumimoji="0" lang="en-US" altLang="en-US" sz="1600" b="0" i="0" u="none" strike="noStrike" cap="none" normalizeH="0" baseline="0" dirty="0">
                <a:ln>
                  <a:noFill/>
                </a:ln>
                <a:solidFill>
                  <a:srgbClr val="666666"/>
                </a:solidFill>
                <a:effectLst/>
                <a:latin typeface="Roboto Mono" panose="00000009000000000000" pitchFamily="49" charset="0"/>
              </a:rPr>
              <a:t>28000</a:t>
            </a:r>
            <a:r>
              <a:rPr kumimoji="0" lang="en-US" altLang="en-US" sz="1600" b="0" i="0" u="none" strike="noStrike" cap="none" normalizeH="0" baseline="0" dirty="0">
                <a:ln>
                  <a:noFill/>
                </a:ln>
                <a:solidFill>
                  <a:schemeClr val="tx1"/>
                </a:solidFill>
                <a:effectLst/>
                <a:latin typeface="Roboto Mono" panose="00000009000000000000" pitchFamily="49" charset="0"/>
              </a:rPr>
              <a:t>, </a:t>
            </a:r>
            <a:r>
              <a:rPr kumimoji="0" lang="en-US" altLang="en-US" sz="1600" b="0" i="0" u="none" strike="noStrike" cap="none" normalizeH="0" baseline="0" dirty="0">
                <a:ln>
                  <a:noFill/>
                </a:ln>
                <a:solidFill>
                  <a:srgbClr val="666666"/>
                </a:solidFill>
                <a:effectLst/>
                <a:latin typeface="Roboto Mono" panose="00000009000000000000" pitchFamily="49" charset="0"/>
              </a:rPr>
              <a:t>28</a:t>
            </a:r>
            <a:r>
              <a:rPr kumimoji="0" lang="en-US" altLang="en-US" sz="1600" b="0" i="0" u="none" strike="noStrike" cap="none" normalizeH="0" baseline="0" dirty="0">
                <a:ln>
                  <a:noFill/>
                </a:ln>
                <a:solidFill>
                  <a:schemeClr val="tx1"/>
                </a:solidFill>
                <a:effectLst/>
                <a:latin typeface="Roboto Mono" panose="00000009000000000000" pitchFamily="49" charset="0"/>
              </a:rPr>
              <a:t>, </a:t>
            </a:r>
            <a:r>
              <a:rPr kumimoji="0" lang="en-US" altLang="en-US" sz="1600" b="0" i="0" u="none" strike="noStrike" cap="none" normalizeH="0" baseline="0" dirty="0">
                <a:ln>
                  <a:noFill/>
                </a:ln>
                <a:solidFill>
                  <a:srgbClr val="666666"/>
                </a:solidFill>
                <a:effectLst/>
                <a:latin typeface="Roboto Mono" panose="00000009000000000000" pitchFamily="49" charset="0"/>
              </a:rPr>
              <a:t>28</a:t>
            </a:r>
            <a:r>
              <a:rPr kumimoji="0" lang="en-US" altLang="en-US" sz="1600" b="0" i="0" u="none" strike="noStrike" cap="none" normalizeH="0" baseline="0" dirty="0">
                <a:ln>
                  <a:noFill/>
                </a:ln>
                <a:solidFill>
                  <a:schemeClr val="tx1"/>
                </a:solidFill>
                <a:effectLst/>
                <a:latin typeface="Roboto Mono" panose="00000009000000000000" pitchFamily="49" charset="0"/>
              </a:rPr>
              <a:t>)</a:t>
            </a:r>
            <a:r>
              <a:rPr kumimoji="0" lang="en-US" altLang="en-US" sz="1600" b="0" i="0" u="none" strike="noStrike" cap="none" normalizeH="0" baseline="0" dirty="0">
                <a:ln>
                  <a:noFill/>
                </a:ln>
                <a:solidFill>
                  <a:schemeClr val="tx1"/>
                </a:solidFill>
                <a:effectLst/>
              </a:rPr>
              <a:t> </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740152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463A044-A8DB-05E0-F21B-9A4E3B1D104F}"/>
              </a:ext>
            </a:extLst>
          </p:cNvPr>
          <p:cNvSpPr txBox="1"/>
          <p:nvPr/>
        </p:nvSpPr>
        <p:spPr>
          <a:xfrm>
            <a:off x="555585" y="752354"/>
            <a:ext cx="8585521" cy="369332"/>
          </a:xfrm>
          <a:prstGeom prst="rect">
            <a:avLst/>
          </a:prstGeom>
          <a:noFill/>
        </p:spPr>
        <p:txBody>
          <a:bodyPr wrap="square">
            <a:spAutoFit/>
          </a:bodyPr>
          <a:lstStyle/>
          <a:p>
            <a:pPr algn="l"/>
            <a:r>
              <a:rPr lang="en-US" b="1" i="0" dirty="0">
                <a:solidFill>
                  <a:srgbClr val="000000"/>
                </a:solidFill>
                <a:effectLst/>
              </a:rPr>
              <a:t>Dimension of training, testing, and validation data after reshaping</a:t>
            </a:r>
          </a:p>
        </p:txBody>
      </p:sp>
      <p:sp>
        <p:nvSpPr>
          <p:cNvPr id="4" name="Rectangle 1">
            <a:extLst>
              <a:ext uri="{FF2B5EF4-FFF2-40B4-BE49-F238E27FC236}">
                <a16:creationId xmlns:a16="http://schemas.microsoft.com/office/drawing/2014/main" id="{E30E56E0-F821-569D-7BBD-911716C48B58}"/>
              </a:ext>
            </a:extLst>
          </p:cNvPr>
          <p:cNvSpPr>
            <a:spLocks noChangeArrowheads="1"/>
          </p:cNvSpPr>
          <p:nvPr/>
        </p:nvSpPr>
        <p:spPr bwMode="auto">
          <a:xfrm>
            <a:off x="555585" y="1505433"/>
            <a:ext cx="8819909" cy="1717393"/>
          </a:xfrm>
          <a:prstGeom prst="rect">
            <a:avLst/>
          </a:prstGeom>
          <a:solidFill>
            <a:srgbClr val="F7F7F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30000"/>
              </a:spcBef>
              <a:spcAft>
                <a:spcPct val="0"/>
              </a:spcAft>
              <a:defRPr sz="1200">
                <a:solidFill>
                  <a:schemeClr val="tx1"/>
                </a:solidFill>
                <a:latin typeface="Arial" panose="020B0604020202020204" pitchFamily="34" charset="0"/>
              </a:defRPr>
            </a:lvl1pPr>
            <a:lvl2pPr eaLnBrk="0" fontAlgn="base" hangingPunct="0">
              <a:spcBef>
                <a:spcPct val="30000"/>
              </a:spcBef>
              <a:spcAft>
                <a:spcPct val="0"/>
              </a:spcAft>
              <a:defRPr sz="1200">
                <a:solidFill>
                  <a:schemeClr val="tx1"/>
                </a:solidFill>
                <a:latin typeface="Arial" panose="020B0604020202020204" pitchFamily="34" charset="0"/>
              </a:defRPr>
            </a:lvl2pPr>
            <a:lvl3pPr eaLnBrk="0" fontAlgn="base" hangingPunct="0">
              <a:spcBef>
                <a:spcPct val="30000"/>
              </a:spcBef>
              <a:spcAft>
                <a:spcPct val="0"/>
              </a:spcAft>
              <a:defRPr sz="1200">
                <a:solidFill>
                  <a:schemeClr val="tx1"/>
                </a:solidFill>
                <a:latin typeface="Arial" panose="020B0604020202020204" pitchFamily="34" charset="0"/>
              </a:defRPr>
            </a:lvl3pPr>
            <a:lvl4pPr eaLnBrk="0" fontAlgn="base" hangingPunct="0">
              <a:spcBef>
                <a:spcPct val="30000"/>
              </a:spcBef>
              <a:spcAft>
                <a:spcPct val="0"/>
              </a:spcAft>
              <a:defRPr sz="1200">
                <a:solidFill>
                  <a:schemeClr val="tx1"/>
                </a:solidFill>
                <a:latin typeface="Arial" panose="020B0604020202020204" pitchFamily="34" charset="0"/>
              </a:defRPr>
            </a:lvl4pPr>
            <a:lvl5pPr eaLnBrk="0" fontAlgn="base" hangingPunct="0">
              <a:spcBef>
                <a:spcPct val="30000"/>
              </a:spcBef>
              <a:spcAft>
                <a:spcPct val="0"/>
              </a:spcAft>
              <a:defRPr sz="1200">
                <a:solidFill>
                  <a:schemeClr val="tx1"/>
                </a:solidFill>
                <a:latin typeface="Arial" panose="020B0604020202020204" pitchFamily="34" charset="0"/>
              </a:defRPr>
            </a:lvl5pPr>
            <a:lvl6pPr eaLnBrk="0" fontAlgn="base" hangingPunct="0">
              <a:spcBef>
                <a:spcPct val="30000"/>
              </a:spcBef>
              <a:spcAft>
                <a:spcPct val="0"/>
              </a:spcAft>
              <a:defRPr sz="1200">
                <a:solidFill>
                  <a:schemeClr val="tx1"/>
                </a:solidFill>
                <a:latin typeface="Arial" panose="020B0604020202020204" pitchFamily="34" charset="0"/>
              </a:defRPr>
            </a:lvl6pPr>
            <a:lvl7pPr eaLnBrk="0" fontAlgn="base" hangingPunct="0">
              <a:spcBef>
                <a:spcPct val="30000"/>
              </a:spcBef>
              <a:spcAft>
                <a:spcPct val="0"/>
              </a:spcAft>
              <a:defRPr sz="1200">
                <a:solidFill>
                  <a:schemeClr val="tx1"/>
                </a:solidFill>
                <a:latin typeface="Arial" panose="020B0604020202020204" pitchFamily="34" charset="0"/>
              </a:defRPr>
            </a:lvl7pPr>
            <a:lvl8pPr eaLnBrk="0" fontAlgn="base" hangingPunct="0">
              <a:spcBef>
                <a:spcPct val="30000"/>
              </a:spcBef>
              <a:spcAft>
                <a:spcPct val="0"/>
              </a:spcAft>
              <a:defRPr sz="1200">
                <a:solidFill>
                  <a:schemeClr val="tx1"/>
                </a:solidFill>
                <a:latin typeface="Arial" panose="020B0604020202020204" pitchFamily="34" charset="0"/>
              </a:defRPr>
            </a:lvl8pPr>
            <a:lvl9pPr eaLnBrk="0" fontAlgn="base" hangingPunct="0">
              <a:spcBef>
                <a:spcPct val="30000"/>
              </a:spcBef>
              <a:spcAft>
                <a:spcPct val="0"/>
              </a:spcAft>
              <a:defRPr sz="12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800" b="0" i="0" u="none" strike="noStrike" cap="none" normalizeH="0" baseline="0" dirty="0">
                <a:ln>
                  <a:noFill/>
                </a:ln>
                <a:solidFill>
                  <a:schemeClr val="tx1"/>
                </a:solidFill>
                <a:effectLst/>
                <a:latin typeface="Roboto Mono" panose="00000009000000000000" pitchFamily="49" charset="0"/>
              </a:rPr>
              <a:t>(</a:t>
            </a:r>
            <a:r>
              <a:rPr kumimoji="0" lang="en-US" altLang="en-US" sz="1800" b="0" i="0" u="none" strike="noStrike" cap="none" normalizeH="0" baseline="0" dirty="0">
                <a:ln>
                  <a:noFill/>
                </a:ln>
                <a:solidFill>
                  <a:srgbClr val="BB2323"/>
                </a:solidFill>
                <a:effectLst/>
                <a:latin typeface="Roboto Mono" panose="00000009000000000000" pitchFamily="49" charset="0"/>
              </a:rPr>
              <a:t>'</a:t>
            </a:r>
            <a:r>
              <a:rPr kumimoji="0" lang="en-US" altLang="en-US" sz="1800" b="0" i="0" u="none" strike="noStrike" cap="none" normalizeH="0" baseline="0" dirty="0" err="1">
                <a:ln>
                  <a:noFill/>
                </a:ln>
                <a:solidFill>
                  <a:srgbClr val="BB2323"/>
                </a:solidFill>
                <a:effectLst/>
                <a:latin typeface="Roboto Mono" panose="00000009000000000000" pitchFamily="49" charset="0"/>
              </a:rPr>
              <a:t>x_train</a:t>
            </a:r>
            <a:r>
              <a:rPr kumimoji="0" lang="en-US" altLang="en-US" sz="1800" b="0" i="0" u="none" strike="noStrike" cap="none" normalizeH="0" baseline="0" dirty="0">
                <a:ln>
                  <a:noFill/>
                </a:ln>
                <a:solidFill>
                  <a:srgbClr val="BB2323"/>
                </a:solidFill>
                <a:effectLst/>
                <a:latin typeface="Roboto Mono" panose="00000009000000000000" pitchFamily="49" charset="0"/>
              </a:rPr>
              <a:t>:'</a:t>
            </a:r>
            <a:r>
              <a:rPr kumimoji="0" lang="en-US" altLang="en-US" sz="1800" b="0" i="0" u="none" strike="noStrike" cap="none" normalizeH="0" baseline="0" dirty="0">
                <a:ln>
                  <a:noFill/>
                </a:ln>
                <a:solidFill>
                  <a:schemeClr val="tx1"/>
                </a:solidFill>
                <a:effectLst/>
                <a:latin typeface="Roboto Mono" panose="00000009000000000000" pitchFamily="49"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x_train_re</a:t>
            </a:r>
            <a:r>
              <a:rPr kumimoji="0" lang="en-US" altLang="en-US" sz="1800" b="0" i="0" u="none" strike="noStrike" cap="none" normalizeH="0" baseline="0" dirty="0" err="1">
                <a:ln>
                  <a:noFill/>
                </a:ln>
                <a:solidFill>
                  <a:srgbClr val="055BE0"/>
                </a:solidFill>
                <a:effectLst/>
                <a:latin typeface="Arial" panose="020B0604020202020204" pitchFamily="34" charset="0"/>
              </a:rPr>
              <a:t>.</a:t>
            </a:r>
            <a:r>
              <a:rPr kumimoji="0" lang="en-US" altLang="en-US" sz="1800" b="0" i="0" u="none" strike="noStrike" cap="none" normalizeH="0" baseline="0" dirty="0" err="1">
                <a:ln>
                  <a:noFill/>
                </a:ln>
                <a:solidFill>
                  <a:schemeClr val="tx1"/>
                </a:solidFill>
                <a:effectLst/>
                <a:latin typeface="Arial" panose="020B0604020202020204" pitchFamily="34" charset="0"/>
              </a:rPr>
              <a:t>shape</a:t>
            </a:r>
            <a:r>
              <a:rPr kumimoji="0" lang="en-US" altLang="en-US" sz="1800" b="0" i="0" u="none" strike="noStrike" cap="none" normalizeH="0" baseline="0" dirty="0">
                <a:ln>
                  <a:noFill/>
                </a:ln>
                <a:solidFill>
                  <a:schemeClr val="tx1"/>
                </a:solidFill>
                <a:effectLst/>
                <a:latin typeface="Roboto Mono" panose="00000009000000000000" pitchFamily="49" charset="0"/>
              </a:rPr>
              <a:t>) </a:t>
            </a:r>
            <a:endParaRPr kumimoji="0" lang="en-US" altLang="en-US" sz="1800" b="0" i="0" u="none" strike="noStrike" cap="none" normalizeH="0" baseline="0" dirty="0">
              <a:ln>
                <a:noFill/>
              </a:ln>
              <a:solidFill>
                <a:srgbClr val="008000"/>
              </a:solidFill>
              <a:effectLst/>
              <a:latin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800" b="0" i="0" u="none" strike="noStrike" cap="none" normalizeH="0" baseline="0" dirty="0">
                <a:ln>
                  <a:noFill/>
                </a:ln>
                <a:solidFill>
                  <a:schemeClr val="tx1"/>
                </a:solidFill>
                <a:effectLst/>
                <a:latin typeface="Roboto Mono" panose="00000009000000000000" pitchFamily="49" charset="0"/>
              </a:rPr>
              <a:t>(</a:t>
            </a:r>
            <a:r>
              <a:rPr kumimoji="0" lang="en-US" altLang="en-US" sz="1800" b="0" i="0" u="none" strike="noStrike" cap="none" normalizeH="0" baseline="0" dirty="0">
                <a:ln>
                  <a:noFill/>
                </a:ln>
                <a:solidFill>
                  <a:srgbClr val="BB2323"/>
                </a:solidFill>
                <a:effectLst/>
                <a:latin typeface="Roboto Mono" panose="00000009000000000000" pitchFamily="49" charset="0"/>
              </a:rPr>
              <a:t>'</a:t>
            </a:r>
            <a:r>
              <a:rPr kumimoji="0" lang="en-US" altLang="en-US" sz="1800" b="0" i="0" u="none" strike="noStrike" cap="none" normalizeH="0" baseline="0" dirty="0" err="1">
                <a:ln>
                  <a:noFill/>
                </a:ln>
                <a:solidFill>
                  <a:srgbClr val="BB2323"/>
                </a:solidFill>
                <a:effectLst/>
                <a:latin typeface="Roboto Mono" panose="00000009000000000000" pitchFamily="49" charset="0"/>
              </a:rPr>
              <a:t>y_train</a:t>
            </a:r>
            <a:r>
              <a:rPr kumimoji="0" lang="en-US" altLang="en-US" sz="1800" b="0" i="0" u="none" strike="noStrike" cap="none" normalizeH="0" baseline="0" dirty="0">
                <a:ln>
                  <a:noFill/>
                </a:ln>
                <a:solidFill>
                  <a:srgbClr val="BB2323"/>
                </a:solidFill>
                <a:effectLst/>
                <a:latin typeface="Roboto Mono" panose="00000009000000000000" pitchFamily="49" charset="0"/>
              </a:rPr>
              <a:t>:'</a:t>
            </a:r>
            <a:r>
              <a:rPr kumimoji="0" lang="en-US" altLang="en-US" sz="1800" b="0" i="0" u="none" strike="noStrike" cap="none" normalizeH="0" baseline="0" dirty="0">
                <a:ln>
                  <a:noFill/>
                </a:ln>
                <a:solidFill>
                  <a:schemeClr val="tx1"/>
                </a:solidFill>
                <a:effectLst/>
                <a:latin typeface="Roboto Mono" panose="00000009000000000000" pitchFamily="49"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y_train_re</a:t>
            </a:r>
            <a:r>
              <a:rPr kumimoji="0" lang="en-US" altLang="en-US" sz="1800" b="0" i="0" u="none" strike="noStrike" cap="none" normalizeH="0" baseline="0" dirty="0" err="1">
                <a:ln>
                  <a:noFill/>
                </a:ln>
                <a:solidFill>
                  <a:srgbClr val="055BE0"/>
                </a:solidFill>
                <a:effectLst/>
                <a:latin typeface="Arial" panose="020B0604020202020204" pitchFamily="34" charset="0"/>
              </a:rPr>
              <a:t>.</a:t>
            </a:r>
            <a:r>
              <a:rPr kumimoji="0" lang="en-US" altLang="en-US" sz="1800" b="0" i="0" u="none" strike="noStrike" cap="none" normalizeH="0" baseline="0" dirty="0" err="1">
                <a:ln>
                  <a:noFill/>
                </a:ln>
                <a:solidFill>
                  <a:schemeClr val="tx1"/>
                </a:solidFill>
                <a:effectLst/>
                <a:latin typeface="Arial" panose="020B0604020202020204" pitchFamily="34" charset="0"/>
              </a:rPr>
              <a:t>shape</a:t>
            </a:r>
            <a:r>
              <a:rPr kumimoji="0" lang="en-US" altLang="en-US" sz="1800" b="0" i="0" u="none" strike="noStrike" cap="none" normalizeH="0" baseline="0" dirty="0">
                <a:ln>
                  <a:noFill/>
                </a:ln>
                <a:solidFill>
                  <a:schemeClr val="tx1"/>
                </a:solidFill>
                <a:effectLst/>
                <a:latin typeface="Roboto Mono" panose="00000009000000000000" pitchFamily="49" charset="0"/>
              </a:rPr>
              <a:t>) </a:t>
            </a:r>
            <a:endParaRPr kumimoji="0" lang="en-US" altLang="en-US" sz="1800" b="0" i="0" u="none" strike="noStrike" cap="none" normalizeH="0" baseline="0" dirty="0">
              <a:ln>
                <a:noFill/>
              </a:ln>
              <a:solidFill>
                <a:srgbClr val="008000"/>
              </a:solidFill>
              <a:effectLst/>
              <a:latin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800" b="0" i="0" u="none" strike="noStrike" cap="none" normalizeH="0" baseline="0" dirty="0">
                <a:ln>
                  <a:noFill/>
                </a:ln>
                <a:solidFill>
                  <a:schemeClr val="tx1"/>
                </a:solidFill>
                <a:effectLst/>
                <a:latin typeface="Roboto Mono" panose="00000009000000000000" pitchFamily="49" charset="0"/>
              </a:rPr>
              <a:t>(</a:t>
            </a:r>
            <a:r>
              <a:rPr kumimoji="0" lang="en-US" altLang="en-US" sz="1800" b="0" i="0" u="none" strike="noStrike" cap="none" normalizeH="0" baseline="0" dirty="0">
                <a:ln>
                  <a:noFill/>
                </a:ln>
                <a:solidFill>
                  <a:srgbClr val="BB2323"/>
                </a:solidFill>
                <a:effectLst/>
                <a:latin typeface="Roboto Mono" panose="00000009000000000000" pitchFamily="49" charset="0"/>
              </a:rPr>
              <a:t>'</a:t>
            </a:r>
            <a:r>
              <a:rPr kumimoji="0" lang="en-US" altLang="en-US" sz="1800" b="0" i="0" u="none" strike="noStrike" cap="none" normalizeH="0" baseline="0" dirty="0" err="1">
                <a:ln>
                  <a:noFill/>
                </a:ln>
                <a:solidFill>
                  <a:srgbClr val="BB2323"/>
                </a:solidFill>
                <a:effectLst/>
                <a:latin typeface="Roboto Mono" panose="00000009000000000000" pitchFamily="49" charset="0"/>
              </a:rPr>
              <a:t>x_validation</a:t>
            </a:r>
            <a:r>
              <a:rPr kumimoji="0" lang="en-US" altLang="en-US" sz="1800" b="0" i="0" u="none" strike="noStrike" cap="none" normalizeH="0" baseline="0" dirty="0">
                <a:ln>
                  <a:noFill/>
                </a:ln>
                <a:solidFill>
                  <a:srgbClr val="BB2323"/>
                </a:solidFill>
                <a:effectLst/>
                <a:latin typeface="Roboto Mono" panose="00000009000000000000" pitchFamily="49" charset="0"/>
              </a:rPr>
              <a:t>:'</a:t>
            </a:r>
            <a:r>
              <a:rPr kumimoji="0" lang="en-US" altLang="en-US" sz="1800" b="0" i="0" u="none" strike="noStrike" cap="none" normalizeH="0" baseline="0" dirty="0">
                <a:ln>
                  <a:noFill/>
                </a:ln>
                <a:solidFill>
                  <a:schemeClr val="tx1"/>
                </a:solidFill>
                <a:effectLst/>
                <a:latin typeface="Roboto Mono" panose="00000009000000000000" pitchFamily="49"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x_validation_re</a:t>
            </a:r>
            <a:r>
              <a:rPr kumimoji="0" lang="en-US" altLang="en-US" sz="1800" b="0" i="0" u="none" strike="noStrike" cap="none" normalizeH="0" baseline="0" dirty="0" err="1">
                <a:ln>
                  <a:noFill/>
                </a:ln>
                <a:solidFill>
                  <a:srgbClr val="055BE0"/>
                </a:solidFill>
                <a:effectLst/>
                <a:latin typeface="Arial" panose="020B0604020202020204" pitchFamily="34" charset="0"/>
              </a:rPr>
              <a:t>.</a:t>
            </a:r>
            <a:r>
              <a:rPr kumimoji="0" lang="en-US" altLang="en-US" sz="1800" b="0" i="0" u="none" strike="noStrike" cap="none" normalizeH="0" baseline="0" dirty="0" err="1">
                <a:ln>
                  <a:noFill/>
                </a:ln>
                <a:solidFill>
                  <a:schemeClr val="tx1"/>
                </a:solidFill>
                <a:effectLst/>
                <a:latin typeface="Arial" panose="020B0604020202020204" pitchFamily="34" charset="0"/>
              </a:rPr>
              <a:t>shape</a:t>
            </a:r>
            <a:r>
              <a:rPr kumimoji="0" lang="en-US" altLang="en-US" sz="1800" b="0" i="0" u="none" strike="noStrike" cap="none" normalizeH="0" baseline="0" dirty="0">
                <a:ln>
                  <a:noFill/>
                </a:ln>
                <a:solidFill>
                  <a:schemeClr val="tx1"/>
                </a:solidFill>
                <a:effectLst/>
                <a:latin typeface="Roboto Mono" panose="00000009000000000000" pitchFamily="49" charset="0"/>
              </a:rPr>
              <a:t>) </a:t>
            </a:r>
            <a:endParaRPr kumimoji="0" lang="en-US" altLang="en-US" sz="1800" b="0" i="0" u="none" strike="noStrike" cap="none" normalizeH="0" baseline="0" dirty="0">
              <a:ln>
                <a:noFill/>
              </a:ln>
              <a:solidFill>
                <a:srgbClr val="008000"/>
              </a:solidFill>
              <a:effectLst/>
              <a:latin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800" b="0" i="0" u="none" strike="noStrike" cap="none" normalizeH="0" baseline="0" dirty="0">
                <a:ln>
                  <a:noFill/>
                </a:ln>
                <a:solidFill>
                  <a:schemeClr val="tx1"/>
                </a:solidFill>
                <a:effectLst/>
                <a:latin typeface="Roboto Mono" panose="00000009000000000000" pitchFamily="49" charset="0"/>
              </a:rPr>
              <a:t>(</a:t>
            </a:r>
            <a:r>
              <a:rPr kumimoji="0" lang="en-US" altLang="en-US" sz="1800" b="0" i="0" u="none" strike="noStrike" cap="none" normalizeH="0" baseline="0" dirty="0">
                <a:ln>
                  <a:noFill/>
                </a:ln>
                <a:solidFill>
                  <a:srgbClr val="BB2323"/>
                </a:solidFill>
                <a:effectLst/>
                <a:latin typeface="Roboto Mono" panose="00000009000000000000" pitchFamily="49" charset="0"/>
              </a:rPr>
              <a:t>'</a:t>
            </a:r>
            <a:r>
              <a:rPr kumimoji="0" lang="en-US" altLang="en-US" sz="1800" b="0" i="0" u="none" strike="noStrike" cap="none" normalizeH="0" baseline="0" dirty="0" err="1">
                <a:ln>
                  <a:noFill/>
                </a:ln>
                <a:solidFill>
                  <a:srgbClr val="BB2323"/>
                </a:solidFill>
                <a:effectLst/>
                <a:latin typeface="Roboto Mono" panose="00000009000000000000" pitchFamily="49" charset="0"/>
              </a:rPr>
              <a:t>y_validation</a:t>
            </a:r>
            <a:r>
              <a:rPr kumimoji="0" lang="en-US" altLang="en-US" sz="1800" b="0" i="0" u="none" strike="noStrike" cap="none" normalizeH="0" baseline="0" dirty="0">
                <a:ln>
                  <a:noFill/>
                </a:ln>
                <a:solidFill>
                  <a:srgbClr val="BB2323"/>
                </a:solidFill>
                <a:effectLst/>
                <a:latin typeface="Roboto Mono" panose="00000009000000000000" pitchFamily="49" charset="0"/>
              </a:rPr>
              <a:t>:'</a:t>
            </a:r>
            <a:r>
              <a:rPr kumimoji="0" lang="en-US" altLang="en-US" sz="1800" b="0" i="0" u="none" strike="noStrike" cap="none" normalizeH="0" baseline="0" dirty="0">
                <a:ln>
                  <a:noFill/>
                </a:ln>
                <a:solidFill>
                  <a:schemeClr val="tx1"/>
                </a:solidFill>
                <a:effectLst/>
                <a:latin typeface="Roboto Mono" panose="00000009000000000000" pitchFamily="49"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y_validation_re</a:t>
            </a:r>
            <a:r>
              <a:rPr kumimoji="0" lang="en-US" altLang="en-US" sz="1800" b="0" i="0" u="none" strike="noStrike" cap="none" normalizeH="0" baseline="0" dirty="0" err="1">
                <a:ln>
                  <a:noFill/>
                </a:ln>
                <a:solidFill>
                  <a:srgbClr val="055BE0"/>
                </a:solidFill>
                <a:effectLst/>
                <a:latin typeface="Arial" panose="020B0604020202020204" pitchFamily="34" charset="0"/>
              </a:rPr>
              <a:t>.</a:t>
            </a:r>
            <a:r>
              <a:rPr kumimoji="0" lang="en-US" altLang="en-US" sz="1800" b="0" i="0" u="none" strike="noStrike" cap="none" normalizeH="0" baseline="0" dirty="0" err="1">
                <a:ln>
                  <a:noFill/>
                </a:ln>
                <a:solidFill>
                  <a:schemeClr val="tx1"/>
                </a:solidFill>
                <a:effectLst/>
                <a:latin typeface="Arial" panose="020B0604020202020204" pitchFamily="34" charset="0"/>
              </a:rPr>
              <a:t>shape</a:t>
            </a:r>
            <a:r>
              <a:rPr kumimoji="0" lang="en-US" altLang="en-US" sz="1800" b="0" i="0" u="none" strike="noStrike" cap="none" normalizeH="0" baseline="0" dirty="0">
                <a:ln>
                  <a:noFill/>
                </a:ln>
                <a:solidFill>
                  <a:schemeClr val="tx1"/>
                </a:solidFill>
                <a:effectLst/>
                <a:latin typeface="Roboto Mono" panose="00000009000000000000" pitchFamily="49" charset="0"/>
              </a:rPr>
              <a:t>) </a:t>
            </a:r>
            <a:endParaRPr kumimoji="0" lang="en-US" altLang="en-US" sz="1800" b="0" i="0" u="none" strike="noStrike" cap="none" normalizeH="0" baseline="0" dirty="0">
              <a:ln>
                <a:noFill/>
              </a:ln>
              <a:solidFill>
                <a:srgbClr val="008000"/>
              </a:solidFill>
              <a:effectLst/>
              <a:latin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800" b="0" i="0" u="none" strike="noStrike" cap="none" normalizeH="0" baseline="0" dirty="0">
                <a:ln>
                  <a:noFill/>
                </a:ln>
                <a:solidFill>
                  <a:schemeClr val="tx1"/>
                </a:solidFill>
                <a:effectLst/>
                <a:latin typeface="Roboto Mono" panose="00000009000000000000" pitchFamily="49" charset="0"/>
              </a:rPr>
              <a:t>(</a:t>
            </a:r>
            <a:r>
              <a:rPr kumimoji="0" lang="en-US" altLang="en-US" sz="1800" b="0" i="0" u="none" strike="noStrike" cap="none" normalizeH="0" baseline="0" dirty="0">
                <a:ln>
                  <a:noFill/>
                </a:ln>
                <a:solidFill>
                  <a:srgbClr val="BB2323"/>
                </a:solidFill>
                <a:effectLst/>
                <a:latin typeface="Roboto Mono" panose="00000009000000000000" pitchFamily="49" charset="0"/>
              </a:rPr>
              <a:t>'</a:t>
            </a:r>
            <a:r>
              <a:rPr kumimoji="0" lang="en-US" altLang="en-US" sz="1800" b="0" i="0" u="none" strike="noStrike" cap="none" normalizeH="0" baseline="0" dirty="0" err="1">
                <a:ln>
                  <a:noFill/>
                </a:ln>
                <a:solidFill>
                  <a:srgbClr val="BB2323"/>
                </a:solidFill>
                <a:effectLst/>
                <a:latin typeface="Roboto Mono" panose="00000009000000000000" pitchFamily="49" charset="0"/>
              </a:rPr>
              <a:t>x_test</a:t>
            </a:r>
            <a:r>
              <a:rPr kumimoji="0" lang="en-US" altLang="en-US" sz="1800" b="0" i="0" u="none" strike="noStrike" cap="none" normalizeH="0" baseline="0" dirty="0">
                <a:ln>
                  <a:noFill/>
                </a:ln>
                <a:solidFill>
                  <a:srgbClr val="BB2323"/>
                </a:solidFill>
                <a:effectLst/>
                <a:latin typeface="Roboto Mono" panose="00000009000000000000" pitchFamily="49" charset="0"/>
              </a:rPr>
              <a:t>:'</a:t>
            </a:r>
            <a:r>
              <a:rPr kumimoji="0" lang="en-US" altLang="en-US" sz="1800" b="0" i="0" u="none" strike="noStrike" cap="none" normalizeH="0" baseline="0" dirty="0">
                <a:ln>
                  <a:noFill/>
                </a:ln>
                <a:solidFill>
                  <a:schemeClr val="tx1"/>
                </a:solidFill>
                <a:effectLst/>
                <a:latin typeface="Roboto Mono" panose="00000009000000000000" pitchFamily="49"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x_test_re</a:t>
            </a:r>
            <a:r>
              <a:rPr kumimoji="0" lang="en-US" altLang="en-US" sz="1800" b="0" i="0" u="none" strike="noStrike" cap="none" normalizeH="0" baseline="0" dirty="0" err="1">
                <a:ln>
                  <a:noFill/>
                </a:ln>
                <a:solidFill>
                  <a:srgbClr val="055BE0"/>
                </a:solidFill>
                <a:effectLst/>
                <a:latin typeface="Arial" panose="020B0604020202020204" pitchFamily="34" charset="0"/>
              </a:rPr>
              <a:t>.</a:t>
            </a:r>
            <a:r>
              <a:rPr kumimoji="0" lang="en-US" altLang="en-US" sz="1800" b="0" i="0" u="none" strike="noStrike" cap="none" normalizeH="0" baseline="0" dirty="0" err="1">
                <a:ln>
                  <a:noFill/>
                </a:ln>
                <a:solidFill>
                  <a:schemeClr val="tx1"/>
                </a:solidFill>
                <a:effectLst/>
                <a:latin typeface="Arial" panose="020B0604020202020204" pitchFamily="34" charset="0"/>
              </a:rPr>
              <a:t>shape</a:t>
            </a:r>
            <a:r>
              <a:rPr kumimoji="0" lang="en-US" altLang="en-US" sz="1800" b="0" i="0" u="none" strike="noStrike" cap="none" normalizeH="0" baseline="0" dirty="0">
                <a:ln>
                  <a:noFill/>
                </a:ln>
                <a:solidFill>
                  <a:schemeClr val="tx1"/>
                </a:solidFill>
                <a:effectLst/>
                <a:latin typeface="Roboto Mono" panose="00000009000000000000" pitchFamily="49" charset="0"/>
              </a:rPr>
              <a:t>)</a:t>
            </a:r>
            <a:r>
              <a:rPr kumimoji="0" lang="en-US" altLang="en-US" sz="18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2">
            <a:extLst>
              <a:ext uri="{FF2B5EF4-FFF2-40B4-BE49-F238E27FC236}">
                <a16:creationId xmlns:a16="http://schemas.microsoft.com/office/drawing/2014/main" id="{A4CB3FCA-D26D-B8CB-1508-D077C7A9D0B3}"/>
              </a:ext>
            </a:extLst>
          </p:cNvPr>
          <p:cNvSpPr>
            <a:spLocks noChangeArrowheads="1"/>
          </p:cNvSpPr>
          <p:nvPr/>
        </p:nvSpPr>
        <p:spPr bwMode="auto">
          <a:xfrm>
            <a:off x="694481" y="3623676"/>
            <a:ext cx="8681014" cy="12311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err="1">
                <a:ln>
                  <a:noFill/>
                </a:ln>
                <a:solidFill>
                  <a:srgbClr val="3C4043"/>
                </a:solidFill>
                <a:effectLst/>
                <a:latin typeface="Roboto Mono" panose="00000009000000000000" pitchFamily="49" charset="0"/>
              </a:rPr>
              <a:t>x_train</a:t>
            </a:r>
            <a:r>
              <a:rPr kumimoji="0" lang="en-US" altLang="en-US" sz="1600" b="0" i="0" u="none" strike="noStrike" cap="none" normalizeH="0" baseline="0" dirty="0">
                <a:ln>
                  <a:noFill/>
                </a:ln>
                <a:solidFill>
                  <a:srgbClr val="3C4043"/>
                </a:solidFill>
                <a:effectLst/>
                <a:latin typeface="Roboto Mono" panose="00000009000000000000" pitchFamily="49" charset="0"/>
              </a:rPr>
              <a:t>: (33600, 28, 28)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err="1">
                <a:ln>
                  <a:noFill/>
                </a:ln>
                <a:solidFill>
                  <a:srgbClr val="3C4043"/>
                </a:solidFill>
                <a:effectLst/>
                <a:latin typeface="Roboto Mono" panose="00000009000000000000" pitchFamily="49" charset="0"/>
              </a:rPr>
              <a:t>y_train</a:t>
            </a:r>
            <a:r>
              <a:rPr kumimoji="0" lang="en-US" altLang="en-US" sz="1600" b="0" i="0" u="none" strike="noStrike" cap="none" normalizeH="0" baseline="0" dirty="0">
                <a:ln>
                  <a:noFill/>
                </a:ln>
                <a:solidFill>
                  <a:srgbClr val="3C4043"/>
                </a:solidFill>
                <a:effectLst/>
                <a:latin typeface="Roboto Mono" panose="00000009000000000000" pitchFamily="49" charset="0"/>
              </a:rPr>
              <a:t>: (33600,)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err="1">
                <a:ln>
                  <a:noFill/>
                </a:ln>
                <a:solidFill>
                  <a:srgbClr val="3C4043"/>
                </a:solidFill>
                <a:effectLst/>
                <a:latin typeface="Roboto Mono" panose="00000009000000000000" pitchFamily="49" charset="0"/>
              </a:rPr>
              <a:t>x_validation</a:t>
            </a:r>
            <a:r>
              <a:rPr kumimoji="0" lang="en-US" altLang="en-US" sz="1600" b="0" i="0" u="none" strike="noStrike" cap="none" normalizeH="0" baseline="0" dirty="0">
                <a:ln>
                  <a:noFill/>
                </a:ln>
                <a:solidFill>
                  <a:srgbClr val="3C4043"/>
                </a:solidFill>
                <a:effectLst/>
                <a:latin typeface="Roboto Mono" panose="00000009000000000000" pitchFamily="49" charset="0"/>
              </a:rPr>
              <a:t>: (8400, 28, 28)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err="1">
                <a:ln>
                  <a:noFill/>
                </a:ln>
                <a:solidFill>
                  <a:srgbClr val="3C4043"/>
                </a:solidFill>
                <a:effectLst/>
                <a:latin typeface="Roboto Mono" panose="00000009000000000000" pitchFamily="49" charset="0"/>
              </a:rPr>
              <a:t>y_validation</a:t>
            </a:r>
            <a:r>
              <a:rPr kumimoji="0" lang="en-US" altLang="en-US" sz="1600" b="0" i="0" u="none" strike="noStrike" cap="none" normalizeH="0" baseline="0" dirty="0">
                <a:ln>
                  <a:noFill/>
                </a:ln>
                <a:solidFill>
                  <a:srgbClr val="3C4043"/>
                </a:solidFill>
                <a:effectLst/>
                <a:latin typeface="Roboto Mono" panose="00000009000000000000" pitchFamily="49" charset="0"/>
              </a:rPr>
              <a:t>: (8400,)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err="1">
                <a:ln>
                  <a:noFill/>
                </a:ln>
                <a:solidFill>
                  <a:srgbClr val="3C4043"/>
                </a:solidFill>
                <a:effectLst/>
                <a:latin typeface="Roboto Mono" panose="00000009000000000000" pitchFamily="49" charset="0"/>
              </a:rPr>
              <a:t>x_test</a:t>
            </a:r>
            <a:r>
              <a:rPr kumimoji="0" lang="en-US" altLang="en-US" sz="1600" b="0" i="0" u="none" strike="noStrike" cap="none" normalizeH="0" baseline="0" dirty="0">
                <a:ln>
                  <a:noFill/>
                </a:ln>
                <a:solidFill>
                  <a:srgbClr val="3C4043"/>
                </a:solidFill>
                <a:effectLst/>
                <a:latin typeface="Roboto Mono" panose="00000009000000000000" pitchFamily="49" charset="0"/>
              </a:rPr>
              <a:t>: (28000, 28, 28)</a:t>
            </a:r>
            <a:r>
              <a:rPr kumimoji="0" lang="en-US" altLang="en-US" sz="1600" b="0" i="0" u="none" strike="noStrike" cap="none" normalizeH="0" baseline="0" dirty="0">
                <a:ln>
                  <a:noFill/>
                </a:ln>
                <a:solidFill>
                  <a:schemeClr val="tx1"/>
                </a:solidFill>
                <a:effectLst/>
              </a:rPr>
              <a:t> </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972853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DDC8642-BB4F-F7D3-3284-2CAD2E2AE8BD}"/>
              </a:ext>
            </a:extLst>
          </p:cNvPr>
          <p:cNvSpPr>
            <a:spLocks noChangeArrowheads="1"/>
          </p:cNvSpPr>
          <p:nvPr/>
        </p:nvSpPr>
        <p:spPr bwMode="auto">
          <a:xfrm>
            <a:off x="805216" y="858819"/>
            <a:ext cx="10581568" cy="1945148"/>
          </a:xfrm>
          <a:prstGeom prst="rect">
            <a:avLst/>
          </a:prstGeom>
          <a:solidFill>
            <a:srgbClr val="F7F7F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1" u="none" strike="noStrike" cap="none" normalizeH="0" baseline="0" dirty="0">
                <a:ln>
                  <a:noFill/>
                </a:ln>
                <a:solidFill>
                  <a:schemeClr val="tx1"/>
                </a:solidFill>
                <a:effectLst/>
                <a:latin typeface="Roboto Mono" panose="00000009000000000000" pitchFamily="49" charset="0"/>
              </a:rPr>
              <a:t># Save image parameters to the constants that we will use later for data re-shaping and for model </a:t>
            </a:r>
            <a:r>
              <a:rPr kumimoji="0" lang="en-US" altLang="en-US" sz="1600" b="0" i="1" u="none" strike="noStrike" cap="none" normalizeH="0" baseline="0" dirty="0" err="1">
                <a:ln>
                  <a:noFill/>
                </a:ln>
                <a:solidFill>
                  <a:schemeClr val="tx1"/>
                </a:solidFill>
                <a:effectLst/>
                <a:latin typeface="Roboto Mono" panose="00000009000000000000" pitchFamily="49" charset="0"/>
              </a:rPr>
              <a:t>traning</a:t>
            </a:r>
            <a:r>
              <a:rPr kumimoji="0" lang="en-US" altLang="en-US" sz="1600" b="0" i="1" u="none" strike="noStrike" cap="none" normalizeH="0" baseline="0" dirty="0">
                <a:ln>
                  <a:noFill/>
                </a:ln>
                <a:solidFill>
                  <a:schemeClr val="tx1"/>
                </a:solidFill>
                <a:effectLst/>
                <a:latin typeface="Roboto Mono" panose="00000009000000000000" pitchFamily="49" charset="0"/>
              </a:rPr>
              <a:t>.</a:t>
            </a:r>
            <a:r>
              <a:rPr kumimoji="0" lang="en-US" altLang="en-US" sz="1600" b="0" i="0" u="none" strike="noStrike" cap="none" normalizeH="0" baseline="0" dirty="0">
                <a:ln>
                  <a:noFill/>
                </a:ln>
                <a:solidFill>
                  <a:schemeClr val="tx1"/>
                </a:solidFill>
                <a:effectLst/>
                <a:latin typeface="Roboto Mono" panose="00000009000000000000"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Roboto Mono" panose="00000009000000000000" pitchFamily="49" charset="0"/>
              </a:rPr>
              <a:t>(</a:t>
            </a:r>
            <a:r>
              <a:rPr kumimoji="0" lang="en-US" altLang="en-US" sz="1600" b="0" i="0" u="none" strike="noStrike" cap="none" normalizeH="0" baseline="0" dirty="0">
                <a:ln>
                  <a:noFill/>
                </a:ln>
                <a:solidFill>
                  <a:schemeClr val="tx1"/>
                </a:solidFill>
                <a:effectLst/>
                <a:latin typeface="Arial" panose="020B0604020202020204" pitchFamily="34" charset="0"/>
              </a:rPr>
              <a:t>_</a:t>
            </a:r>
            <a:r>
              <a:rPr kumimoji="0" lang="en-US" altLang="en-US" sz="1600" b="0" i="0" u="none" strike="noStrike" cap="none" normalizeH="0" baseline="0" dirty="0">
                <a:ln>
                  <a:noFill/>
                </a:ln>
                <a:solidFill>
                  <a:schemeClr val="tx1"/>
                </a:solidFill>
                <a:effectLst/>
                <a:latin typeface="Roboto Mono" panose="00000009000000000000" pitchFamily="49" charset="0"/>
              </a:rPr>
              <a:t>, </a:t>
            </a:r>
            <a:r>
              <a:rPr kumimoji="0" lang="en-US" altLang="en-US" sz="1600" b="0" i="0" u="none" strike="noStrike" cap="none" normalizeH="0" baseline="0" dirty="0">
                <a:ln>
                  <a:noFill/>
                </a:ln>
                <a:solidFill>
                  <a:schemeClr val="tx1"/>
                </a:solidFill>
                <a:effectLst/>
                <a:latin typeface="Arial" panose="020B0604020202020204" pitchFamily="34" charset="0"/>
              </a:rPr>
              <a:t>IMAGE_WIDTH</a:t>
            </a:r>
            <a:r>
              <a:rPr kumimoji="0" lang="en-US" altLang="en-US" sz="1600" b="0" i="0" u="none" strike="noStrike" cap="none" normalizeH="0" baseline="0" dirty="0">
                <a:ln>
                  <a:noFill/>
                </a:ln>
                <a:solidFill>
                  <a:schemeClr val="tx1"/>
                </a:solidFill>
                <a:effectLst/>
                <a:latin typeface="Roboto Mono" panose="00000009000000000000" pitchFamily="49" charset="0"/>
              </a:rPr>
              <a:t>, </a:t>
            </a:r>
            <a:r>
              <a:rPr kumimoji="0" lang="en-US" altLang="en-US" sz="1600" b="0" i="0" u="none" strike="noStrike" cap="none" normalizeH="0" baseline="0" dirty="0">
                <a:ln>
                  <a:noFill/>
                </a:ln>
                <a:solidFill>
                  <a:schemeClr val="tx1"/>
                </a:solidFill>
                <a:effectLst/>
                <a:latin typeface="Arial" panose="020B0604020202020204" pitchFamily="34" charset="0"/>
              </a:rPr>
              <a:t>IMAGE_HEIGHT</a:t>
            </a:r>
            <a:r>
              <a:rPr kumimoji="0" lang="en-US" altLang="en-US" sz="1600" b="0" i="0" u="none" strike="noStrike" cap="none" normalizeH="0" baseline="0" dirty="0">
                <a:ln>
                  <a:noFill/>
                </a:ln>
                <a:solidFill>
                  <a:schemeClr val="tx1"/>
                </a:solidFill>
                <a:effectLst/>
                <a:latin typeface="Roboto Mono" panose="00000009000000000000" pitchFamily="49" charset="0"/>
              </a:rPr>
              <a:t>) </a:t>
            </a:r>
            <a:r>
              <a:rPr kumimoji="0" lang="en-US" altLang="en-US" sz="1600" b="0" i="0" u="none" strike="noStrike" cap="none" normalizeH="0" baseline="0" dirty="0">
                <a:ln>
                  <a:noFill/>
                </a:ln>
                <a:solidFill>
                  <a:srgbClr val="055BE0"/>
                </a:solidFill>
                <a:effectLst/>
                <a:latin typeface="Arial" panose="020B0604020202020204" pitchFamily="34" charset="0"/>
              </a:rPr>
              <a:t>=</a:t>
            </a:r>
            <a:r>
              <a:rPr kumimoji="0" lang="en-US" altLang="en-US" sz="1600" b="0" i="0" u="none" strike="noStrike" cap="none" normalizeH="0" baseline="0" dirty="0">
                <a:ln>
                  <a:noFill/>
                </a:ln>
                <a:solidFill>
                  <a:schemeClr val="tx1"/>
                </a:solidFill>
                <a:effectLst/>
                <a:latin typeface="Roboto Mono" panose="00000009000000000000" pitchFamily="49"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x_train_re</a:t>
            </a:r>
            <a:r>
              <a:rPr kumimoji="0" lang="en-US" altLang="en-US" sz="1600" b="0" i="0" u="none" strike="noStrike" cap="none" normalizeH="0" baseline="0" dirty="0" err="1">
                <a:ln>
                  <a:noFill/>
                </a:ln>
                <a:solidFill>
                  <a:srgbClr val="055BE0"/>
                </a:solidFill>
                <a:effectLst/>
                <a:latin typeface="Arial" panose="020B0604020202020204" pitchFamily="34" charset="0"/>
              </a:rPr>
              <a:t>.</a:t>
            </a:r>
            <a:r>
              <a:rPr kumimoji="0" lang="en-US" altLang="en-US" sz="1600" b="0" i="0" u="none" strike="noStrike" cap="none" normalizeH="0" baseline="0" dirty="0" err="1">
                <a:ln>
                  <a:noFill/>
                </a:ln>
                <a:solidFill>
                  <a:schemeClr val="tx1"/>
                </a:solidFill>
                <a:effectLst/>
                <a:latin typeface="Arial" panose="020B0604020202020204" pitchFamily="34" charset="0"/>
              </a:rPr>
              <a:t>shape</a:t>
            </a:r>
            <a:r>
              <a:rPr kumimoji="0" lang="en-US" altLang="en-US" sz="1600" b="0" i="0" u="none" strike="noStrike" cap="none" normalizeH="0" baseline="0" dirty="0">
                <a:ln>
                  <a:noFill/>
                </a:ln>
                <a:solidFill>
                  <a:schemeClr val="tx1"/>
                </a:solidFill>
                <a:effectLst/>
                <a:latin typeface="Roboto Mono" panose="00000009000000000000"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IMAGE_CHANNELS</a:t>
            </a:r>
            <a:r>
              <a:rPr kumimoji="0" lang="en-US" altLang="en-US" sz="1600" b="0" i="0" u="none" strike="noStrike" cap="none" normalizeH="0" baseline="0" dirty="0">
                <a:ln>
                  <a:noFill/>
                </a:ln>
                <a:solidFill>
                  <a:schemeClr val="tx1"/>
                </a:solidFill>
                <a:effectLst/>
                <a:latin typeface="Roboto Mono" panose="00000009000000000000" pitchFamily="49" charset="0"/>
              </a:rPr>
              <a:t> </a:t>
            </a:r>
            <a:r>
              <a:rPr kumimoji="0" lang="en-US" altLang="en-US" sz="1600" b="0" i="0" u="none" strike="noStrike" cap="none" normalizeH="0" baseline="0" dirty="0">
                <a:ln>
                  <a:noFill/>
                </a:ln>
                <a:solidFill>
                  <a:srgbClr val="055BE0"/>
                </a:solidFill>
                <a:effectLst/>
                <a:latin typeface="Arial" panose="020B0604020202020204" pitchFamily="34" charset="0"/>
              </a:rPr>
              <a:t>=</a:t>
            </a:r>
            <a:r>
              <a:rPr kumimoji="0" lang="en-US" altLang="en-US" sz="1600" b="0" i="0" u="none" strike="noStrike" cap="none" normalizeH="0" baseline="0" dirty="0">
                <a:ln>
                  <a:noFill/>
                </a:ln>
                <a:solidFill>
                  <a:schemeClr val="tx1"/>
                </a:solidFill>
                <a:effectLst/>
                <a:latin typeface="Roboto Mono" panose="00000009000000000000" pitchFamily="49" charset="0"/>
              </a:rPr>
              <a:t> </a:t>
            </a:r>
            <a:r>
              <a:rPr lang="en-US" altLang="en-US" sz="1600" dirty="0">
                <a:solidFill>
                  <a:srgbClr val="666666"/>
                </a:solidFill>
                <a:latin typeface="Roboto Mono" panose="00000009000000000000" pitchFamily="49" charset="0"/>
              </a:rPr>
              <a:t>1</a:t>
            </a:r>
            <a:r>
              <a:rPr kumimoji="0" lang="en-US" altLang="en-US" sz="1600" b="0" i="0" u="none" strike="noStrike" cap="none" normalizeH="0" baseline="0" dirty="0">
                <a:ln>
                  <a:noFill/>
                </a:ln>
                <a:solidFill>
                  <a:schemeClr val="tx1"/>
                </a:solidFill>
                <a:effectLst/>
                <a:latin typeface="Roboto Mono" panose="00000009000000000000" pitchFamily="49" charset="0"/>
              </a:rPr>
              <a:t> </a:t>
            </a:r>
            <a:endParaRPr kumimoji="0" lang="en-US" altLang="en-US" sz="1600" b="0" i="0" u="none" strike="noStrike" cap="none" normalizeH="0" baseline="0" dirty="0">
              <a:ln>
                <a:noFill/>
              </a:ln>
              <a:solidFill>
                <a:srgbClr val="008000"/>
              </a:solidFill>
              <a:effectLst/>
              <a:latin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600" b="0" i="0" u="none" strike="noStrike" cap="none" normalizeH="0" baseline="0" dirty="0">
                <a:ln>
                  <a:noFill/>
                </a:ln>
                <a:solidFill>
                  <a:schemeClr val="tx1"/>
                </a:solidFill>
                <a:effectLst/>
                <a:latin typeface="Roboto Mono" panose="00000009000000000000" pitchFamily="49" charset="0"/>
              </a:rPr>
              <a:t>(</a:t>
            </a:r>
            <a:r>
              <a:rPr kumimoji="0" lang="en-US" altLang="en-US" sz="1600" b="0" i="0" u="none" strike="noStrike" cap="none" normalizeH="0" baseline="0" dirty="0">
                <a:ln>
                  <a:noFill/>
                </a:ln>
                <a:solidFill>
                  <a:srgbClr val="BB2323"/>
                </a:solidFill>
                <a:effectLst/>
                <a:latin typeface="Roboto Mono" panose="00000009000000000000" pitchFamily="49" charset="0"/>
              </a:rPr>
              <a:t>'IMAGE_WIDTH:'</a:t>
            </a:r>
            <a:r>
              <a:rPr kumimoji="0" lang="en-US" altLang="en-US" sz="1600" b="0" i="0" u="none" strike="noStrike" cap="none" normalizeH="0" baseline="0" dirty="0">
                <a:ln>
                  <a:noFill/>
                </a:ln>
                <a:solidFill>
                  <a:schemeClr val="tx1"/>
                </a:solidFill>
                <a:effectLst/>
                <a:latin typeface="Roboto Mono" panose="00000009000000000000" pitchFamily="49" charset="0"/>
              </a:rPr>
              <a:t>, </a:t>
            </a:r>
            <a:r>
              <a:rPr kumimoji="0" lang="en-US" altLang="en-US" sz="1600" b="0" i="0" u="none" strike="noStrike" cap="none" normalizeH="0" baseline="0" dirty="0">
                <a:ln>
                  <a:noFill/>
                </a:ln>
                <a:solidFill>
                  <a:schemeClr val="tx1"/>
                </a:solidFill>
                <a:effectLst/>
                <a:latin typeface="Arial" panose="020B0604020202020204" pitchFamily="34" charset="0"/>
              </a:rPr>
              <a:t>IMAGE_WIDTH</a:t>
            </a:r>
            <a:r>
              <a:rPr kumimoji="0" lang="en-US" altLang="en-US" sz="1600" b="0" i="0" u="none" strike="noStrike" cap="none" normalizeH="0" baseline="0" dirty="0">
                <a:ln>
                  <a:noFill/>
                </a:ln>
                <a:solidFill>
                  <a:schemeClr val="tx1"/>
                </a:solidFill>
                <a:effectLst/>
                <a:latin typeface="Roboto Mono" panose="00000009000000000000" pitchFamily="49" charset="0"/>
              </a:rPr>
              <a:t>); </a:t>
            </a:r>
            <a:endParaRPr kumimoji="0" lang="en-US" altLang="en-US" sz="1600" b="0" i="0" u="none" strike="noStrike" cap="none" normalizeH="0" baseline="0" dirty="0">
              <a:ln>
                <a:noFill/>
              </a:ln>
              <a:solidFill>
                <a:srgbClr val="008000"/>
              </a:solidFill>
              <a:effectLst/>
              <a:latin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600" b="0" i="0" u="none" strike="noStrike" cap="none" normalizeH="0" baseline="0" dirty="0">
                <a:ln>
                  <a:noFill/>
                </a:ln>
                <a:solidFill>
                  <a:schemeClr val="tx1"/>
                </a:solidFill>
                <a:effectLst/>
                <a:latin typeface="Roboto Mono" panose="00000009000000000000" pitchFamily="49" charset="0"/>
              </a:rPr>
              <a:t>(</a:t>
            </a:r>
            <a:r>
              <a:rPr kumimoji="0" lang="en-US" altLang="en-US" sz="1600" b="0" i="0" u="none" strike="noStrike" cap="none" normalizeH="0" baseline="0" dirty="0">
                <a:ln>
                  <a:noFill/>
                </a:ln>
                <a:solidFill>
                  <a:srgbClr val="BB2323"/>
                </a:solidFill>
                <a:effectLst/>
                <a:latin typeface="Roboto Mono" panose="00000009000000000000" pitchFamily="49" charset="0"/>
              </a:rPr>
              <a:t>'IMAGE_HEIGHT:'</a:t>
            </a:r>
            <a:r>
              <a:rPr kumimoji="0" lang="en-US" altLang="en-US" sz="1600" b="0" i="0" u="none" strike="noStrike" cap="none" normalizeH="0" baseline="0" dirty="0">
                <a:ln>
                  <a:noFill/>
                </a:ln>
                <a:solidFill>
                  <a:schemeClr val="tx1"/>
                </a:solidFill>
                <a:effectLst/>
                <a:latin typeface="Roboto Mono" panose="00000009000000000000" pitchFamily="49" charset="0"/>
              </a:rPr>
              <a:t>, </a:t>
            </a:r>
            <a:r>
              <a:rPr kumimoji="0" lang="en-US" altLang="en-US" sz="1600" b="0" i="0" u="none" strike="noStrike" cap="none" normalizeH="0" baseline="0" dirty="0">
                <a:ln>
                  <a:noFill/>
                </a:ln>
                <a:solidFill>
                  <a:schemeClr val="tx1"/>
                </a:solidFill>
                <a:effectLst/>
                <a:latin typeface="Arial" panose="020B0604020202020204" pitchFamily="34" charset="0"/>
              </a:rPr>
              <a:t>IMAGE_HEIGHT</a:t>
            </a:r>
            <a:r>
              <a:rPr kumimoji="0" lang="en-US" altLang="en-US" sz="1600" b="0" i="0" u="none" strike="noStrike" cap="none" normalizeH="0" baseline="0" dirty="0">
                <a:ln>
                  <a:noFill/>
                </a:ln>
                <a:solidFill>
                  <a:schemeClr val="tx1"/>
                </a:solidFill>
                <a:effectLst/>
                <a:latin typeface="Roboto Mono" panose="00000009000000000000" pitchFamily="49" charset="0"/>
              </a:rPr>
              <a:t>); </a:t>
            </a:r>
            <a:endParaRPr kumimoji="0" lang="en-US" altLang="en-US" sz="1600" b="0" i="0" u="none" strike="noStrike" cap="none" normalizeH="0" baseline="0" dirty="0">
              <a:ln>
                <a:noFill/>
              </a:ln>
              <a:solidFill>
                <a:srgbClr val="008000"/>
              </a:solidFill>
              <a:effectLst/>
              <a:latin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600" b="0" i="0" u="none" strike="noStrike" cap="none" normalizeH="0" baseline="0" dirty="0">
                <a:ln>
                  <a:noFill/>
                </a:ln>
                <a:solidFill>
                  <a:schemeClr val="tx1"/>
                </a:solidFill>
                <a:effectLst/>
                <a:latin typeface="Roboto Mono" panose="00000009000000000000" pitchFamily="49" charset="0"/>
              </a:rPr>
              <a:t>(</a:t>
            </a:r>
            <a:r>
              <a:rPr kumimoji="0" lang="en-US" altLang="en-US" sz="1600" b="0" i="0" u="none" strike="noStrike" cap="none" normalizeH="0" baseline="0" dirty="0">
                <a:ln>
                  <a:noFill/>
                </a:ln>
                <a:solidFill>
                  <a:srgbClr val="BB2323"/>
                </a:solidFill>
                <a:effectLst/>
                <a:latin typeface="Roboto Mono" panose="00000009000000000000" pitchFamily="49" charset="0"/>
              </a:rPr>
              <a:t>'IMAGE_CHANNELS:'</a:t>
            </a:r>
            <a:r>
              <a:rPr kumimoji="0" lang="en-US" altLang="en-US" sz="1600" b="0" i="0" u="none" strike="noStrike" cap="none" normalizeH="0" baseline="0" dirty="0">
                <a:ln>
                  <a:noFill/>
                </a:ln>
                <a:solidFill>
                  <a:schemeClr val="tx1"/>
                </a:solidFill>
                <a:effectLst/>
                <a:latin typeface="Roboto Mono" panose="00000009000000000000" pitchFamily="49" charset="0"/>
              </a:rPr>
              <a:t>, </a:t>
            </a:r>
            <a:r>
              <a:rPr kumimoji="0" lang="en-US" altLang="en-US" sz="1600" b="0" i="0" u="none" strike="noStrike" cap="none" normalizeH="0" baseline="0" dirty="0">
                <a:ln>
                  <a:noFill/>
                </a:ln>
                <a:solidFill>
                  <a:schemeClr val="tx1"/>
                </a:solidFill>
                <a:effectLst/>
                <a:latin typeface="Arial" panose="020B0604020202020204" pitchFamily="34" charset="0"/>
              </a:rPr>
              <a:t>IMAGE_CHANNELS</a:t>
            </a:r>
            <a:r>
              <a:rPr kumimoji="0" lang="en-US" altLang="en-US" sz="1600" b="0" i="0" u="none" strike="noStrike" cap="none" normalizeH="0" baseline="0" dirty="0">
                <a:ln>
                  <a:noFill/>
                </a:ln>
                <a:solidFill>
                  <a:schemeClr val="tx1"/>
                </a:solidFill>
                <a:effectLst/>
                <a:latin typeface="Roboto Mono" panose="00000009000000000000" pitchFamily="49" charset="0"/>
              </a:rPr>
              <a:t>);</a:t>
            </a:r>
            <a:r>
              <a:rPr kumimoji="0" lang="en-US" altLang="en-US" sz="1600" b="0" i="0" u="none" strike="noStrike" cap="none" normalizeH="0" baseline="0" dirty="0">
                <a:ln>
                  <a:noFill/>
                </a:ln>
                <a:solidFill>
                  <a:schemeClr val="tx1"/>
                </a:solidFill>
                <a:effectLst/>
              </a:rPr>
              <a:t> </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3" name="Rectangle 2">
            <a:extLst>
              <a:ext uri="{FF2B5EF4-FFF2-40B4-BE49-F238E27FC236}">
                <a16:creationId xmlns:a16="http://schemas.microsoft.com/office/drawing/2014/main" id="{33DAFEE2-3067-CE05-CA7C-7C21296CCF70}"/>
              </a:ext>
            </a:extLst>
          </p:cNvPr>
          <p:cNvSpPr>
            <a:spLocks noChangeArrowheads="1"/>
          </p:cNvSpPr>
          <p:nvPr/>
        </p:nvSpPr>
        <p:spPr bwMode="auto">
          <a:xfrm>
            <a:off x="805216" y="3684702"/>
            <a:ext cx="7859589"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3C4043"/>
                </a:solidFill>
                <a:effectLst/>
                <a:latin typeface="Roboto Mono" panose="00000009000000000000" pitchFamily="49" charset="0"/>
              </a:rPr>
              <a:t>IMAGE_WIDTH: 28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3C4043"/>
                </a:solidFill>
                <a:effectLst/>
                <a:latin typeface="Roboto Mono" panose="00000009000000000000" pitchFamily="49" charset="0"/>
              </a:rPr>
              <a:t>IMAGE_HEIGHT: 28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3C4043"/>
                </a:solidFill>
                <a:effectLst/>
                <a:latin typeface="Roboto Mono" panose="00000009000000000000" pitchFamily="49" charset="0"/>
              </a:rPr>
              <a:t>IMAGE_CHANNELS: 1</a:t>
            </a:r>
            <a:r>
              <a:rPr kumimoji="0" lang="en-US" altLang="en-US" sz="1600" b="0" i="0" u="none" strike="noStrike" cap="none" normalizeH="0" baseline="0" dirty="0">
                <a:ln>
                  <a:noFill/>
                </a:ln>
                <a:solidFill>
                  <a:schemeClr val="tx1"/>
                </a:solidFill>
                <a:effectLst/>
              </a:rPr>
              <a:t> </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212944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4E19F8-A493-85C8-4961-65AD2CD5D1C7}"/>
              </a:ext>
            </a:extLst>
          </p:cNvPr>
          <p:cNvSpPr>
            <a:spLocks noGrp="1"/>
          </p:cNvSpPr>
          <p:nvPr>
            <p:ph type="title"/>
          </p:nvPr>
        </p:nvSpPr>
        <p:spPr>
          <a:xfrm>
            <a:off x="1066800" y="618381"/>
            <a:ext cx="10058400" cy="995622"/>
          </a:xfrm>
        </p:spPr>
        <p:txBody>
          <a:bodyPr/>
          <a:lstStyle/>
          <a:p>
            <a:pPr algn="ctr"/>
            <a:r>
              <a:rPr lang="en-IN" b="1" dirty="0"/>
              <a:t>4 | Explore the Data</a:t>
            </a:r>
            <a:endParaRPr lang="en-US" b="1" dirty="0"/>
          </a:p>
        </p:txBody>
      </p:sp>
      <p:sp>
        <p:nvSpPr>
          <p:cNvPr id="4" name="Rectangle 1">
            <a:extLst>
              <a:ext uri="{FF2B5EF4-FFF2-40B4-BE49-F238E27FC236}">
                <a16:creationId xmlns:a16="http://schemas.microsoft.com/office/drawing/2014/main" id="{C394006C-2066-1DE8-8DEC-4937C35F6CA1}"/>
              </a:ext>
            </a:extLst>
          </p:cNvPr>
          <p:cNvSpPr>
            <a:spLocks noGrp="1" noChangeArrowheads="1"/>
          </p:cNvSpPr>
          <p:nvPr>
            <p:ph idx="1"/>
          </p:nvPr>
        </p:nvSpPr>
        <p:spPr bwMode="auto">
          <a:xfrm>
            <a:off x="1066800" y="1721806"/>
            <a:ext cx="905333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Inter"/>
              </a:rPr>
              <a:t>Here is how each image in the dataset looks like. It is a </a:t>
            </a:r>
            <a:r>
              <a:rPr kumimoji="0" lang="en-US" altLang="en-US" sz="1600" b="0" i="0" u="none" strike="noStrike" cap="none" normalizeH="0" baseline="0" dirty="0">
                <a:ln>
                  <a:noFill/>
                </a:ln>
                <a:solidFill>
                  <a:schemeClr val="tx1"/>
                </a:solidFill>
                <a:effectLst/>
                <a:latin typeface="Roboto Mono" panose="00000009000000000000" pitchFamily="49" charset="0"/>
              </a:rPr>
              <a:t>28x28</a:t>
            </a:r>
            <a:r>
              <a:rPr kumimoji="0" lang="en-US" altLang="en-US" sz="1600" b="0" i="0" u="none" strike="noStrike" cap="none" normalizeH="0" baseline="0" dirty="0">
                <a:ln>
                  <a:noFill/>
                </a:ln>
                <a:solidFill>
                  <a:schemeClr val="tx1"/>
                </a:solidFill>
                <a:effectLst/>
                <a:latin typeface="Inter"/>
              </a:rPr>
              <a:t> matrix of integers (from 0 to 255) and each integer represents a color of a pixel.</a:t>
            </a:r>
            <a:r>
              <a:rPr kumimoji="0" lang="en-US" altLang="en-US" sz="1600" b="0" i="0" u="none" strike="noStrike" cap="none" normalizeH="0" baseline="0" dirty="0">
                <a:ln>
                  <a:noFill/>
                </a:ln>
                <a:solidFill>
                  <a:schemeClr val="tx1"/>
                </a:solidFill>
                <a:effectLst/>
              </a:rPr>
              <a:t> </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5" name="Rectangle 2">
            <a:extLst>
              <a:ext uri="{FF2B5EF4-FFF2-40B4-BE49-F238E27FC236}">
                <a16:creationId xmlns:a16="http://schemas.microsoft.com/office/drawing/2014/main" id="{02D0324C-B1B8-7DCC-1FBD-BEF168DFF1EB}"/>
              </a:ext>
            </a:extLst>
          </p:cNvPr>
          <p:cNvSpPr>
            <a:spLocks noChangeArrowheads="1"/>
          </p:cNvSpPr>
          <p:nvPr/>
        </p:nvSpPr>
        <p:spPr bwMode="auto">
          <a:xfrm>
            <a:off x="1192193" y="2414384"/>
            <a:ext cx="6423949" cy="246221"/>
          </a:xfrm>
          <a:prstGeom prst="rect">
            <a:avLst/>
          </a:prstGeom>
          <a:solidFill>
            <a:srgbClr val="F7F7F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30000"/>
              </a:spcBef>
              <a:spcAft>
                <a:spcPct val="0"/>
              </a:spcAft>
              <a:defRPr sz="1200">
                <a:solidFill>
                  <a:schemeClr val="tx1"/>
                </a:solidFill>
                <a:latin typeface="Arial" panose="020B0604020202020204" pitchFamily="34" charset="0"/>
              </a:defRPr>
            </a:lvl1pPr>
            <a:lvl2pPr eaLnBrk="0" fontAlgn="base" hangingPunct="0">
              <a:spcBef>
                <a:spcPct val="30000"/>
              </a:spcBef>
              <a:spcAft>
                <a:spcPct val="0"/>
              </a:spcAft>
              <a:defRPr sz="1200">
                <a:solidFill>
                  <a:schemeClr val="tx1"/>
                </a:solidFill>
                <a:latin typeface="Arial" panose="020B0604020202020204" pitchFamily="34" charset="0"/>
              </a:defRPr>
            </a:lvl2pPr>
            <a:lvl3pPr eaLnBrk="0" fontAlgn="base" hangingPunct="0">
              <a:spcBef>
                <a:spcPct val="30000"/>
              </a:spcBef>
              <a:spcAft>
                <a:spcPct val="0"/>
              </a:spcAft>
              <a:defRPr sz="1200">
                <a:solidFill>
                  <a:schemeClr val="tx1"/>
                </a:solidFill>
                <a:latin typeface="Arial" panose="020B0604020202020204" pitchFamily="34" charset="0"/>
              </a:defRPr>
            </a:lvl3pPr>
            <a:lvl4pPr eaLnBrk="0" fontAlgn="base" hangingPunct="0">
              <a:spcBef>
                <a:spcPct val="30000"/>
              </a:spcBef>
              <a:spcAft>
                <a:spcPct val="0"/>
              </a:spcAft>
              <a:defRPr sz="1200">
                <a:solidFill>
                  <a:schemeClr val="tx1"/>
                </a:solidFill>
                <a:latin typeface="Arial" panose="020B0604020202020204" pitchFamily="34" charset="0"/>
              </a:defRPr>
            </a:lvl4pPr>
            <a:lvl5pPr eaLnBrk="0" fontAlgn="base" hangingPunct="0">
              <a:spcBef>
                <a:spcPct val="30000"/>
              </a:spcBef>
              <a:spcAft>
                <a:spcPct val="0"/>
              </a:spcAft>
              <a:defRPr sz="1200">
                <a:solidFill>
                  <a:schemeClr val="tx1"/>
                </a:solidFill>
                <a:latin typeface="Arial" panose="020B0604020202020204" pitchFamily="34" charset="0"/>
              </a:defRPr>
            </a:lvl5pPr>
            <a:lvl6pPr eaLnBrk="0" fontAlgn="base" hangingPunct="0">
              <a:spcBef>
                <a:spcPct val="30000"/>
              </a:spcBef>
              <a:spcAft>
                <a:spcPct val="0"/>
              </a:spcAft>
              <a:defRPr sz="1200">
                <a:solidFill>
                  <a:schemeClr val="tx1"/>
                </a:solidFill>
                <a:latin typeface="Arial" panose="020B0604020202020204" pitchFamily="34" charset="0"/>
              </a:defRPr>
            </a:lvl6pPr>
            <a:lvl7pPr eaLnBrk="0" fontAlgn="base" hangingPunct="0">
              <a:spcBef>
                <a:spcPct val="30000"/>
              </a:spcBef>
              <a:spcAft>
                <a:spcPct val="0"/>
              </a:spcAft>
              <a:defRPr sz="1200">
                <a:solidFill>
                  <a:schemeClr val="tx1"/>
                </a:solidFill>
                <a:latin typeface="Arial" panose="020B0604020202020204" pitchFamily="34" charset="0"/>
              </a:defRPr>
            </a:lvl7pPr>
            <a:lvl8pPr eaLnBrk="0" fontAlgn="base" hangingPunct="0">
              <a:spcBef>
                <a:spcPct val="30000"/>
              </a:spcBef>
              <a:spcAft>
                <a:spcPct val="0"/>
              </a:spcAft>
              <a:defRPr sz="1200">
                <a:solidFill>
                  <a:schemeClr val="tx1"/>
                </a:solidFill>
                <a:latin typeface="Arial" panose="020B0604020202020204" pitchFamily="34" charset="0"/>
              </a:defRPr>
            </a:lvl8pPr>
            <a:lvl9pPr eaLnBrk="0" fontAlgn="base" hangingPunct="0">
              <a:spcBef>
                <a:spcPct val="30000"/>
              </a:spcBef>
              <a:spcAft>
                <a:spcPct val="0"/>
              </a:spcAft>
              <a:defRPr sz="12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600" b="0" i="0" u="none" strike="noStrike" cap="none" normalizeH="0" baseline="0" dirty="0" err="1">
                <a:ln>
                  <a:noFill/>
                </a:ln>
                <a:solidFill>
                  <a:schemeClr val="tx1"/>
                </a:solidFill>
                <a:effectLst/>
                <a:latin typeface="Arial" panose="020B0604020202020204" pitchFamily="34" charset="0"/>
              </a:rPr>
              <a:t>pd</a:t>
            </a:r>
            <a:r>
              <a:rPr kumimoji="0" lang="en-US" altLang="en-US" sz="1600" b="0" i="0" u="none" strike="noStrike" cap="none" normalizeH="0" baseline="0" dirty="0" err="1">
                <a:ln>
                  <a:noFill/>
                </a:ln>
                <a:solidFill>
                  <a:srgbClr val="055BE0"/>
                </a:solidFill>
                <a:effectLst/>
                <a:latin typeface="Arial" panose="020B0604020202020204" pitchFamily="34" charset="0"/>
              </a:rPr>
              <a:t>.</a:t>
            </a:r>
            <a:r>
              <a:rPr kumimoji="0" lang="en-US" altLang="en-US" sz="1600" b="0" i="0" u="none" strike="noStrike" cap="none" normalizeH="0" baseline="0" dirty="0" err="1">
                <a:ln>
                  <a:noFill/>
                </a:ln>
                <a:solidFill>
                  <a:schemeClr val="tx1"/>
                </a:solidFill>
                <a:effectLst/>
                <a:latin typeface="Arial" panose="020B0604020202020204" pitchFamily="34" charset="0"/>
              </a:rPr>
              <a:t>DataFrame</a:t>
            </a:r>
            <a:r>
              <a:rPr kumimoji="0" lang="en-US" altLang="en-US" sz="1600" b="0" i="0" u="none" strike="noStrike" cap="none" normalizeH="0" baseline="0" dirty="0">
                <a:ln>
                  <a:noFill/>
                </a:ln>
                <a:solidFill>
                  <a:schemeClr val="tx1"/>
                </a:solidFill>
                <a:effectLst/>
                <a:latin typeface="Roboto Mono" panose="00000009000000000000" pitchFamily="49" charset="0"/>
              </a:rPr>
              <a:t>(</a:t>
            </a:r>
            <a:r>
              <a:rPr kumimoji="0" lang="en-US" altLang="en-US" sz="1600" b="0" i="0" u="none" strike="noStrike" cap="none" normalizeH="0" baseline="0" dirty="0" err="1">
                <a:ln>
                  <a:noFill/>
                </a:ln>
                <a:solidFill>
                  <a:schemeClr val="tx1"/>
                </a:solidFill>
                <a:effectLst/>
                <a:latin typeface="Arial" panose="020B0604020202020204" pitchFamily="34" charset="0"/>
              </a:rPr>
              <a:t>x_train_re</a:t>
            </a:r>
            <a:r>
              <a:rPr kumimoji="0" lang="en-US" altLang="en-US" sz="1600" b="0" i="0" u="none" strike="noStrike" cap="none" normalizeH="0" baseline="0" dirty="0">
                <a:ln>
                  <a:noFill/>
                </a:ln>
                <a:solidFill>
                  <a:schemeClr val="tx1"/>
                </a:solidFill>
                <a:effectLst/>
                <a:latin typeface="Roboto Mono" panose="00000009000000000000" pitchFamily="49" charset="0"/>
              </a:rPr>
              <a:t>[</a:t>
            </a:r>
            <a:r>
              <a:rPr kumimoji="0" lang="en-US" altLang="en-US" sz="1600" b="0" i="0" u="none" strike="noStrike" cap="none" normalizeH="0" baseline="0" dirty="0">
                <a:ln>
                  <a:noFill/>
                </a:ln>
                <a:solidFill>
                  <a:srgbClr val="666666"/>
                </a:solidFill>
                <a:effectLst/>
                <a:latin typeface="Roboto Mono" panose="00000009000000000000" pitchFamily="49" charset="0"/>
              </a:rPr>
              <a:t>0</a:t>
            </a:r>
            <a:r>
              <a:rPr kumimoji="0" lang="en-US" altLang="en-US" sz="1600" b="0" i="0" u="none" strike="noStrike" cap="none" normalizeH="0" baseline="0" dirty="0">
                <a:ln>
                  <a:noFill/>
                </a:ln>
                <a:solidFill>
                  <a:schemeClr val="tx1"/>
                </a:solidFill>
                <a:effectLst/>
                <a:latin typeface="Roboto Mono" panose="00000009000000000000" pitchFamily="49" charset="0"/>
              </a:rPr>
              <a:t>])</a:t>
            </a:r>
            <a:r>
              <a:rPr kumimoji="0" lang="en-US" altLang="en-US" sz="1600" b="0" i="0" u="none" strike="noStrike" cap="none" normalizeH="0" baseline="0" dirty="0">
                <a:ln>
                  <a:noFill/>
                </a:ln>
                <a:solidFill>
                  <a:schemeClr val="tx1"/>
                </a:solidFill>
                <a:effectLst/>
              </a:rPr>
              <a:t> </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pic>
        <p:nvPicPr>
          <p:cNvPr id="7" name="Picture 6" descr="A screenshot of a computer&#10;&#10;Description automatically generated">
            <a:extLst>
              <a:ext uri="{FF2B5EF4-FFF2-40B4-BE49-F238E27FC236}">
                <a16:creationId xmlns:a16="http://schemas.microsoft.com/office/drawing/2014/main" id="{2EF243A6-B1C2-9FAD-BB35-F1E0F37414E7}"/>
              </a:ext>
            </a:extLst>
          </p:cNvPr>
          <p:cNvPicPr>
            <a:picLocks noChangeAspect="1"/>
          </p:cNvPicPr>
          <p:nvPr/>
        </p:nvPicPr>
        <p:blipFill>
          <a:blip r:embed="rId2"/>
          <a:stretch>
            <a:fillRect/>
          </a:stretch>
        </p:blipFill>
        <p:spPr>
          <a:xfrm>
            <a:off x="7936694" y="2286865"/>
            <a:ext cx="2183438" cy="4024771"/>
          </a:xfrm>
          <a:prstGeom prst="rect">
            <a:avLst/>
          </a:prstGeom>
        </p:spPr>
      </p:pic>
    </p:spTree>
    <p:extLst>
      <p:ext uri="{BB962C8B-B14F-4D97-AF65-F5344CB8AC3E}">
        <p14:creationId xmlns:p14="http://schemas.microsoft.com/office/powerpoint/2010/main" val="32883761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D8C449F-1DF8-1013-F051-D61B28D38FD5}"/>
              </a:ext>
            </a:extLst>
          </p:cNvPr>
          <p:cNvSpPr txBox="1"/>
          <p:nvPr/>
        </p:nvSpPr>
        <p:spPr>
          <a:xfrm>
            <a:off x="1218237" y="726414"/>
            <a:ext cx="6094070" cy="369332"/>
          </a:xfrm>
          <a:prstGeom prst="rect">
            <a:avLst/>
          </a:prstGeom>
          <a:noFill/>
        </p:spPr>
        <p:txBody>
          <a:bodyPr wrap="square">
            <a:spAutoFit/>
          </a:bodyPr>
          <a:lstStyle/>
          <a:p>
            <a:pPr algn="l"/>
            <a:r>
              <a:rPr lang="en-US" b="1" i="0" dirty="0">
                <a:solidFill>
                  <a:srgbClr val="000000"/>
                </a:solidFill>
                <a:effectLst/>
              </a:rPr>
              <a:t>Visualize how the digits were written</a:t>
            </a:r>
          </a:p>
        </p:txBody>
      </p:sp>
      <p:sp>
        <p:nvSpPr>
          <p:cNvPr id="5" name="TextBox 4">
            <a:extLst>
              <a:ext uri="{FF2B5EF4-FFF2-40B4-BE49-F238E27FC236}">
                <a16:creationId xmlns:a16="http://schemas.microsoft.com/office/drawing/2014/main" id="{AA73B305-E2C2-B6F2-0D46-EE7B7847DFD5}"/>
              </a:ext>
            </a:extLst>
          </p:cNvPr>
          <p:cNvSpPr txBox="1"/>
          <p:nvPr/>
        </p:nvSpPr>
        <p:spPr>
          <a:xfrm>
            <a:off x="1218237" y="1484988"/>
            <a:ext cx="6094070" cy="369332"/>
          </a:xfrm>
          <a:prstGeom prst="rect">
            <a:avLst/>
          </a:prstGeom>
          <a:noFill/>
        </p:spPr>
        <p:txBody>
          <a:bodyPr wrap="square">
            <a:spAutoFit/>
          </a:bodyPr>
          <a:lstStyle/>
          <a:p>
            <a:r>
              <a:rPr lang="en-US" b="0" i="0" dirty="0">
                <a:effectLst/>
                <a:latin typeface="Inter"/>
              </a:rPr>
              <a:t>This number matrix may be drawn as follows:</a:t>
            </a:r>
            <a:endParaRPr lang="en-US" dirty="0"/>
          </a:p>
        </p:txBody>
      </p:sp>
      <p:sp>
        <p:nvSpPr>
          <p:cNvPr id="6" name="Rectangle 1">
            <a:extLst>
              <a:ext uri="{FF2B5EF4-FFF2-40B4-BE49-F238E27FC236}">
                <a16:creationId xmlns:a16="http://schemas.microsoft.com/office/drawing/2014/main" id="{17E67C54-79F1-F580-C227-CB39887F7D8F}"/>
              </a:ext>
            </a:extLst>
          </p:cNvPr>
          <p:cNvSpPr>
            <a:spLocks noChangeArrowheads="1"/>
          </p:cNvSpPr>
          <p:nvPr/>
        </p:nvSpPr>
        <p:spPr bwMode="auto">
          <a:xfrm>
            <a:off x="1218237" y="2318256"/>
            <a:ext cx="4653518" cy="566309"/>
          </a:xfrm>
          <a:prstGeom prst="rect">
            <a:avLst/>
          </a:prstGeom>
          <a:solidFill>
            <a:srgbClr val="F7F7F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30000"/>
              </a:spcBef>
              <a:spcAft>
                <a:spcPct val="0"/>
              </a:spcAft>
              <a:defRPr sz="1200">
                <a:solidFill>
                  <a:schemeClr val="tx1"/>
                </a:solidFill>
                <a:latin typeface="Arial" panose="020B0604020202020204" pitchFamily="34" charset="0"/>
              </a:defRPr>
            </a:lvl1pPr>
            <a:lvl2pPr eaLnBrk="0" fontAlgn="base" hangingPunct="0">
              <a:spcBef>
                <a:spcPct val="30000"/>
              </a:spcBef>
              <a:spcAft>
                <a:spcPct val="0"/>
              </a:spcAft>
              <a:defRPr sz="1200">
                <a:solidFill>
                  <a:schemeClr val="tx1"/>
                </a:solidFill>
                <a:latin typeface="Arial" panose="020B0604020202020204" pitchFamily="34" charset="0"/>
              </a:defRPr>
            </a:lvl2pPr>
            <a:lvl3pPr eaLnBrk="0" fontAlgn="base" hangingPunct="0">
              <a:spcBef>
                <a:spcPct val="30000"/>
              </a:spcBef>
              <a:spcAft>
                <a:spcPct val="0"/>
              </a:spcAft>
              <a:defRPr sz="1200">
                <a:solidFill>
                  <a:schemeClr val="tx1"/>
                </a:solidFill>
                <a:latin typeface="Arial" panose="020B0604020202020204" pitchFamily="34" charset="0"/>
              </a:defRPr>
            </a:lvl3pPr>
            <a:lvl4pPr eaLnBrk="0" fontAlgn="base" hangingPunct="0">
              <a:spcBef>
                <a:spcPct val="30000"/>
              </a:spcBef>
              <a:spcAft>
                <a:spcPct val="0"/>
              </a:spcAft>
              <a:defRPr sz="1200">
                <a:solidFill>
                  <a:schemeClr val="tx1"/>
                </a:solidFill>
                <a:latin typeface="Arial" panose="020B0604020202020204" pitchFamily="34" charset="0"/>
              </a:defRPr>
            </a:lvl4pPr>
            <a:lvl5pPr eaLnBrk="0" fontAlgn="base" hangingPunct="0">
              <a:spcBef>
                <a:spcPct val="30000"/>
              </a:spcBef>
              <a:spcAft>
                <a:spcPct val="0"/>
              </a:spcAft>
              <a:defRPr sz="1200">
                <a:solidFill>
                  <a:schemeClr val="tx1"/>
                </a:solidFill>
                <a:latin typeface="Arial" panose="020B0604020202020204" pitchFamily="34" charset="0"/>
              </a:defRPr>
            </a:lvl5pPr>
            <a:lvl6pPr eaLnBrk="0" fontAlgn="base" hangingPunct="0">
              <a:spcBef>
                <a:spcPct val="30000"/>
              </a:spcBef>
              <a:spcAft>
                <a:spcPct val="0"/>
              </a:spcAft>
              <a:defRPr sz="1200">
                <a:solidFill>
                  <a:schemeClr val="tx1"/>
                </a:solidFill>
                <a:latin typeface="Arial" panose="020B0604020202020204" pitchFamily="34" charset="0"/>
              </a:defRPr>
            </a:lvl6pPr>
            <a:lvl7pPr eaLnBrk="0" fontAlgn="base" hangingPunct="0">
              <a:spcBef>
                <a:spcPct val="30000"/>
              </a:spcBef>
              <a:spcAft>
                <a:spcPct val="0"/>
              </a:spcAft>
              <a:defRPr sz="1200">
                <a:solidFill>
                  <a:schemeClr val="tx1"/>
                </a:solidFill>
                <a:latin typeface="Arial" panose="020B0604020202020204" pitchFamily="34" charset="0"/>
              </a:defRPr>
            </a:lvl7pPr>
            <a:lvl8pPr eaLnBrk="0" fontAlgn="base" hangingPunct="0">
              <a:spcBef>
                <a:spcPct val="30000"/>
              </a:spcBef>
              <a:spcAft>
                <a:spcPct val="0"/>
              </a:spcAft>
              <a:defRPr sz="1200">
                <a:solidFill>
                  <a:schemeClr val="tx1"/>
                </a:solidFill>
                <a:latin typeface="Arial" panose="020B0604020202020204" pitchFamily="34" charset="0"/>
              </a:defRPr>
            </a:lvl8pPr>
            <a:lvl9pPr eaLnBrk="0" fontAlgn="base" hangingPunct="0">
              <a:spcBef>
                <a:spcPct val="30000"/>
              </a:spcBef>
              <a:spcAft>
                <a:spcPct val="0"/>
              </a:spcAft>
              <a:defRPr sz="12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600" b="0" i="0" u="none" strike="noStrike" cap="none" normalizeH="0" baseline="0" dirty="0" err="1">
                <a:ln>
                  <a:noFill/>
                </a:ln>
                <a:solidFill>
                  <a:schemeClr val="tx1"/>
                </a:solidFill>
                <a:effectLst/>
                <a:latin typeface="Arial" panose="020B0604020202020204" pitchFamily="34" charset="0"/>
              </a:rPr>
              <a:t>plt</a:t>
            </a:r>
            <a:r>
              <a:rPr kumimoji="0" lang="en-US" altLang="en-US" sz="1600" b="0" i="0" u="none" strike="noStrike" cap="none" normalizeH="0" baseline="0" dirty="0" err="1">
                <a:ln>
                  <a:noFill/>
                </a:ln>
                <a:solidFill>
                  <a:srgbClr val="055BE0"/>
                </a:solidFill>
                <a:effectLst/>
                <a:latin typeface="Arial" panose="020B0604020202020204" pitchFamily="34" charset="0"/>
              </a:rPr>
              <a:t>.</a:t>
            </a:r>
            <a:r>
              <a:rPr kumimoji="0" lang="en-US" altLang="en-US" sz="1600" b="0" i="0" u="none" strike="noStrike" cap="none" normalizeH="0" baseline="0" dirty="0" err="1">
                <a:ln>
                  <a:noFill/>
                </a:ln>
                <a:solidFill>
                  <a:schemeClr val="tx1"/>
                </a:solidFill>
                <a:effectLst/>
                <a:latin typeface="Arial" panose="020B0604020202020204" pitchFamily="34" charset="0"/>
              </a:rPr>
              <a:t>imshow</a:t>
            </a:r>
            <a:r>
              <a:rPr kumimoji="0" lang="en-US" altLang="en-US" sz="1600" b="0" i="0" u="none" strike="noStrike" cap="none" normalizeH="0" baseline="0" dirty="0">
                <a:ln>
                  <a:noFill/>
                </a:ln>
                <a:solidFill>
                  <a:schemeClr val="tx1"/>
                </a:solidFill>
                <a:effectLst/>
                <a:latin typeface="Roboto Mono" panose="00000009000000000000" pitchFamily="49" charset="0"/>
              </a:rPr>
              <a:t>(</a:t>
            </a:r>
            <a:r>
              <a:rPr kumimoji="0" lang="en-US" altLang="en-US" sz="1600" b="0" i="0" u="none" strike="noStrike" cap="none" normalizeH="0" baseline="0" dirty="0" err="1">
                <a:ln>
                  <a:noFill/>
                </a:ln>
                <a:solidFill>
                  <a:schemeClr val="tx1"/>
                </a:solidFill>
                <a:effectLst/>
                <a:latin typeface="Arial" panose="020B0604020202020204" pitchFamily="34" charset="0"/>
              </a:rPr>
              <a:t>x_train_re</a:t>
            </a:r>
            <a:r>
              <a:rPr kumimoji="0" lang="en-US" altLang="en-US" sz="1600" b="0" i="0" u="none" strike="noStrike" cap="none" normalizeH="0" baseline="0" dirty="0">
                <a:ln>
                  <a:noFill/>
                </a:ln>
                <a:solidFill>
                  <a:schemeClr val="tx1"/>
                </a:solidFill>
                <a:effectLst/>
                <a:latin typeface="Roboto Mono" panose="00000009000000000000" pitchFamily="49" charset="0"/>
              </a:rPr>
              <a:t>[</a:t>
            </a:r>
            <a:r>
              <a:rPr kumimoji="0" lang="en-US" altLang="en-US" sz="1600" b="0" i="0" u="none" strike="noStrike" cap="none" normalizeH="0" baseline="0" dirty="0">
                <a:ln>
                  <a:noFill/>
                </a:ln>
                <a:solidFill>
                  <a:srgbClr val="666666"/>
                </a:solidFill>
                <a:effectLst/>
                <a:latin typeface="Roboto Mono" panose="00000009000000000000" pitchFamily="49" charset="0"/>
              </a:rPr>
              <a:t>0</a:t>
            </a:r>
            <a:r>
              <a:rPr kumimoji="0" lang="en-US" altLang="en-US" sz="1600" b="0" i="0" u="none" strike="noStrike" cap="none" normalizeH="0" baseline="0" dirty="0">
                <a:ln>
                  <a:noFill/>
                </a:ln>
                <a:solidFill>
                  <a:schemeClr val="tx1"/>
                </a:solidFill>
                <a:effectLst/>
                <a:latin typeface="Roboto Mono" panose="00000009000000000000" pitchFamily="49"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cmap</a:t>
            </a:r>
            <a:r>
              <a:rPr kumimoji="0" lang="en-US" altLang="en-US" sz="1600" b="0" i="0" u="none" strike="noStrike" cap="none" normalizeH="0" baseline="0" dirty="0">
                <a:ln>
                  <a:noFill/>
                </a:ln>
                <a:solidFill>
                  <a:srgbClr val="055BE0"/>
                </a:solidFill>
                <a:effectLst/>
                <a:latin typeface="Arial" panose="020B0604020202020204" pitchFamily="34" charset="0"/>
              </a:rPr>
              <a:t>=</a:t>
            </a:r>
            <a:r>
              <a:rPr kumimoji="0" lang="en-US" altLang="en-US" sz="1600" b="0" i="0" u="none" strike="noStrike" cap="none" normalizeH="0" baseline="0" dirty="0" err="1">
                <a:ln>
                  <a:noFill/>
                </a:ln>
                <a:solidFill>
                  <a:schemeClr val="tx1"/>
                </a:solidFill>
                <a:effectLst/>
                <a:latin typeface="Arial" panose="020B0604020202020204" pitchFamily="34" charset="0"/>
              </a:rPr>
              <a:t>plt</a:t>
            </a:r>
            <a:r>
              <a:rPr kumimoji="0" lang="en-US" altLang="en-US" sz="1600" b="0" i="0" u="none" strike="noStrike" cap="none" normalizeH="0" baseline="0" dirty="0" err="1">
                <a:ln>
                  <a:noFill/>
                </a:ln>
                <a:solidFill>
                  <a:srgbClr val="055BE0"/>
                </a:solidFill>
                <a:effectLst/>
                <a:latin typeface="Arial" panose="020B0604020202020204" pitchFamily="34" charset="0"/>
              </a:rPr>
              <a:t>.</a:t>
            </a:r>
            <a:r>
              <a:rPr kumimoji="0" lang="en-US" altLang="en-US" sz="1600" b="0" i="0" u="none" strike="noStrike" cap="none" normalizeH="0" baseline="0" dirty="0" err="1">
                <a:ln>
                  <a:noFill/>
                </a:ln>
                <a:solidFill>
                  <a:schemeClr val="tx1"/>
                </a:solidFill>
                <a:effectLst/>
                <a:latin typeface="Arial" panose="020B0604020202020204" pitchFamily="34" charset="0"/>
              </a:rPr>
              <a:t>cm</a:t>
            </a:r>
            <a:r>
              <a:rPr kumimoji="0" lang="en-US" altLang="en-US" sz="1600" b="0" i="0" u="none" strike="noStrike" cap="none" normalizeH="0" baseline="0" dirty="0" err="1">
                <a:ln>
                  <a:noFill/>
                </a:ln>
                <a:solidFill>
                  <a:srgbClr val="055BE0"/>
                </a:solidFill>
                <a:effectLst/>
                <a:latin typeface="Arial" panose="020B0604020202020204" pitchFamily="34" charset="0"/>
              </a:rPr>
              <a:t>.</a:t>
            </a:r>
            <a:r>
              <a:rPr kumimoji="0" lang="en-US" altLang="en-US" sz="1600" b="0" i="0" u="none" strike="noStrike" cap="none" normalizeH="0" baseline="0" dirty="0" err="1">
                <a:ln>
                  <a:noFill/>
                </a:ln>
                <a:solidFill>
                  <a:schemeClr val="tx1"/>
                </a:solidFill>
                <a:effectLst/>
                <a:latin typeface="Arial" panose="020B0604020202020204" pitchFamily="34" charset="0"/>
              </a:rPr>
              <a:t>binary</a:t>
            </a:r>
            <a:r>
              <a:rPr kumimoji="0" lang="en-US" altLang="en-US" sz="1600" b="0" i="0" u="none" strike="noStrike" cap="none" normalizeH="0" baseline="0" dirty="0">
                <a:ln>
                  <a:noFill/>
                </a:ln>
                <a:solidFill>
                  <a:schemeClr val="tx1"/>
                </a:solidFill>
                <a:effectLst/>
                <a:latin typeface="Roboto Mono" panose="00000009000000000000" pitchFamily="49" charset="0"/>
              </a:rPr>
              <a:t>) </a:t>
            </a: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600" b="0" i="0" u="none" strike="noStrike" cap="none" normalizeH="0" baseline="0" dirty="0" err="1">
                <a:ln>
                  <a:noFill/>
                </a:ln>
                <a:solidFill>
                  <a:schemeClr val="tx1"/>
                </a:solidFill>
                <a:effectLst/>
                <a:latin typeface="Arial" panose="020B0604020202020204" pitchFamily="34" charset="0"/>
              </a:rPr>
              <a:t>plt</a:t>
            </a:r>
            <a:r>
              <a:rPr kumimoji="0" lang="en-US" altLang="en-US" sz="1600" b="0" i="0" u="none" strike="noStrike" cap="none" normalizeH="0" baseline="0" dirty="0" err="1">
                <a:ln>
                  <a:noFill/>
                </a:ln>
                <a:solidFill>
                  <a:srgbClr val="055BE0"/>
                </a:solidFill>
                <a:effectLst/>
                <a:latin typeface="Arial" panose="020B0604020202020204" pitchFamily="34" charset="0"/>
              </a:rPr>
              <a:t>.</a:t>
            </a:r>
            <a:r>
              <a:rPr kumimoji="0" lang="en-US" altLang="en-US" sz="1600" b="0" i="0" u="none" strike="noStrike" cap="none" normalizeH="0" baseline="0" dirty="0" err="1">
                <a:ln>
                  <a:noFill/>
                </a:ln>
                <a:solidFill>
                  <a:schemeClr val="tx1"/>
                </a:solidFill>
                <a:effectLst/>
                <a:latin typeface="Arial" panose="020B0604020202020204" pitchFamily="34" charset="0"/>
              </a:rPr>
              <a:t>show</a:t>
            </a:r>
            <a:r>
              <a:rPr kumimoji="0" lang="en-US" altLang="en-US" sz="1600" b="0" i="0" u="none" strike="noStrike" cap="none" normalizeH="0" baseline="0" dirty="0">
                <a:ln>
                  <a:noFill/>
                </a:ln>
                <a:solidFill>
                  <a:schemeClr val="tx1"/>
                </a:solidFill>
                <a:effectLst/>
                <a:latin typeface="Roboto Mono" panose="00000009000000000000" pitchFamily="49" charset="0"/>
              </a:rPr>
              <a:t>()</a:t>
            </a:r>
            <a:r>
              <a:rPr kumimoji="0" lang="en-US" altLang="en-US" sz="1600" b="0" i="0" u="none" strike="noStrike" cap="none" normalizeH="0" baseline="0" dirty="0">
                <a:ln>
                  <a:noFill/>
                </a:ln>
                <a:solidFill>
                  <a:schemeClr val="tx1"/>
                </a:solidFill>
                <a:effectLst/>
              </a:rPr>
              <a:t> </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pic>
        <p:nvPicPr>
          <p:cNvPr id="16387" name="Picture 3">
            <a:extLst>
              <a:ext uri="{FF2B5EF4-FFF2-40B4-BE49-F238E27FC236}">
                <a16:creationId xmlns:a16="http://schemas.microsoft.com/office/drawing/2014/main" id="{834AF50D-F106-297E-A50A-B6CE64179D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3275" y="3082776"/>
            <a:ext cx="2390775" cy="236220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0783ABCE-B52E-3F6D-8FFC-1A5CBB97D971}"/>
              </a:ext>
            </a:extLst>
          </p:cNvPr>
          <p:cNvSpPr txBox="1"/>
          <p:nvPr/>
        </p:nvSpPr>
        <p:spPr>
          <a:xfrm>
            <a:off x="1218237" y="5643187"/>
            <a:ext cx="6094070" cy="369332"/>
          </a:xfrm>
          <a:prstGeom prst="rect">
            <a:avLst/>
          </a:prstGeom>
          <a:noFill/>
        </p:spPr>
        <p:txBody>
          <a:bodyPr wrap="square">
            <a:spAutoFit/>
          </a:bodyPr>
          <a:lstStyle/>
          <a:p>
            <a:r>
              <a:rPr lang="en-US" b="0" i="0" dirty="0">
                <a:effectLst/>
                <a:latin typeface="Inter"/>
              </a:rPr>
              <a:t>Our first record of training data represents 2.</a:t>
            </a:r>
            <a:endParaRPr lang="en-US" dirty="0"/>
          </a:p>
        </p:txBody>
      </p:sp>
    </p:spTree>
    <p:extLst>
      <p:ext uri="{BB962C8B-B14F-4D97-AF65-F5344CB8AC3E}">
        <p14:creationId xmlns:p14="http://schemas.microsoft.com/office/powerpoint/2010/main" val="27873676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C1120B2-DDF5-E87E-E9C8-F62989B6ECF4}"/>
              </a:ext>
            </a:extLst>
          </p:cNvPr>
          <p:cNvSpPr txBox="1"/>
          <p:nvPr/>
        </p:nvSpPr>
        <p:spPr>
          <a:xfrm>
            <a:off x="708949" y="1098278"/>
            <a:ext cx="8550797" cy="369332"/>
          </a:xfrm>
          <a:prstGeom prst="rect">
            <a:avLst/>
          </a:prstGeom>
          <a:noFill/>
        </p:spPr>
        <p:txBody>
          <a:bodyPr wrap="square">
            <a:spAutoFit/>
          </a:bodyPr>
          <a:lstStyle/>
          <a:p>
            <a:r>
              <a:rPr lang="en-US" b="0" i="0" dirty="0">
                <a:effectLst/>
                <a:latin typeface="Inter"/>
              </a:rPr>
              <a:t>Let's print some more training examples to get the feeling of how the digits were written.</a:t>
            </a:r>
            <a:endParaRPr lang="en-US" dirty="0"/>
          </a:p>
        </p:txBody>
      </p:sp>
      <p:sp>
        <p:nvSpPr>
          <p:cNvPr id="4" name="Rectangle 1">
            <a:extLst>
              <a:ext uri="{FF2B5EF4-FFF2-40B4-BE49-F238E27FC236}">
                <a16:creationId xmlns:a16="http://schemas.microsoft.com/office/drawing/2014/main" id="{835BDDB5-DDE7-C1C9-002E-466071711021}"/>
              </a:ext>
            </a:extLst>
          </p:cNvPr>
          <p:cNvSpPr>
            <a:spLocks noChangeArrowheads="1"/>
          </p:cNvSpPr>
          <p:nvPr/>
        </p:nvSpPr>
        <p:spPr bwMode="auto">
          <a:xfrm>
            <a:off x="708949" y="2592701"/>
            <a:ext cx="8654970" cy="2806922"/>
          </a:xfrm>
          <a:prstGeom prst="rect">
            <a:avLst/>
          </a:prstGeom>
          <a:solidFill>
            <a:srgbClr val="F7F7F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30000"/>
              </a:spcBef>
              <a:spcAft>
                <a:spcPct val="0"/>
              </a:spcAft>
              <a:defRPr sz="1200">
                <a:solidFill>
                  <a:schemeClr val="tx1"/>
                </a:solidFill>
                <a:latin typeface="Arial" panose="020B0604020202020204" pitchFamily="34" charset="0"/>
              </a:defRPr>
            </a:lvl1pPr>
            <a:lvl2pPr eaLnBrk="0" fontAlgn="base" hangingPunct="0">
              <a:spcBef>
                <a:spcPct val="30000"/>
              </a:spcBef>
              <a:spcAft>
                <a:spcPct val="0"/>
              </a:spcAft>
              <a:defRPr sz="1200">
                <a:solidFill>
                  <a:schemeClr val="tx1"/>
                </a:solidFill>
                <a:latin typeface="Arial" panose="020B0604020202020204" pitchFamily="34" charset="0"/>
              </a:defRPr>
            </a:lvl2pPr>
            <a:lvl3pPr eaLnBrk="0" fontAlgn="base" hangingPunct="0">
              <a:spcBef>
                <a:spcPct val="30000"/>
              </a:spcBef>
              <a:spcAft>
                <a:spcPct val="0"/>
              </a:spcAft>
              <a:defRPr sz="1200">
                <a:solidFill>
                  <a:schemeClr val="tx1"/>
                </a:solidFill>
                <a:latin typeface="Arial" panose="020B0604020202020204" pitchFamily="34" charset="0"/>
              </a:defRPr>
            </a:lvl3pPr>
            <a:lvl4pPr eaLnBrk="0" fontAlgn="base" hangingPunct="0">
              <a:spcBef>
                <a:spcPct val="30000"/>
              </a:spcBef>
              <a:spcAft>
                <a:spcPct val="0"/>
              </a:spcAft>
              <a:defRPr sz="1200">
                <a:solidFill>
                  <a:schemeClr val="tx1"/>
                </a:solidFill>
                <a:latin typeface="Arial" panose="020B0604020202020204" pitchFamily="34" charset="0"/>
              </a:defRPr>
            </a:lvl4pPr>
            <a:lvl5pPr eaLnBrk="0" fontAlgn="base" hangingPunct="0">
              <a:spcBef>
                <a:spcPct val="30000"/>
              </a:spcBef>
              <a:spcAft>
                <a:spcPct val="0"/>
              </a:spcAft>
              <a:defRPr sz="1200">
                <a:solidFill>
                  <a:schemeClr val="tx1"/>
                </a:solidFill>
                <a:latin typeface="Arial" panose="020B0604020202020204" pitchFamily="34" charset="0"/>
              </a:defRPr>
            </a:lvl5pPr>
            <a:lvl6pPr eaLnBrk="0" fontAlgn="base" hangingPunct="0">
              <a:spcBef>
                <a:spcPct val="30000"/>
              </a:spcBef>
              <a:spcAft>
                <a:spcPct val="0"/>
              </a:spcAft>
              <a:defRPr sz="1200">
                <a:solidFill>
                  <a:schemeClr val="tx1"/>
                </a:solidFill>
                <a:latin typeface="Arial" panose="020B0604020202020204" pitchFamily="34" charset="0"/>
              </a:defRPr>
            </a:lvl6pPr>
            <a:lvl7pPr eaLnBrk="0" fontAlgn="base" hangingPunct="0">
              <a:spcBef>
                <a:spcPct val="30000"/>
              </a:spcBef>
              <a:spcAft>
                <a:spcPct val="0"/>
              </a:spcAft>
              <a:defRPr sz="1200">
                <a:solidFill>
                  <a:schemeClr val="tx1"/>
                </a:solidFill>
                <a:latin typeface="Arial" panose="020B0604020202020204" pitchFamily="34" charset="0"/>
              </a:defRPr>
            </a:lvl7pPr>
            <a:lvl8pPr eaLnBrk="0" fontAlgn="base" hangingPunct="0">
              <a:spcBef>
                <a:spcPct val="30000"/>
              </a:spcBef>
              <a:spcAft>
                <a:spcPct val="0"/>
              </a:spcAft>
              <a:defRPr sz="1200">
                <a:solidFill>
                  <a:schemeClr val="tx1"/>
                </a:solidFill>
                <a:latin typeface="Arial" panose="020B0604020202020204" pitchFamily="34" charset="0"/>
              </a:defRPr>
            </a:lvl8pPr>
            <a:lvl9pPr eaLnBrk="0" fontAlgn="base" hangingPunct="0">
              <a:spcBef>
                <a:spcPct val="30000"/>
              </a:spcBef>
              <a:spcAft>
                <a:spcPct val="0"/>
              </a:spcAft>
              <a:defRPr sz="12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600" b="0" i="0" u="none" strike="noStrike" cap="none" normalizeH="0" baseline="0" dirty="0" err="1">
                <a:ln>
                  <a:noFill/>
                </a:ln>
                <a:solidFill>
                  <a:schemeClr val="tx1"/>
                </a:solidFill>
                <a:effectLst/>
                <a:latin typeface="Arial" panose="020B0604020202020204" pitchFamily="34" charset="0"/>
              </a:rPr>
              <a:t>numbers_to_display</a:t>
            </a:r>
            <a:r>
              <a:rPr kumimoji="0" lang="en-US" altLang="en-US" sz="1600" b="0" i="0" u="none" strike="noStrike" cap="none" normalizeH="0" baseline="0" dirty="0">
                <a:ln>
                  <a:noFill/>
                </a:ln>
                <a:solidFill>
                  <a:schemeClr val="tx1"/>
                </a:solidFill>
                <a:effectLst/>
                <a:latin typeface="Roboto Mono" panose="00000009000000000000" pitchFamily="49" charset="0"/>
              </a:rPr>
              <a:t> </a:t>
            </a:r>
            <a:r>
              <a:rPr kumimoji="0" lang="en-US" altLang="en-US" sz="1600" b="0" i="0" u="none" strike="noStrike" cap="none" normalizeH="0" baseline="0" dirty="0">
                <a:ln>
                  <a:noFill/>
                </a:ln>
                <a:solidFill>
                  <a:srgbClr val="055BE0"/>
                </a:solidFill>
                <a:effectLst/>
                <a:latin typeface="Arial" panose="020B0604020202020204" pitchFamily="34" charset="0"/>
              </a:rPr>
              <a:t>=</a:t>
            </a:r>
            <a:r>
              <a:rPr kumimoji="0" lang="en-US" altLang="en-US" sz="1600" b="0" i="0" u="none" strike="noStrike" cap="none" normalizeH="0" baseline="0" dirty="0">
                <a:ln>
                  <a:noFill/>
                </a:ln>
                <a:solidFill>
                  <a:schemeClr val="tx1"/>
                </a:solidFill>
                <a:effectLst/>
                <a:latin typeface="Roboto Mono" panose="00000009000000000000" pitchFamily="49" charset="0"/>
              </a:rPr>
              <a:t> </a:t>
            </a:r>
            <a:r>
              <a:rPr kumimoji="0" lang="en-US" altLang="en-US" sz="1600" b="0" i="0" u="none" strike="noStrike" cap="none" normalizeH="0" baseline="0" dirty="0">
                <a:ln>
                  <a:noFill/>
                </a:ln>
                <a:solidFill>
                  <a:srgbClr val="666666"/>
                </a:solidFill>
                <a:effectLst/>
                <a:latin typeface="Roboto Mono" panose="00000009000000000000" pitchFamily="49" charset="0"/>
              </a:rPr>
              <a:t>100</a:t>
            </a:r>
            <a:r>
              <a:rPr kumimoji="0" lang="en-US" altLang="en-US" sz="1600" b="0" i="0" u="none" strike="noStrike" cap="none" normalizeH="0" baseline="0" dirty="0">
                <a:ln>
                  <a:noFill/>
                </a:ln>
                <a:solidFill>
                  <a:schemeClr val="tx1"/>
                </a:solidFill>
                <a:effectLst/>
                <a:latin typeface="Roboto Mono" panose="00000009000000000000" pitchFamily="49"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num_cells</a:t>
            </a:r>
            <a:r>
              <a:rPr kumimoji="0" lang="en-US" altLang="en-US" sz="1600" b="0" i="0" u="none" strike="noStrike" cap="none" normalizeH="0" baseline="0" dirty="0">
                <a:ln>
                  <a:noFill/>
                </a:ln>
                <a:solidFill>
                  <a:schemeClr val="tx1"/>
                </a:solidFill>
                <a:effectLst/>
                <a:latin typeface="Roboto Mono" panose="00000009000000000000" pitchFamily="49" charset="0"/>
              </a:rPr>
              <a:t> </a:t>
            </a:r>
            <a:r>
              <a:rPr kumimoji="0" lang="en-US" altLang="en-US" sz="1600" b="0" i="0" u="none" strike="noStrike" cap="none" normalizeH="0" baseline="0" dirty="0">
                <a:ln>
                  <a:noFill/>
                </a:ln>
                <a:solidFill>
                  <a:srgbClr val="055BE0"/>
                </a:solidFill>
                <a:effectLst/>
                <a:latin typeface="Arial" panose="020B0604020202020204" pitchFamily="34" charset="0"/>
              </a:rPr>
              <a:t>=</a:t>
            </a:r>
            <a:r>
              <a:rPr kumimoji="0" lang="en-US" altLang="en-US" sz="1600" b="0" i="0" u="none" strike="noStrike" cap="none" normalizeH="0" baseline="0" dirty="0">
                <a:ln>
                  <a:noFill/>
                </a:ln>
                <a:solidFill>
                  <a:schemeClr val="tx1"/>
                </a:solidFill>
                <a:effectLst/>
                <a:latin typeface="Roboto Mono" panose="00000009000000000000" pitchFamily="49"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math</a:t>
            </a:r>
            <a:r>
              <a:rPr kumimoji="0" lang="en-US" altLang="en-US" sz="1600" b="0" i="0" u="none" strike="noStrike" cap="none" normalizeH="0" baseline="0" dirty="0" err="1">
                <a:ln>
                  <a:noFill/>
                </a:ln>
                <a:solidFill>
                  <a:srgbClr val="055BE0"/>
                </a:solidFill>
                <a:effectLst/>
                <a:latin typeface="Arial" panose="020B0604020202020204" pitchFamily="34" charset="0"/>
              </a:rPr>
              <a:t>.</a:t>
            </a:r>
            <a:r>
              <a:rPr kumimoji="0" lang="en-US" altLang="en-US" sz="1600" b="0" i="0" u="none" strike="noStrike" cap="none" normalizeH="0" baseline="0" dirty="0" err="1">
                <a:ln>
                  <a:noFill/>
                </a:ln>
                <a:solidFill>
                  <a:schemeClr val="tx1"/>
                </a:solidFill>
                <a:effectLst/>
                <a:latin typeface="Arial" panose="020B0604020202020204" pitchFamily="34" charset="0"/>
              </a:rPr>
              <a:t>ceil</a:t>
            </a:r>
            <a:r>
              <a:rPr kumimoji="0" lang="en-US" altLang="en-US" sz="1600" b="0" i="0" u="none" strike="noStrike" cap="none" normalizeH="0" baseline="0" dirty="0">
                <a:ln>
                  <a:noFill/>
                </a:ln>
                <a:solidFill>
                  <a:schemeClr val="tx1"/>
                </a:solidFill>
                <a:effectLst/>
                <a:latin typeface="Roboto Mono" panose="00000009000000000000" pitchFamily="49" charset="0"/>
              </a:rPr>
              <a:t>(</a:t>
            </a:r>
            <a:r>
              <a:rPr kumimoji="0" lang="en-US" altLang="en-US" sz="1600" b="0" i="0" u="none" strike="noStrike" cap="none" normalizeH="0" baseline="0" dirty="0" err="1">
                <a:ln>
                  <a:noFill/>
                </a:ln>
                <a:solidFill>
                  <a:schemeClr val="tx1"/>
                </a:solidFill>
                <a:effectLst/>
                <a:latin typeface="Arial" panose="020B0604020202020204" pitchFamily="34" charset="0"/>
              </a:rPr>
              <a:t>math</a:t>
            </a:r>
            <a:r>
              <a:rPr kumimoji="0" lang="en-US" altLang="en-US" sz="1600" b="0" i="0" u="none" strike="noStrike" cap="none" normalizeH="0" baseline="0" dirty="0" err="1">
                <a:ln>
                  <a:noFill/>
                </a:ln>
                <a:solidFill>
                  <a:srgbClr val="055BE0"/>
                </a:solidFill>
                <a:effectLst/>
                <a:latin typeface="Arial" panose="020B0604020202020204" pitchFamily="34" charset="0"/>
              </a:rPr>
              <a:t>.</a:t>
            </a:r>
            <a:r>
              <a:rPr kumimoji="0" lang="en-US" altLang="en-US" sz="1600" b="0" i="0" u="none" strike="noStrike" cap="none" normalizeH="0" baseline="0" dirty="0" err="1">
                <a:ln>
                  <a:noFill/>
                </a:ln>
                <a:solidFill>
                  <a:schemeClr val="tx1"/>
                </a:solidFill>
                <a:effectLst/>
                <a:latin typeface="Arial" panose="020B0604020202020204" pitchFamily="34" charset="0"/>
              </a:rPr>
              <a:t>sqrt</a:t>
            </a:r>
            <a:r>
              <a:rPr kumimoji="0" lang="en-US" altLang="en-US" sz="1600" b="0" i="0" u="none" strike="noStrike" cap="none" normalizeH="0" baseline="0" dirty="0">
                <a:ln>
                  <a:noFill/>
                </a:ln>
                <a:solidFill>
                  <a:schemeClr val="tx1"/>
                </a:solidFill>
                <a:effectLst/>
                <a:latin typeface="Roboto Mono" panose="00000009000000000000" pitchFamily="49" charset="0"/>
              </a:rPr>
              <a:t>(</a:t>
            </a:r>
            <a:r>
              <a:rPr kumimoji="0" lang="en-US" altLang="en-US" sz="1600" b="0" i="0" u="none" strike="noStrike" cap="none" normalizeH="0" baseline="0" dirty="0" err="1">
                <a:ln>
                  <a:noFill/>
                </a:ln>
                <a:solidFill>
                  <a:schemeClr val="tx1"/>
                </a:solidFill>
                <a:effectLst/>
                <a:latin typeface="Arial" panose="020B0604020202020204" pitchFamily="34" charset="0"/>
              </a:rPr>
              <a:t>numbers_to_display</a:t>
            </a:r>
            <a:r>
              <a:rPr kumimoji="0" lang="en-US" altLang="en-US" sz="1600" b="0" i="0" u="none" strike="noStrike" cap="none" normalizeH="0" baseline="0" dirty="0">
                <a:ln>
                  <a:noFill/>
                </a:ln>
                <a:solidFill>
                  <a:schemeClr val="tx1"/>
                </a:solidFill>
                <a:effectLst/>
                <a:latin typeface="Roboto Mono" panose="00000009000000000000" pitchFamily="49" charset="0"/>
              </a:rPr>
              <a:t>)) </a:t>
            </a: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600" b="0" i="0" u="none" strike="noStrike" cap="none" normalizeH="0" baseline="0" dirty="0" err="1">
                <a:ln>
                  <a:noFill/>
                </a:ln>
                <a:solidFill>
                  <a:schemeClr val="tx1"/>
                </a:solidFill>
                <a:effectLst/>
                <a:latin typeface="Arial" panose="020B0604020202020204" pitchFamily="34" charset="0"/>
              </a:rPr>
              <a:t>plt</a:t>
            </a:r>
            <a:r>
              <a:rPr kumimoji="0" lang="en-US" altLang="en-US" sz="1600" b="0" i="0" u="none" strike="noStrike" cap="none" normalizeH="0" baseline="0" dirty="0" err="1">
                <a:ln>
                  <a:noFill/>
                </a:ln>
                <a:solidFill>
                  <a:srgbClr val="055BE0"/>
                </a:solidFill>
                <a:effectLst/>
                <a:latin typeface="Arial" panose="020B0604020202020204" pitchFamily="34" charset="0"/>
              </a:rPr>
              <a:t>.</a:t>
            </a:r>
            <a:r>
              <a:rPr kumimoji="0" lang="en-US" altLang="en-US" sz="1600" b="0" i="0" u="none" strike="noStrike" cap="none" normalizeH="0" baseline="0" dirty="0" err="1">
                <a:ln>
                  <a:noFill/>
                </a:ln>
                <a:solidFill>
                  <a:schemeClr val="tx1"/>
                </a:solidFill>
                <a:effectLst/>
                <a:latin typeface="Arial" panose="020B0604020202020204" pitchFamily="34" charset="0"/>
              </a:rPr>
              <a:t>figure</a:t>
            </a:r>
            <a:r>
              <a:rPr kumimoji="0" lang="en-US" altLang="en-US" sz="1600" b="0" i="0" u="none" strike="noStrike" cap="none" normalizeH="0" baseline="0" dirty="0">
                <a:ln>
                  <a:noFill/>
                </a:ln>
                <a:solidFill>
                  <a:schemeClr val="tx1"/>
                </a:solidFill>
                <a:effectLst/>
                <a:latin typeface="Roboto Mono" panose="00000009000000000000" pitchFamily="49" charset="0"/>
              </a:rPr>
              <a:t>(</a:t>
            </a:r>
            <a:r>
              <a:rPr kumimoji="0" lang="en-US" altLang="en-US" sz="1600" b="0" i="0" u="none" strike="noStrike" cap="none" normalizeH="0" baseline="0" dirty="0" err="1">
                <a:ln>
                  <a:noFill/>
                </a:ln>
                <a:solidFill>
                  <a:schemeClr val="tx1"/>
                </a:solidFill>
                <a:effectLst/>
                <a:latin typeface="Arial" panose="020B0604020202020204" pitchFamily="34" charset="0"/>
              </a:rPr>
              <a:t>figsize</a:t>
            </a:r>
            <a:r>
              <a:rPr kumimoji="0" lang="en-US" altLang="en-US" sz="1600" b="0" i="0" u="none" strike="noStrike" cap="none" normalizeH="0" baseline="0" dirty="0">
                <a:ln>
                  <a:noFill/>
                </a:ln>
                <a:solidFill>
                  <a:srgbClr val="055BE0"/>
                </a:solidFill>
                <a:effectLst/>
                <a:latin typeface="Arial" panose="020B0604020202020204" pitchFamily="34" charset="0"/>
              </a:rPr>
              <a:t>=</a:t>
            </a:r>
            <a:r>
              <a:rPr kumimoji="0" lang="en-US" altLang="en-US" sz="1600" b="0" i="0" u="none" strike="noStrike" cap="none" normalizeH="0" baseline="0" dirty="0">
                <a:ln>
                  <a:noFill/>
                </a:ln>
                <a:solidFill>
                  <a:schemeClr val="tx1"/>
                </a:solidFill>
                <a:effectLst/>
                <a:latin typeface="Roboto Mono" panose="00000009000000000000" pitchFamily="49" charset="0"/>
              </a:rPr>
              <a:t>(</a:t>
            </a:r>
            <a:r>
              <a:rPr kumimoji="0" lang="en-US" altLang="en-US" sz="1600" b="0" i="0" u="none" strike="noStrike" cap="none" normalizeH="0" baseline="0" dirty="0">
                <a:ln>
                  <a:noFill/>
                </a:ln>
                <a:solidFill>
                  <a:srgbClr val="666666"/>
                </a:solidFill>
                <a:effectLst/>
                <a:latin typeface="Roboto Mono" panose="00000009000000000000" pitchFamily="49" charset="0"/>
              </a:rPr>
              <a:t>20</a:t>
            </a:r>
            <a:r>
              <a:rPr kumimoji="0" lang="en-US" altLang="en-US" sz="1600" b="0" i="0" u="none" strike="noStrike" cap="none" normalizeH="0" baseline="0" dirty="0">
                <a:ln>
                  <a:noFill/>
                </a:ln>
                <a:solidFill>
                  <a:schemeClr val="tx1"/>
                </a:solidFill>
                <a:effectLst/>
                <a:latin typeface="Roboto Mono" panose="00000009000000000000" pitchFamily="49" charset="0"/>
              </a:rPr>
              <a:t>,</a:t>
            </a:r>
            <a:r>
              <a:rPr kumimoji="0" lang="en-US" altLang="en-US" sz="1600" b="0" i="0" u="none" strike="noStrike" cap="none" normalizeH="0" baseline="0" dirty="0">
                <a:ln>
                  <a:noFill/>
                </a:ln>
                <a:solidFill>
                  <a:srgbClr val="666666"/>
                </a:solidFill>
                <a:effectLst/>
                <a:latin typeface="Roboto Mono" panose="00000009000000000000" pitchFamily="49" charset="0"/>
              </a:rPr>
              <a:t>20</a:t>
            </a:r>
            <a:r>
              <a:rPr kumimoji="0" lang="en-US" altLang="en-US" sz="1600" b="0" i="0" u="none" strike="noStrike" cap="none" normalizeH="0" baseline="0" dirty="0">
                <a:ln>
                  <a:noFill/>
                </a:ln>
                <a:solidFill>
                  <a:schemeClr val="tx1"/>
                </a:solidFill>
                <a:effectLst/>
                <a:latin typeface="Roboto Mono" panose="00000009000000000000" pitchFamily="49" charset="0"/>
              </a:rPr>
              <a:t>)) </a:t>
            </a:r>
            <a:r>
              <a:rPr kumimoji="0" lang="en-US" altLang="en-US" sz="1600" b="0" i="0" u="none" strike="noStrike" cap="none" normalizeH="0" baseline="0" dirty="0">
                <a:ln>
                  <a:noFill/>
                </a:ln>
                <a:solidFill>
                  <a:srgbClr val="007B00"/>
                </a:solidFill>
                <a:effectLst/>
                <a:latin typeface="Roboto Mono" panose="00000009000000000000" pitchFamily="49" charset="0"/>
              </a:rPr>
              <a:t>for</a:t>
            </a:r>
            <a:r>
              <a:rPr kumimoji="0" lang="en-US" altLang="en-US" sz="1600" b="0" i="0" u="none" strike="noStrike" cap="none" normalizeH="0" baseline="0" dirty="0">
                <a:ln>
                  <a:noFill/>
                </a:ln>
                <a:solidFill>
                  <a:schemeClr val="tx1"/>
                </a:solidFill>
                <a:effectLst/>
                <a:latin typeface="Roboto Mono" panose="00000009000000000000" pitchFamily="49"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i</a:t>
            </a:r>
            <a:r>
              <a:rPr kumimoji="0" lang="en-US" altLang="en-US" sz="1600" b="0" i="0" u="none" strike="noStrike" cap="none" normalizeH="0" baseline="0" dirty="0">
                <a:ln>
                  <a:noFill/>
                </a:ln>
                <a:solidFill>
                  <a:schemeClr val="tx1"/>
                </a:solidFill>
                <a:effectLst/>
                <a:latin typeface="Roboto Mono" panose="00000009000000000000" pitchFamily="49" charset="0"/>
              </a:rPr>
              <a:t> </a:t>
            </a:r>
            <a:r>
              <a:rPr kumimoji="0" lang="en-US" altLang="en-US" sz="1600" b="1" i="0" u="none" strike="noStrike" cap="none" normalizeH="0" baseline="0" dirty="0">
                <a:ln>
                  <a:noFill/>
                </a:ln>
                <a:solidFill>
                  <a:srgbClr val="AA22FF"/>
                </a:solidFill>
                <a:effectLst/>
                <a:latin typeface="Roboto Mono" panose="00000009000000000000" pitchFamily="49" charset="0"/>
              </a:rPr>
              <a:t>in</a:t>
            </a:r>
            <a:r>
              <a:rPr kumimoji="0" lang="en-US" altLang="en-US" sz="1600" b="0" i="0" u="none" strike="noStrike" cap="none" normalizeH="0" baseline="0" dirty="0">
                <a:ln>
                  <a:noFill/>
                </a:ln>
                <a:solidFill>
                  <a:schemeClr val="tx1"/>
                </a:solidFill>
                <a:effectLst/>
                <a:latin typeface="Roboto Mono" panose="00000009000000000000" pitchFamily="49"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numbers_to_display</a:t>
            </a:r>
            <a:r>
              <a:rPr kumimoji="0" lang="en-US" altLang="en-US" sz="1600" b="0" i="0" u="none" strike="noStrike" cap="none" normalizeH="0" baseline="0" dirty="0">
                <a:ln>
                  <a:noFill/>
                </a:ln>
                <a:solidFill>
                  <a:schemeClr val="tx1"/>
                </a:solidFill>
                <a:effectLst/>
                <a:latin typeface="Roboto Mono" panose="00000009000000000000" pitchFamily="49" charset="0"/>
              </a:rPr>
              <a:t>): </a:t>
            </a: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600" b="0" i="0" u="none" strike="noStrike" cap="none" normalizeH="0" baseline="0" dirty="0" err="1">
                <a:ln>
                  <a:noFill/>
                </a:ln>
                <a:solidFill>
                  <a:schemeClr val="tx1"/>
                </a:solidFill>
                <a:effectLst/>
                <a:latin typeface="Arial" panose="020B0604020202020204" pitchFamily="34" charset="0"/>
              </a:rPr>
              <a:t>plt</a:t>
            </a:r>
            <a:r>
              <a:rPr kumimoji="0" lang="en-US" altLang="en-US" sz="1600" b="0" i="0" u="none" strike="noStrike" cap="none" normalizeH="0" baseline="0" dirty="0" err="1">
                <a:ln>
                  <a:noFill/>
                </a:ln>
                <a:solidFill>
                  <a:srgbClr val="055BE0"/>
                </a:solidFill>
                <a:effectLst/>
                <a:latin typeface="Arial" panose="020B0604020202020204" pitchFamily="34" charset="0"/>
              </a:rPr>
              <a:t>.</a:t>
            </a:r>
            <a:r>
              <a:rPr kumimoji="0" lang="en-US" altLang="en-US" sz="1600" b="0" i="0" u="none" strike="noStrike" cap="none" normalizeH="0" baseline="0" dirty="0" err="1">
                <a:ln>
                  <a:noFill/>
                </a:ln>
                <a:solidFill>
                  <a:schemeClr val="tx1"/>
                </a:solidFill>
                <a:effectLst/>
                <a:latin typeface="Arial" panose="020B0604020202020204" pitchFamily="34" charset="0"/>
              </a:rPr>
              <a:t>subplot</a:t>
            </a:r>
            <a:r>
              <a:rPr kumimoji="0" lang="en-US" altLang="en-US" sz="1600" b="0" i="0" u="none" strike="noStrike" cap="none" normalizeH="0" baseline="0" dirty="0">
                <a:ln>
                  <a:noFill/>
                </a:ln>
                <a:solidFill>
                  <a:schemeClr val="tx1"/>
                </a:solidFill>
                <a:effectLst/>
                <a:latin typeface="Roboto Mono" panose="00000009000000000000" pitchFamily="49" charset="0"/>
              </a:rPr>
              <a:t>(</a:t>
            </a:r>
            <a:r>
              <a:rPr kumimoji="0" lang="en-US" altLang="en-US" sz="1600" b="0" i="0" u="none" strike="noStrike" cap="none" normalizeH="0" baseline="0" dirty="0" err="1">
                <a:ln>
                  <a:noFill/>
                </a:ln>
                <a:solidFill>
                  <a:schemeClr val="tx1"/>
                </a:solidFill>
                <a:effectLst/>
                <a:latin typeface="Arial" panose="020B0604020202020204" pitchFamily="34" charset="0"/>
              </a:rPr>
              <a:t>num_cells</a:t>
            </a:r>
            <a:r>
              <a:rPr kumimoji="0" lang="en-US" altLang="en-US" sz="1600" b="0" i="0" u="none" strike="noStrike" cap="none" normalizeH="0" baseline="0" dirty="0">
                <a:ln>
                  <a:noFill/>
                </a:ln>
                <a:solidFill>
                  <a:schemeClr val="tx1"/>
                </a:solidFill>
                <a:effectLst/>
                <a:latin typeface="Roboto Mono" panose="00000009000000000000" pitchFamily="49"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num_cells</a:t>
            </a:r>
            <a:r>
              <a:rPr kumimoji="0" lang="en-US" altLang="en-US" sz="1600" b="0" i="0" u="none" strike="noStrike" cap="none" normalizeH="0" baseline="0" dirty="0">
                <a:ln>
                  <a:noFill/>
                </a:ln>
                <a:solidFill>
                  <a:schemeClr val="tx1"/>
                </a:solidFill>
                <a:effectLst/>
                <a:latin typeface="Roboto Mono" panose="00000009000000000000" pitchFamily="49" charset="0"/>
              </a:rPr>
              <a:t>, </a:t>
            </a:r>
            <a:r>
              <a:rPr kumimoji="0" lang="en-US" altLang="en-US" sz="1600" b="0" i="0" u="none" strike="noStrike" cap="none" normalizeH="0" baseline="0" dirty="0">
                <a:ln>
                  <a:noFill/>
                </a:ln>
                <a:solidFill>
                  <a:schemeClr val="tx1"/>
                </a:solidFill>
                <a:effectLst/>
                <a:latin typeface="Arial" panose="020B0604020202020204" pitchFamily="34" charset="0"/>
              </a:rPr>
              <a:t>i</a:t>
            </a:r>
            <a:r>
              <a:rPr kumimoji="0" lang="en-US" altLang="en-US" sz="1600" b="0" i="0" u="none" strike="noStrike" cap="none" normalizeH="0" baseline="0" dirty="0">
                <a:ln>
                  <a:noFill/>
                </a:ln>
                <a:solidFill>
                  <a:srgbClr val="055BE0"/>
                </a:solidFill>
                <a:effectLst/>
                <a:latin typeface="Arial" panose="020B0604020202020204" pitchFamily="34" charset="0"/>
              </a:rPr>
              <a:t>+</a:t>
            </a:r>
            <a:r>
              <a:rPr kumimoji="0" lang="en-US" altLang="en-US" sz="1600" b="0" i="0" u="none" strike="noStrike" cap="none" normalizeH="0" baseline="0" dirty="0">
                <a:ln>
                  <a:noFill/>
                </a:ln>
                <a:solidFill>
                  <a:srgbClr val="666666"/>
                </a:solidFill>
                <a:effectLst/>
                <a:latin typeface="Roboto Mono" panose="00000009000000000000" pitchFamily="49" charset="0"/>
              </a:rPr>
              <a:t>1</a:t>
            </a:r>
            <a:r>
              <a:rPr kumimoji="0" lang="en-US" altLang="en-US" sz="1600" b="0" i="0" u="none" strike="noStrike" cap="none" normalizeH="0" baseline="0" dirty="0">
                <a:ln>
                  <a:noFill/>
                </a:ln>
                <a:solidFill>
                  <a:schemeClr val="tx1"/>
                </a:solidFill>
                <a:effectLst/>
                <a:latin typeface="Roboto Mono" panose="00000009000000000000" pitchFamily="49" charset="0"/>
              </a:rPr>
              <a:t>) </a:t>
            </a: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600" b="0" i="0" u="none" strike="noStrike" cap="none" normalizeH="0" baseline="0" dirty="0" err="1">
                <a:ln>
                  <a:noFill/>
                </a:ln>
                <a:solidFill>
                  <a:schemeClr val="tx1"/>
                </a:solidFill>
                <a:effectLst/>
                <a:latin typeface="Arial" panose="020B0604020202020204" pitchFamily="34" charset="0"/>
              </a:rPr>
              <a:t>plt</a:t>
            </a:r>
            <a:r>
              <a:rPr kumimoji="0" lang="en-US" altLang="en-US" sz="1600" b="0" i="0" u="none" strike="noStrike" cap="none" normalizeH="0" baseline="0" dirty="0" err="1">
                <a:ln>
                  <a:noFill/>
                </a:ln>
                <a:solidFill>
                  <a:srgbClr val="055BE0"/>
                </a:solidFill>
                <a:effectLst/>
                <a:latin typeface="Arial" panose="020B0604020202020204" pitchFamily="34" charset="0"/>
              </a:rPr>
              <a:t>.</a:t>
            </a:r>
            <a:r>
              <a:rPr kumimoji="0" lang="en-US" altLang="en-US" sz="1600" b="0" i="0" u="none" strike="noStrike" cap="none" normalizeH="0" baseline="0" dirty="0" err="1">
                <a:ln>
                  <a:noFill/>
                </a:ln>
                <a:solidFill>
                  <a:schemeClr val="tx1"/>
                </a:solidFill>
                <a:effectLst/>
                <a:latin typeface="Arial" panose="020B0604020202020204" pitchFamily="34" charset="0"/>
              </a:rPr>
              <a:t>xticks</a:t>
            </a:r>
            <a:r>
              <a:rPr kumimoji="0" lang="en-US" altLang="en-US" sz="1600" b="0" i="0" u="none" strike="noStrike" cap="none" normalizeH="0" baseline="0" dirty="0">
                <a:ln>
                  <a:noFill/>
                </a:ln>
                <a:solidFill>
                  <a:schemeClr val="tx1"/>
                </a:solidFill>
                <a:effectLst/>
                <a:latin typeface="Roboto Mono" panose="00000009000000000000" pitchFamily="49" charset="0"/>
              </a:rPr>
              <a:t>([]) </a:t>
            </a: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600" b="0" i="0" u="none" strike="noStrike" cap="none" normalizeH="0" baseline="0" dirty="0" err="1">
                <a:ln>
                  <a:noFill/>
                </a:ln>
                <a:solidFill>
                  <a:schemeClr val="tx1"/>
                </a:solidFill>
                <a:effectLst/>
                <a:latin typeface="Arial" panose="020B0604020202020204" pitchFamily="34" charset="0"/>
              </a:rPr>
              <a:t>plt</a:t>
            </a:r>
            <a:r>
              <a:rPr kumimoji="0" lang="en-US" altLang="en-US" sz="1600" b="0" i="0" u="none" strike="noStrike" cap="none" normalizeH="0" baseline="0" dirty="0" err="1">
                <a:ln>
                  <a:noFill/>
                </a:ln>
                <a:solidFill>
                  <a:srgbClr val="055BE0"/>
                </a:solidFill>
                <a:effectLst/>
                <a:latin typeface="Arial" panose="020B0604020202020204" pitchFamily="34" charset="0"/>
              </a:rPr>
              <a:t>.</a:t>
            </a:r>
            <a:r>
              <a:rPr kumimoji="0" lang="en-US" altLang="en-US" sz="1600" b="0" i="0" u="none" strike="noStrike" cap="none" normalizeH="0" baseline="0" dirty="0" err="1">
                <a:ln>
                  <a:noFill/>
                </a:ln>
                <a:solidFill>
                  <a:schemeClr val="tx1"/>
                </a:solidFill>
                <a:effectLst/>
                <a:latin typeface="Arial" panose="020B0604020202020204" pitchFamily="34" charset="0"/>
              </a:rPr>
              <a:t>yticks</a:t>
            </a:r>
            <a:r>
              <a:rPr kumimoji="0" lang="en-US" altLang="en-US" sz="1600" b="0" i="0" u="none" strike="noStrike" cap="none" normalizeH="0" baseline="0" dirty="0">
                <a:ln>
                  <a:noFill/>
                </a:ln>
                <a:solidFill>
                  <a:schemeClr val="tx1"/>
                </a:solidFill>
                <a:effectLst/>
                <a:latin typeface="Roboto Mono" panose="00000009000000000000" pitchFamily="49" charset="0"/>
              </a:rPr>
              <a:t>([]) </a:t>
            </a: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600" b="0" i="0" u="none" strike="noStrike" cap="none" normalizeH="0" baseline="0" dirty="0" err="1">
                <a:ln>
                  <a:noFill/>
                </a:ln>
                <a:solidFill>
                  <a:schemeClr val="tx1"/>
                </a:solidFill>
                <a:effectLst/>
                <a:latin typeface="Arial" panose="020B0604020202020204" pitchFamily="34" charset="0"/>
              </a:rPr>
              <a:t>plt</a:t>
            </a:r>
            <a:r>
              <a:rPr kumimoji="0" lang="en-US" altLang="en-US" sz="1600" b="0" i="0" u="none" strike="noStrike" cap="none" normalizeH="0" baseline="0" dirty="0" err="1">
                <a:ln>
                  <a:noFill/>
                </a:ln>
                <a:solidFill>
                  <a:srgbClr val="055BE0"/>
                </a:solidFill>
                <a:effectLst/>
                <a:latin typeface="Arial" panose="020B0604020202020204" pitchFamily="34" charset="0"/>
              </a:rPr>
              <a:t>.</a:t>
            </a:r>
            <a:r>
              <a:rPr kumimoji="0" lang="en-US" altLang="en-US" sz="1600" b="0" i="0" u="none" strike="noStrike" cap="none" normalizeH="0" baseline="0" dirty="0" err="1">
                <a:ln>
                  <a:noFill/>
                </a:ln>
                <a:solidFill>
                  <a:schemeClr val="tx1"/>
                </a:solidFill>
                <a:effectLst/>
                <a:latin typeface="Arial" panose="020B0604020202020204" pitchFamily="34" charset="0"/>
              </a:rPr>
              <a:t>grid</a:t>
            </a:r>
            <a:r>
              <a:rPr kumimoji="0" lang="en-US" altLang="en-US" sz="1600" b="0" i="0" u="none" strike="noStrike" cap="none" normalizeH="0" baseline="0" dirty="0">
                <a:ln>
                  <a:noFill/>
                </a:ln>
                <a:solidFill>
                  <a:schemeClr val="tx1"/>
                </a:solidFill>
                <a:effectLst/>
                <a:latin typeface="Roboto Mono" panose="00000009000000000000" pitchFamily="49" charset="0"/>
              </a:rPr>
              <a:t>(</a:t>
            </a:r>
            <a:r>
              <a:rPr kumimoji="0" lang="en-US" altLang="en-US" sz="1600" b="0" i="0" u="none" strike="noStrike" cap="none" normalizeH="0" baseline="0" dirty="0">
                <a:ln>
                  <a:noFill/>
                </a:ln>
                <a:solidFill>
                  <a:srgbClr val="3D7E7E"/>
                </a:solidFill>
                <a:effectLst/>
                <a:latin typeface="Roboto Mono" panose="00000009000000000000" pitchFamily="49" charset="0"/>
              </a:rPr>
              <a:t>False</a:t>
            </a:r>
            <a:r>
              <a:rPr kumimoji="0" lang="en-US" altLang="en-US" sz="1600" b="0" i="0" u="none" strike="noStrike" cap="none" normalizeH="0" baseline="0" dirty="0">
                <a:ln>
                  <a:noFill/>
                </a:ln>
                <a:solidFill>
                  <a:schemeClr val="tx1"/>
                </a:solidFill>
                <a:effectLst/>
                <a:latin typeface="Roboto Mono" panose="00000009000000000000" pitchFamily="49" charset="0"/>
              </a:rPr>
              <a:t>) </a:t>
            </a: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600" b="0" i="0" u="none" strike="noStrike" cap="none" normalizeH="0" baseline="0" dirty="0" err="1">
                <a:ln>
                  <a:noFill/>
                </a:ln>
                <a:solidFill>
                  <a:schemeClr val="tx1"/>
                </a:solidFill>
                <a:effectLst/>
                <a:latin typeface="Arial" panose="020B0604020202020204" pitchFamily="34" charset="0"/>
              </a:rPr>
              <a:t>plt</a:t>
            </a:r>
            <a:r>
              <a:rPr kumimoji="0" lang="en-US" altLang="en-US" sz="1600" b="0" i="0" u="none" strike="noStrike" cap="none" normalizeH="0" baseline="0" dirty="0" err="1">
                <a:ln>
                  <a:noFill/>
                </a:ln>
                <a:solidFill>
                  <a:srgbClr val="055BE0"/>
                </a:solidFill>
                <a:effectLst/>
                <a:latin typeface="Arial" panose="020B0604020202020204" pitchFamily="34" charset="0"/>
              </a:rPr>
              <a:t>.</a:t>
            </a:r>
            <a:r>
              <a:rPr kumimoji="0" lang="en-US" altLang="en-US" sz="1600" b="0" i="0" u="none" strike="noStrike" cap="none" normalizeH="0" baseline="0" dirty="0" err="1">
                <a:ln>
                  <a:noFill/>
                </a:ln>
                <a:solidFill>
                  <a:schemeClr val="tx1"/>
                </a:solidFill>
                <a:effectLst/>
                <a:latin typeface="Arial" panose="020B0604020202020204" pitchFamily="34" charset="0"/>
              </a:rPr>
              <a:t>imshow</a:t>
            </a:r>
            <a:r>
              <a:rPr kumimoji="0" lang="en-US" altLang="en-US" sz="1600" b="0" i="0" u="none" strike="noStrike" cap="none" normalizeH="0" baseline="0" dirty="0">
                <a:ln>
                  <a:noFill/>
                </a:ln>
                <a:solidFill>
                  <a:schemeClr val="tx1"/>
                </a:solidFill>
                <a:effectLst/>
                <a:latin typeface="Roboto Mono" panose="00000009000000000000" pitchFamily="49" charset="0"/>
              </a:rPr>
              <a:t>(</a:t>
            </a:r>
            <a:r>
              <a:rPr kumimoji="0" lang="en-US" altLang="en-US" sz="1600" b="0" i="0" u="none" strike="noStrike" cap="none" normalizeH="0" baseline="0" dirty="0" err="1">
                <a:ln>
                  <a:noFill/>
                </a:ln>
                <a:solidFill>
                  <a:schemeClr val="tx1"/>
                </a:solidFill>
                <a:effectLst/>
                <a:latin typeface="Arial" panose="020B0604020202020204" pitchFamily="34" charset="0"/>
              </a:rPr>
              <a:t>x_train_re</a:t>
            </a:r>
            <a:r>
              <a:rPr kumimoji="0" lang="en-US" altLang="en-US" sz="1600" b="0" i="0" u="none" strike="noStrike" cap="none" normalizeH="0" baseline="0" dirty="0">
                <a:ln>
                  <a:noFill/>
                </a:ln>
                <a:solidFill>
                  <a:schemeClr val="tx1"/>
                </a:solidFill>
                <a:effectLst/>
                <a:latin typeface="Roboto Mono" panose="00000009000000000000" pitchFamily="49" charset="0"/>
              </a:rPr>
              <a:t>[</a:t>
            </a:r>
            <a:r>
              <a:rPr kumimoji="0" lang="en-US" altLang="en-US" sz="1600" b="0" i="0" u="none" strike="noStrike" cap="none" normalizeH="0" baseline="0" dirty="0" err="1">
                <a:ln>
                  <a:noFill/>
                </a:ln>
                <a:solidFill>
                  <a:schemeClr val="tx1"/>
                </a:solidFill>
                <a:effectLst/>
                <a:latin typeface="Arial" panose="020B0604020202020204" pitchFamily="34" charset="0"/>
              </a:rPr>
              <a:t>i</a:t>
            </a:r>
            <a:r>
              <a:rPr kumimoji="0" lang="en-US" altLang="en-US" sz="1600" b="0" i="0" u="none" strike="noStrike" cap="none" normalizeH="0" baseline="0" dirty="0">
                <a:ln>
                  <a:noFill/>
                </a:ln>
                <a:solidFill>
                  <a:schemeClr val="tx1"/>
                </a:solidFill>
                <a:effectLst/>
                <a:latin typeface="Roboto Mono" panose="00000009000000000000" pitchFamily="49"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cmap</a:t>
            </a:r>
            <a:r>
              <a:rPr kumimoji="0" lang="en-US" altLang="en-US" sz="1600" b="0" i="0" u="none" strike="noStrike" cap="none" normalizeH="0" baseline="0" dirty="0">
                <a:ln>
                  <a:noFill/>
                </a:ln>
                <a:solidFill>
                  <a:srgbClr val="055BE0"/>
                </a:solidFill>
                <a:effectLst/>
                <a:latin typeface="Arial" panose="020B0604020202020204" pitchFamily="34" charset="0"/>
              </a:rPr>
              <a:t>=</a:t>
            </a:r>
            <a:r>
              <a:rPr kumimoji="0" lang="en-US" altLang="en-US" sz="1600" b="0" i="0" u="none" strike="noStrike" cap="none" normalizeH="0" baseline="0" dirty="0" err="1">
                <a:ln>
                  <a:noFill/>
                </a:ln>
                <a:solidFill>
                  <a:schemeClr val="tx1"/>
                </a:solidFill>
                <a:effectLst/>
                <a:latin typeface="Arial" panose="020B0604020202020204" pitchFamily="34" charset="0"/>
              </a:rPr>
              <a:t>plt</a:t>
            </a:r>
            <a:r>
              <a:rPr kumimoji="0" lang="en-US" altLang="en-US" sz="1600" b="0" i="0" u="none" strike="noStrike" cap="none" normalizeH="0" baseline="0" dirty="0" err="1">
                <a:ln>
                  <a:noFill/>
                </a:ln>
                <a:solidFill>
                  <a:srgbClr val="055BE0"/>
                </a:solidFill>
                <a:effectLst/>
                <a:latin typeface="Arial" panose="020B0604020202020204" pitchFamily="34" charset="0"/>
              </a:rPr>
              <a:t>.</a:t>
            </a:r>
            <a:r>
              <a:rPr kumimoji="0" lang="en-US" altLang="en-US" sz="1600" b="0" i="0" u="none" strike="noStrike" cap="none" normalizeH="0" baseline="0" dirty="0" err="1">
                <a:ln>
                  <a:noFill/>
                </a:ln>
                <a:solidFill>
                  <a:schemeClr val="tx1"/>
                </a:solidFill>
                <a:effectLst/>
                <a:latin typeface="Arial" panose="020B0604020202020204" pitchFamily="34" charset="0"/>
              </a:rPr>
              <a:t>cm</a:t>
            </a:r>
            <a:r>
              <a:rPr kumimoji="0" lang="en-US" altLang="en-US" sz="1600" b="0" i="0" u="none" strike="noStrike" cap="none" normalizeH="0" baseline="0" dirty="0" err="1">
                <a:ln>
                  <a:noFill/>
                </a:ln>
                <a:solidFill>
                  <a:srgbClr val="055BE0"/>
                </a:solidFill>
                <a:effectLst/>
                <a:latin typeface="Arial" panose="020B0604020202020204" pitchFamily="34" charset="0"/>
              </a:rPr>
              <a:t>.</a:t>
            </a:r>
            <a:r>
              <a:rPr kumimoji="0" lang="en-US" altLang="en-US" sz="1600" b="0" i="0" u="none" strike="noStrike" cap="none" normalizeH="0" baseline="0" dirty="0" err="1">
                <a:ln>
                  <a:noFill/>
                </a:ln>
                <a:solidFill>
                  <a:schemeClr val="tx1"/>
                </a:solidFill>
                <a:effectLst/>
                <a:latin typeface="Arial" panose="020B0604020202020204" pitchFamily="34" charset="0"/>
              </a:rPr>
              <a:t>binary</a:t>
            </a:r>
            <a:r>
              <a:rPr kumimoji="0" lang="en-US" altLang="en-US" sz="1600" b="0" i="0" u="none" strike="noStrike" cap="none" normalizeH="0" baseline="0" dirty="0">
                <a:ln>
                  <a:noFill/>
                </a:ln>
                <a:solidFill>
                  <a:schemeClr val="tx1"/>
                </a:solidFill>
                <a:effectLst/>
                <a:latin typeface="Roboto Mono" panose="00000009000000000000" pitchFamily="49" charset="0"/>
              </a:rPr>
              <a:t>) </a:t>
            </a: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600" b="0" i="0" u="none" strike="noStrike" cap="none" normalizeH="0" baseline="0" dirty="0" err="1">
                <a:ln>
                  <a:noFill/>
                </a:ln>
                <a:solidFill>
                  <a:schemeClr val="tx1"/>
                </a:solidFill>
                <a:effectLst/>
                <a:latin typeface="Arial" panose="020B0604020202020204" pitchFamily="34" charset="0"/>
              </a:rPr>
              <a:t>plt</a:t>
            </a:r>
            <a:r>
              <a:rPr kumimoji="0" lang="en-US" altLang="en-US" sz="1600" b="0" i="0" u="none" strike="noStrike" cap="none" normalizeH="0" baseline="0" dirty="0" err="1">
                <a:ln>
                  <a:noFill/>
                </a:ln>
                <a:solidFill>
                  <a:srgbClr val="055BE0"/>
                </a:solidFill>
                <a:effectLst/>
                <a:latin typeface="Arial" panose="020B0604020202020204" pitchFamily="34" charset="0"/>
              </a:rPr>
              <a:t>.</a:t>
            </a:r>
            <a:r>
              <a:rPr kumimoji="0" lang="en-US" altLang="en-US" sz="1600" b="0" i="0" u="none" strike="noStrike" cap="none" normalizeH="0" baseline="0" dirty="0" err="1">
                <a:ln>
                  <a:noFill/>
                </a:ln>
                <a:solidFill>
                  <a:schemeClr val="tx1"/>
                </a:solidFill>
                <a:effectLst/>
                <a:latin typeface="Arial" panose="020B0604020202020204" pitchFamily="34" charset="0"/>
              </a:rPr>
              <a:t>xlabel</a:t>
            </a:r>
            <a:r>
              <a:rPr kumimoji="0" lang="en-US" altLang="en-US" sz="1600" b="0" i="0" u="none" strike="noStrike" cap="none" normalizeH="0" baseline="0" dirty="0">
                <a:ln>
                  <a:noFill/>
                </a:ln>
                <a:solidFill>
                  <a:schemeClr val="tx1"/>
                </a:solidFill>
                <a:effectLst/>
                <a:latin typeface="Roboto Mono" panose="00000009000000000000" pitchFamily="49" charset="0"/>
              </a:rPr>
              <a:t>(</a:t>
            </a:r>
            <a:r>
              <a:rPr kumimoji="0" lang="en-US" altLang="en-US" sz="1600" b="0" i="0" u="none" strike="noStrike" cap="none" normalizeH="0" baseline="0" dirty="0" err="1">
                <a:ln>
                  <a:noFill/>
                </a:ln>
                <a:solidFill>
                  <a:schemeClr val="tx1"/>
                </a:solidFill>
                <a:effectLst/>
                <a:latin typeface="Arial" panose="020B0604020202020204" pitchFamily="34" charset="0"/>
              </a:rPr>
              <a:t>y_train_re</a:t>
            </a:r>
            <a:r>
              <a:rPr kumimoji="0" lang="en-US" altLang="en-US" sz="1600" b="0" i="0" u="none" strike="noStrike" cap="none" normalizeH="0" baseline="0" dirty="0">
                <a:ln>
                  <a:noFill/>
                </a:ln>
                <a:solidFill>
                  <a:schemeClr val="tx1"/>
                </a:solidFill>
                <a:effectLst/>
                <a:latin typeface="Roboto Mono" panose="00000009000000000000" pitchFamily="49" charset="0"/>
              </a:rPr>
              <a:t>[</a:t>
            </a:r>
            <a:r>
              <a:rPr kumimoji="0" lang="en-US" altLang="en-US" sz="1600" b="0" i="0" u="none" strike="noStrike" cap="none" normalizeH="0" baseline="0" dirty="0" err="1">
                <a:ln>
                  <a:noFill/>
                </a:ln>
                <a:solidFill>
                  <a:schemeClr val="tx1"/>
                </a:solidFill>
                <a:effectLst/>
                <a:latin typeface="Arial" panose="020B0604020202020204" pitchFamily="34" charset="0"/>
              </a:rPr>
              <a:t>i</a:t>
            </a:r>
            <a:r>
              <a:rPr kumimoji="0" lang="en-US" altLang="en-US" sz="1600" b="0" i="0" u="none" strike="noStrike" cap="none" normalizeH="0" baseline="0" dirty="0">
                <a:ln>
                  <a:noFill/>
                </a:ln>
                <a:solidFill>
                  <a:schemeClr val="tx1"/>
                </a:solidFill>
                <a:effectLst/>
                <a:latin typeface="Roboto Mono" panose="00000009000000000000" pitchFamily="49" charset="0"/>
              </a:rPr>
              <a:t>]) </a:t>
            </a: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600" b="0" i="0" u="none" strike="noStrike" cap="none" normalizeH="0" baseline="0" dirty="0" err="1">
                <a:ln>
                  <a:noFill/>
                </a:ln>
                <a:solidFill>
                  <a:schemeClr val="tx1"/>
                </a:solidFill>
                <a:effectLst/>
                <a:latin typeface="Arial" panose="020B0604020202020204" pitchFamily="34" charset="0"/>
              </a:rPr>
              <a:t>plt</a:t>
            </a:r>
            <a:r>
              <a:rPr kumimoji="0" lang="en-US" altLang="en-US" sz="1600" b="0" i="0" u="none" strike="noStrike" cap="none" normalizeH="0" baseline="0" dirty="0" err="1">
                <a:ln>
                  <a:noFill/>
                </a:ln>
                <a:solidFill>
                  <a:srgbClr val="055BE0"/>
                </a:solidFill>
                <a:effectLst/>
                <a:latin typeface="Arial" panose="020B0604020202020204" pitchFamily="34" charset="0"/>
              </a:rPr>
              <a:t>.</a:t>
            </a:r>
            <a:r>
              <a:rPr kumimoji="0" lang="en-US" altLang="en-US" sz="1600" b="0" i="0" u="none" strike="noStrike" cap="none" normalizeH="0" baseline="0" dirty="0" err="1">
                <a:ln>
                  <a:noFill/>
                </a:ln>
                <a:solidFill>
                  <a:schemeClr val="tx1"/>
                </a:solidFill>
                <a:effectLst/>
                <a:latin typeface="Arial" panose="020B0604020202020204" pitchFamily="34" charset="0"/>
              </a:rPr>
              <a:t>show</a:t>
            </a:r>
            <a:r>
              <a:rPr kumimoji="0" lang="en-US" altLang="en-US" sz="1600" b="0" i="0" u="none" strike="noStrike" cap="none" normalizeH="0" baseline="0" dirty="0">
                <a:ln>
                  <a:noFill/>
                </a:ln>
                <a:solidFill>
                  <a:schemeClr val="tx1"/>
                </a:solidFill>
                <a:effectLst/>
                <a:latin typeface="Roboto Mono" panose="00000009000000000000" pitchFamily="49" charset="0"/>
              </a:rPr>
              <a:t>()</a:t>
            </a:r>
            <a:r>
              <a:rPr kumimoji="0" lang="en-US" altLang="en-US" sz="1600" b="0" i="0" u="none" strike="noStrike" cap="none" normalizeH="0" baseline="0" dirty="0">
                <a:ln>
                  <a:noFill/>
                </a:ln>
                <a:solidFill>
                  <a:schemeClr val="tx1"/>
                </a:solidFill>
                <a:effectLst/>
              </a:rPr>
              <a:t> </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678804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a:extLst>
              <a:ext uri="{FF2B5EF4-FFF2-40B4-BE49-F238E27FC236}">
                <a16:creationId xmlns:a16="http://schemas.microsoft.com/office/drawing/2014/main" id="{C65038BD-9B4D-90FC-DA94-F85ABA25FF5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35340" y="796372"/>
            <a:ext cx="5321320" cy="52652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760154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24BB4DA-50E5-5117-968A-DE7C6A4B49BD}"/>
              </a:ext>
            </a:extLst>
          </p:cNvPr>
          <p:cNvSpPr txBox="1"/>
          <p:nvPr/>
        </p:nvSpPr>
        <p:spPr>
          <a:xfrm>
            <a:off x="905719" y="654497"/>
            <a:ext cx="6212710" cy="369332"/>
          </a:xfrm>
          <a:prstGeom prst="rect">
            <a:avLst/>
          </a:prstGeom>
          <a:noFill/>
        </p:spPr>
        <p:txBody>
          <a:bodyPr wrap="square">
            <a:spAutoFit/>
          </a:bodyPr>
          <a:lstStyle/>
          <a:p>
            <a:pPr algn="l"/>
            <a:r>
              <a:rPr lang="en-US" b="1" i="0" dirty="0">
                <a:solidFill>
                  <a:srgbClr val="000000"/>
                </a:solidFill>
                <a:effectLst/>
                <a:latin typeface="Inter"/>
              </a:rPr>
              <a:t>Reshaping train, test, and validation data</a:t>
            </a:r>
          </a:p>
        </p:txBody>
      </p:sp>
      <p:sp>
        <p:nvSpPr>
          <p:cNvPr id="5" name="TextBox 4">
            <a:extLst>
              <a:ext uri="{FF2B5EF4-FFF2-40B4-BE49-F238E27FC236}">
                <a16:creationId xmlns:a16="http://schemas.microsoft.com/office/drawing/2014/main" id="{1F047821-906F-9D31-6546-A198D09D7C1B}"/>
              </a:ext>
            </a:extLst>
          </p:cNvPr>
          <p:cNvSpPr txBox="1"/>
          <p:nvPr/>
        </p:nvSpPr>
        <p:spPr>
          <a:xfrm>
            <a:off x="905719" y="1246790"/>
            <a:ext cx="10622665" cy="1200329"/>
          </a:xfrm>
          <a:prstGeom prst="rect">
            <a:avLst/>
          </a:prstGeom>
          <a:noFill/>
        </p:spPr>
        <p:txBody>
          <a:bodyPr wrap="square">
            <a:spAutoFit/>
          </a:bodyPr>
          <a:lstStyle/>
          <a:p>
            <a:r>
              <a:rPr lang="en-US" b="0" i="0" dirty="0">
                <a:effectLst/>
                <a:latin typeface="Inter"/>
              </a:rPr>
              <a:t>To use convolution layers, we need to reshape our data and add a color channel to it. As you've noticed currently every digit has a shape of (28, 28) which means that it is a 28x28 matrix of color values form 0 to 255. We need to reshape it to (28, 28, 1) shape so that each pixel potentially may have multiple channels (like Red, Green and Blue).</a:t>
            </a:r>
            <a:endParaRPr lang="en-US" dirty="0"/>
          </a:p>
        </p:txBody>
      </p:sp>
      <p:sp>
        <p:nvSpPr>
          <p:cNvPr id="6" name="Rectangle 1">
            <a:extLst>
              <a:ext uri="{FF2B5EF4-FFF2-40B4-BE49-F238E27FC236}">
                <a16:creationId xmlns:a16="http://schemas.microsoft.com/office/drawing/2014/main" id="{D6C093F9-8D66-C3C0-83F6-127D55B2327A}"/>
              </a:ext>
            </a:extLst>
          </p:cNvPr>
          <p:cNvSpPr>
            <a:spLocks noChangeArrowheads="1"/>
          </p:cNvSpPr>
          <p:nvPr/>
        </p:nvSpPr>
        <p:spPr bwMode="auto">
          <a:xfrm>
            <a:off x="905719" y="2670080"/>
            <a:ext cx="10437471" cy="2486835"/>
          </a:xfrm>
          <a:prstGeom prst="rect">
            <a:avLst/>
          </a:prstGeom>
          <a:solidFill>
            <a:srgbClr val="F7F7F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30000"/>
              </a:spcBef>
              <a:spcAft>
                <a:spcPct val="0"/>
              </a:spcAft>
              <a:defRPr sz="1200">
                <a:solidFill>
                  <a:schemeClr val="tx1"/>
                </a:solidFill>
                <a:latin typeface="Arial" panose="020B0604020202020204" pitchFamily="34" charset="0"/>
              </a:defRPr>
            </a:lvl1pPr>
            <a:lvl2pPr eaLnBrk="0" fontAlgn="base" hangingPunct="0">
              <a:spcBef>
                <a:spcPct val="30000"/>
              </a:spcBef>
              <a:spcAft>
                <a:spcPct val="0"/>
              </a:spcAft>
              <a:defRPr sz="1200">
                <a:solidFill>
                  <a:schemeClr val="tx1"/>
                </a:solidFill>
                <a:latin typeface="Arial" panose="020B0604020202020204" pitchFamily="34" charset="0"/>
              </a:defRPr>
            </a:lvl2pPr>
            <a:lvl3pPr eaLnBrk="0" fontAlgn="base" hangingPunct="0">
              <a:spcBef>
                <a:spcPct val="30000"/>
              </a:spcBef>
              <a:spcAft>
                <a:spcPct val="0"/>
              </a:spcAft>
              <a:defRPr sz="1200">
                <a:solidFill>
                  <a:schemeClr val="tx1"/>
                </a:solidFill>
                <a:latin typeface="Arial" panose="020B0604020202020204" pitchFamily="34" charset="0"/>
              </a:defRPr>
            </a:lvl3pPr>
            <a:lvl4pPr eaLnBrk="0" fontAlgn="base" hangingPunct="0">
              <a:spcBef>
                <a:spcPct val="30000"/>
              </a:spcBef>
              <a:spcAft>
                <a:spcPct val="0"/>
              </a:spcAft>
              <a:defRPr sz="1200">
                <a:solidFill>
                  <a:schemeClr val="tx1"/>
                </a:solidFill>
                <a:latin typeface="Arial" panose="020B0604020202020204" pitchFamily="34" charset="0"/>
              </a:defRPr>
            </a:lvl4pPr>
            <a:lvl5pPr eaLnBrk="0" fontAlgn="base" hangingPunct="0">
              <a:spcBef>
                <a:spcPct val="30000"/>
              </a:spcBef>
              <a:spcAft>
                <a:spcPct val="0"/>
              </a:spcAft>
              <a:defRPr sz="1200">
                <a:solidFill>
                  <a:schemeClr val="tx1"/>
                </a:solidFill>
                <a:latin typeface="Arial" panose="020B0604020202020204" pitchFamily="34" charset="0"/>
              </a:defRPr>
            </a:lvl5pPr>
            <a:lvl6pPr eaLnBrk="0" fontAlgn="base" hangingPunct="0">
              <a:spcBef>
                <a:spcPct val="30000"/>
              </a:spcBef>
              <a:spcAft>
                <a:spcPct val="0"/>
              </a:spcAft>
              <a:defRPr sz="1200">
                <a:solidFill>
                  <a:schemeClr val="tx1"/>
                </a:solidFill>
                <a:latin typeface="Arial" panose="020B0604020202020204" pitchFamily="34" charset="0"/>
              </a:defRPr>
            </a:lvl6pPr>
            <a:lvl7pPr eaLnBrk="0" fontAlgn="base" hangingPunct="0">
              <a:spcBef>
                <a:spcPct val="30000"/>
              </a:spcBef>
              <a:spcAft>
                <a:spcPct val="0"/>
              </a:spcAft>
              <a:defRPr sz="1200">
                <a:solidFill>
                  <a:schemeClr val="tx1"/>
                </a:solidFill>
                <a:latin typeface="Arial" panose="020B0604020202020204" pitchFamily="34" charset="0"/>
              </a:defRPr>
            </a:lvl7pPr>
            <a:lvl8pPr eaLnBrk="0" fontAlgn="base" hangingPunct="0">
              <a:spcBef>
                <a:spcPct val="30000"/>
              </a:spcBef>
              <a:spcAft>
                <a:spcPct val="0"/>
              </a:spcAft>
              <a:defRPr sz="1200">
                <a:solidFill>
                  <a:schemeClr val="tx1"/>
                </a:solidFill>
                <a:latin typeface="Arial" panose="020B0604020202020204" pitchFamily="34" charset="0"/>
              </a:defRPr>
            </a:lvl8pPr>
            <a:lvl9pPr eaLnBrk="0" fontAlgn="base" hangingPunct="0">
              <a:spcBef>
                <a:spcPct val="30000"/>
              </a:spcBef>
              <a:spcAft>
                <a:spcPct val="0"/>
              </a:spcAft>
              <a:defRPr sz="12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600" b="0" i="0" u="none" strike="noStrike" cap="none" normalizeH="0" baseline="0" dirty="0" err="1">
                <a:ln>
                  <a:noFill/>
                </a:ln>
                <a:solidFill>
                  <a:schemeClr val="tx1"/>
                </a:solidFill>
                <a:effectLst/>
                <a:latin typeface="Arial" panose="020B0604020202020204" pitchFamily="34" charset="0"/>
              </a:rPr>
              <a:t>x_train_with_chanels</a:t>
            </a:r>
            <a:r>
              <a:rPr kumimoji="0" lang="en-US" altLang="en-US" sz="1600" b="0" i="0" u="none" strike="noStrike" cap="none" normalizeH="0" baseline="0" dirty="0">
                <a:ln>
                  <a:noFill/>
                </a:ln>
                <a:solidFill>
                  <a:schemeClr val="tx1"/>
                </a:solidFill>
                <a:effectLst/>
                <a:latin typeface="Roboto Mono" panose="00000009000000000000" pitchFamily="49" charset="0"/>
              </a:rPr>
              <a:t> </a:t>
            </a:r>
            <a:r>
              <a:rPr kumimoji="0" lang="en-US" altLang="en-US" sz="1600" b="0" i="0" u="none" strike="noStrike" cap="none" normalizeH="0" baseline="0" dirty="0">
                <a:ln>
                  <a:noFill/>
                </a:ln>
                <a:solidFill>
                  <a:srgbClr val="055BE0"/>
                </a:solidFill>
                <a:effectLst/>
                <a:latin typeface="Arial" panose="020B0604020202020204" pitchFamily="34" charset="0"/>
              </a:rPr>
              <a:t>=</a:t>
            </a:r>
            <a:r>
              <a:rPr kumimoji="0" lang="en-US" altLang="en-US" sz="1600" b="0" i="0" u="none" strike="noStrike" cap="none" normalizeH="0" baseline="0" dirty="0">
                <a:ln>
                  <a:noFill/>
                </a:ln>
                <a:solidFill>
                  <a:schemeClr val="tx1"/>
                </a:solidFill>
                <a:effectLst/>
                <a:latin typeface="Roboto Mono" panose="00000009000000000000" pitchFamily="49"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x_train_re</a:t>
            </a:r>
            <a:r>
              <a:rPr kumimoji="0" lang="en-US" altLang="en-US" sz="1600" b="0" i="0" u="none" strike="noStrike" cap="none" normalizeH="0" baseline="0" dirty="0" err="1">
                <a:ln>
                  <a:noFill/>
                </a:ln>
                <a:solidFill>
                  <a:srgbClr val="055BE0"/>
                </a:solidFill>
                <a:effectLst/>
                <a:latin typeface="Arial" panose="020B0604020202020204" pitchFamily="34" charset="0"/>
              </a:rPr>
              <a:t>.</a:t>
            </a:r>
            <a:r>
              <a:rPr kumimoji="0" lang="en-US" altLang="en-US" sz="1600" b="0" i="0" u="none" strike="noStrike" cap="none" normalizeH="0" baseline="0" dirty="0" err="1">
                <a:ln>
                  <a:noFill/>
                </a:ln>
                <a:solidFill>
                  <a:schemeClr val="tx1"/>
                </a:solidFill>
                <a:effectLst/>
                <a:latin typeface="Arial" panose="020B0604020202020204" pitchFamily="34" charset="0"/>
              </a:rPr>
              <a:t>reshape</a:t>
            </a:r>
            <a:r>
              <a:rPr kumimoji="0" lang="en-US" altLang="en-US" sz="1600" b="0" i="0" u="none" strike="noStrike" cap="none" normalizeH="0" baseline="0" dirty="0">
                <a:ln>
                  <a:noFill/>
                </a:ln>
                <a:solidFill>
                  <a:schemeClr val="tx1"/>
                </a:solidFill>
                <a:effectLst/>
                <a:latin typeface="Roboto Mono" panose="00000009000000000000" pitchFamily="49"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x_train_re</a:t>
            </a:r>
            <a:r>
              <a:rPr kumimoji="0" lang="en-US" altLang="en-US" sz="1600" b="0" i="0" u="none" strike="noStrike" cap="none" normalizeH="0" baseline="0" dirty="0" err="1">
                <a:ln>
                  <a:noFill/>
                </a:ln>
                <a:solidFill>
                  <a:srgbClr val="055BE0"/>
                </a:solidFill>
                <a:effectLst/>
                <a:latin typeface="Arial" panose="020B0604020202020204" pitchFamily="34" charset="0"/>
              </a:rPr>
              <a:t>.</a:t>
            </a:r>
            <a:r>
              <a:rPr kumimoji="0" lang="en-US" altLang="en-US" sz="1600" b="0" i="0" u="none" strike="noStrike" cap="none" normalizeH="0" baseline="0" dirty="0" err="1">
                <a:ln>
                  <a:noFill/>
                </a:ln>
                <a:solidFill>
                  <a:schemeClr val="tx1"/>
                </a:solidFill>
                <a:effectLst/>
                <a:latin typeface="Arial" panose="020B0604020202020204" pitchFamily="34" charset="0"/>
              </a:rPr>
              <a:t>shape</a:t>
            </a:r>
            <a:r>
              <a:rPr kumimoji="0" lang="en-US" altLang="en-US" sz="1600" b="0" i="0" u="none" strike="noStrike" cap="none" normalizeH="0" baseline="0" dirty="0">
                <a:ln>
                  <a:noFill/>
                </a:ln>
                <a:solidFill>
                  <a:schemeClr val="tx1"/>
                </a:solidFill>
                <a:effectLst/>
                <a:latin typeface="Roboto Mono" panose="00000009000000000000" pitchFamily="49" charset="0"/>
              </a:rPr>
              <a:t>[</a:t>
            </a:r>
            <a:r>
              <a:rPr kumimoji="0" lang="en-US" altLang="en-US" sz="1600" b="0" i="0" u="none" strike="noStrike" cap="none" normalizeH="0" baseline="0" dirty="0">
                <a:ln>
                  <a:noFill/>
                </a:ln>
                <a:solidFill>
                  <a:srgbClr val="666666"/>
                </a:solidFill>
                <a:effectLst/>
                <a:latin typeface="Roboto Mono" panose="00000009000000000000" pitchFamily="49" charset="0"/>
              </a:rPr>
              <a:t>0</a:t>
            </a:r>
            <a:r>
              <a:rPr kumimoji="0" lang="en-US" altLang="en-US" sz="1600" b="0" i="0" u="none" strike="noStrike" cap="none" normalizeH="0" baseline="0" dirty="0">
                <a:ln>
                  <a:noFill/>
                </a:ln>
                <a:solidFill>
                  <a:schemeClr val="tx1"/>
                </a:solidFill>
                <a:effectLst/>
                <a:latin typeface="Roboto Mono" panose="00000009000000000000" pitchFamily="49" charset="0"/>
              </a:rPr>
              <a:t>], </a:t>
            </a: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IMAGE_WIDTH</a:t>
            </a:r>
            <a:r>
              <a:rPr kumimoji="0" lang="en-US" altLang="en-US" sz="1600" b="0" i="0" u="none" strike="noStrike" cap="none" normalizeH="0" baseline="0" dirty="0">
                <a:ln>
                  <a:noFill/>
                </a:ln>
                <a:solidFill>
                  <a:schemeClr val="tx1"/>
                </a:solidFill>
                <a:effectLst/>
                <a:latin typeface="Roboto Mono" panose="00000009000000000000" pitchFamily="49" charset="0"/>
              </a:rPr>
              <a:t>, </a:t>
            </a:r>
            <a:r>
              <a:rPr kumimoji="0" lang="en-US" altLang="en-US" sz="1600" b="0" i="0" u="none" strike="noStrike" cap="none" normalizeH="0" baseline="0" dirty="0">
                <a:ln>
                  <a:noFill/>
                </a:ln>
                <a:solidFill>
                  <a:schemeClr val="tx1"/>
                </a:solidFill>
                <a:effectLst/>
                <a:latin typeface="Arial" panose="020B0604020202020204" pitchFamily="34" charset="0"/>
              </a:rPr>
              <a:t>IMAGE_HEIGHT</a:t>
            </a:r>
            <a:r>
              <a:rPr kumimoji="0" lang="en-US" altLang="en-US" sz="1600" b="0" i="0" u="none" strike="noStrike" cap="none" normalizeH="0" baseline="0" dirty="0">
                <a:ln>
                  <a:noFill/>
                </a:ln>
                <a:solidFill>
                  <a:schemeClr val="tx1"/>
                </a:solidFill>
                <a:effectLst/>
                <a:latin typeface="Roboto Mono" panose="00000009000000000000" pitchFamily="49" charset="0"/>
              </a:rPr>
              <a:t>, </a:t>
            </a:r>
            <a:r>
              <a:rPr kumimoji="0" lang="en-US" altLang="en-US" sz="1600" b="0" i="0" u="none" strike="noStrike" cap="none" normalizeH="0" baseline="0" dirty="0">
                <a:ln>
                  <a:noFill/>
                </a:ln>
                <a:solidFill>
                  <a:schemeClr val="tx1"/>
                </a:solidFill>
                <a:effectLst/>
                <a:latin typeface="Arial" panose="020B0604020202020204" pitchFamily="34" charset="0"/>
              </a:rPr>
              <a:t>IMAGE_CHANNELS</a:t>
            </a:r>
            <a:r>
              <a:rPr kumimoji="0" lang="en-US" altLang="en-US" sz="1600" b="0" i="0" u="none" strike="noStrike" cap="none" normalizeH="0" baseline="0" dirty="0">
                <a:ln>
                  <a:noFill/>
                </a:ln>
                <a:solidFill>
                  <a:schemeClr val="tx1"/>
                </a:solidFill>
                <a:effectLst/>
                <a:latin typeface="Roboto Mono" panose="00000009000000000000" pitchFamily="49" charset="0"/>
              </a:rPr>
              <a:t> ) </a:t>
            </a:r>
          </a:p>
          <a:p>
            <a:pPr marL="0" marR="0" lvl="0" indent="0" algn="l" defTabSz="914400" rtl="0" eaLnBrk="0" fontAlgn="base" latinLnBrk="0" hangingPunct="0">
              <a:lnSpc>
                <a:spcPct val="100000"/>
              </a:lnSpc>
              <a:spcBef>
                <a:spcPct val="3000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Roboto Mono" panose="00000009000000000000" pitchFamily="49" charset="0"/>
            </a:endParaRP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600" b="0" i="0" u="none" strike="noStrike" cap="none" normalizeH="0" baseline="0" dirty="0" err="1">
                <a:ln>
                  <a:noFill/>
                </a:ln>
                <a:solidFill>
                  <a:schemeClr val="tx1"/>
                </a:solidFill>
                <a:effectLst/>
                <a:latin typeface="Arial" panose="020B0604020202020204" pitchFamily="34" charset="0"/>
              </a:rPr>
              <a:t>x_validation_with_chanels</a:t>
            </a:r>
            <a:r>
              <a:rPr kumimoji="0" lang="en-US" altLang="en-US" sz="1600" b="0" i="0" u="none" strike="noStrike" cap="none" normalizeH="0" baseline="0" dirty="0">
                <a:ln>
                  <a:noFill/>
                </a:ln>
                <a:solidFill>
                  <a:schemeClr val="tx1"/>
                </a:solidFill>
                <a:effectLst/>
                <a:latin typeface="Roboto Mono" panose="00000009000000000000" pitchFamily="49" charset="0"/>
              </a:rPr>
              <a:t> </a:t>
            </a:r>
            <a:r>
              <a:rPr kumimoji="0" lang="en-US" altLang="en-US" sz="1600" b="0" i="0" u="none" strike="noStrike" cap="none" normalizeH="0" baseline="0" dirty="0">
                <a:ln>
                  <a:noFill/>
                </a:ln>
                <a:solidFill>
                  <a:srgbClr val="055BE0"/>
                </a:solidFill>
                <a:effectLst/>
                <a:latin typeface="Arial" panose="020B0604020202020204" pitchFamily="34" charset="0"/>
              </a:rPr>
              <a:t>=</a:t>
            </a:r>
            <a:r>
              <a:rPr kumimoji="0" lang="en-US" altLang="en-US" sz="1600" b="0" i="0" u="none" strike="noStrike" cap="none" normalizeH="0" baseline="0" dirty="0">
                <a:ln>
                  <a:noFill/>
                </a:ln>
                <a:solidFill>
                  <a:schemeClr val="tx1"/>
                </a:solidFill>
                <a:effectLst/>
                <a:latin typeface="Roboto Mono" panose="00000009000000000000" pitchFamily="49"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x_validation_re</a:t>
            </a:r>
            <a:r>
              <a:rPr kumimoji="0" lang="en-US" altLang="en-US" sz="1600" b="0" i="0" u="none" strike="noStrike" cap="none" normalizeH="0" baseline="0" dirty="0" err="1">
                <a:ln>
                  <a:noFill/>
                </a:ln>
                <a:solidFill>
                  <a:srgbClr val="055BE0"/>
                </a:solidFill>
                <a:effectLst/>
                <a:latin typeface="Arial" panose="020B0604020202020204" pitchFamily="34" charset="0"/>
              </a:rPr>
              <a:t>.</a:t>
            </a:r>
            <a:r>
              <a:rPr kumimoji="0" lang="en-US" altLang="en-US" sz="1600" b="0" i="0" u="none" strike="noStrike" cap="none" normalizeH="0" baseline="0" dirty="0" err="1">
                <a:ln>
                  <a:noFill/>
                </a:ln>
                <a:solidFill>
                  <a:schemeClr val="tx1"/>
                </a:solidFill>
                <a:effectLst/>
                <a:latin typeface="Arial" panose="020B0604020202020204" pitchFamily="34" charset="0"/>
              </a:rPr>
              <a:t>reshape</a:t>
            </a:r>
            <a:r>
              <a:rPr kumimoji="0" lang="en-US" altLang="en-US" sz="1600" b="0" i="0" u="none" strike="noStrike" cap="none" normalizeH="0" baseline="0" dirty="0">
                <a:ln>
                  <a:noFill/>
                </a:ln>
                <a:solidFill>
                  <a:schemeClr val="tx1"/>
                </a:solidFill>
                <a:effectLst/>
                <a:latin typeface="Roboto Mono" panose="00000009000000000000" pitchFamily="49"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x_validation_re</a:t>
            </a:r>
            <a:r>
              <a:rPr kumimoji="0" lang="en-US" altLang="en-US" sz="1600" b="0" i="0" u="none" strike="noStrike" cap="none" normalizeH="0" baseline="0" dirty="0" err="1">
                <a:ln>
                  <a:noFill/>
                </a:ln>
                <a:solidFill>
                  <a:srgbClr val="055BE0"/>
                </a:solidFill>
                <a:effectLst/>
                <a:latin typeface="Arial" panose="020B0604020202020204" pitchFamily="34" charset="0"/>
              </a:rPr>
              <a:t>.</a:t>
            </a:r>
            <a:r>
              <a:rPr kumimoji="0" lang="en-US" altLang="en-US" sz="1600" b="0" i="0" u="none" strike="noStrike" cap="none" normalizeH="0" baseline="0" dirty="0" err="1">
                <a:ln>
                  <a:noFill/>
                </a:ln>
                <a:solidFill>
                  <a:schemeClr val="tx1"/>
                </a:solidFill>
                <a:effectLst/>
                <a:latin typeface="Arial" panose="020B0604020202020204" pitchFamily="34" charset="0"/>
              </a:rPr>
              <a:t>shape</a:t>
            </a:r>
            <a:r>
              <a:rPr kumimoji="0" lang="en-US" altLang="en-US" sz="1600" b="0" i="0" u="none" strike="noStrike" cap="none" normalizeH="0" baseline="0" dirty="0">
                <a:ln>
                  <a:noFill/>
                </a:ln>
                <a:solidFill>
                  <a:schemeClr val="tx1"/>
                </a:solidFill>
                <a:effectLst/>
                <a:latin typeface="Roboto Mono" panose="00000009000000000000" pitchFamily="49" charset="0"/>
              </a:rPr>
              <a:t>[</a:t>
            </a:r>
            <a:r>
              <a:rPr kumimoji="0" lang="en-US" altLang="en-US" sz="1600" b="0" i="0" u="none" strike="noStrike" cap="none" normalizeH="0" baseline="0" dirty="0">
                <a:ln>
                  <a:noFill/>
                </a:ln>
                <a:solidFill>
                  <a:srgbClr val="666666"/>
                </a:solidFill>
                <a:effectLst/>
                <a:latin typeface="Roboto Mono" panose="00000009000000000000" pitchFamily="49" charset="0"/>
              </a:rPr>
              <a:t>0</a:t>
            </a:r>
            <a:r>
              <a:rPr kumimoji="0" lang="en-US" altLang="en-US" sz="1600" b="0" i="0" u="none" strike="noStrike" cap="none" normalizeH="0" baseline="0" dirty="0">
                <a:ln>
                  <a:noFill/>
                </a:ln>
                <a:solidFill>
                  <a:schemeClr val="tx1"/>
                </a:solidFill>
                <a:effectLst/>
                <a:latin typeface="Roboto Mono" panose="00000009000000000000" pitchFamily="49" charset="0"/>
              </a:rPr>
              <a:t>], </a:t>
            </a: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IMAGE_WIDTH</a:t>
            </a:r>
            <a:r>
              <a:rPr kumimoji="0" lang="en-US" altLang="en-US" sz="1600" b="0" i="0" u="none" strike="noStrike" cap="none" normalizeH="0" baseline="0" dirty="0">
                <a:ln>
                  <a:noFill/>
                </a:ln>
                <a:solidFill>
                  <a:schemeClr val="tx1"/>
                </a:solidFill>
                <a:effectLst/>
                <a:latin typeface="Roboto Mono" panose="00000009000000000000" pitchFamily="49" charset="0"/>
              </a:rPr>
              <a:t>, </a:t>
            </a:r>
            <a:r>
              <a:rPr kumimoji="0" lang="en-US" altLang="en-US" sz="1600" b="0" i="0" u="none" strike="noStrike" cap="none" normalizeH="0" baseline="0" dirty="0">
                <a:ln>
                  <a:noFill/>
                </a:ln>
                <a:solidFill>
                  <a:schemeClr val="tx1"/>
                </a:solidFill>
                <a:effectLst/>
                <a:latin typeface="Arial" panose="020B0604020202020204" pitchFamily="34" charset="0"/>
              </a:rPr>
              <a:t>IMAGE_HEIGHT</a:t>
            </a:r>
            <a:r>
              <a:rPr kumimoji="0" lang="en-US" altLang="en-US" sz="1600" b="0" i="0" u="none" strike="noStrike" cap="none" normalizeH="0" baseline="0" dirty="0">
                <a:ln>
                  <a:noFill/>
                </a:ln>
                <a:solidFill>
                  <a:schemeClr val="tx1"/>
                </a:solidFill>
                <a:effectLst/>
                <a:latin typeface="Roboto Mono" panose="00000009000000000000" pitchFamily="49" charset="0"/>
              </a:rPr>
              <a:t>, </a:t>
            </a:r>
            <a:r>
              <a:rPr kumimoji="0" lang="en-US" altLang="en-US" sz="1600" b="0" i="0" u="none" strike="noStrike" cap="none" normalizeH="0" baseline="0" dirty="0">
                <a:ln>
                  <a:noFill/>
                </a:ln>
                <a:solidFill>
                  <a:schemeClr val="tx1"/>
                </a:solidFill>
                <a:effectLst/>
                <a:latin typeface="Arial" panose="020B0604020202020204" pitchFamily="34" charset="0"/>
              </a:rPr>
              <a:t>IMAGE_CHANNELS</a:t>
            </a:r>
            <a:r>
              <a:rPr kumimoji="0" lang="en-US" altLang="en-US" sz="1600" b="0" i="0" u="none" strike="noStrike" cap="none" normalizeH="0" baseline="0" dirty="0">
                <a:ln>
                  <a:noFill/>
                </a:ln>
                <a:solidFill>
                  <a:schemeClr val="tx1"/>
                </a:solidFill>
                <a:effectLst/>
                <a:latin typeface="Roboto Mono" panose="00000009000000000000" pitchFamily="49" charset="0"/>
              </a:rPr>
              <a:t> ) </a:t>
            </a:r>
          </a:p>
          <a:p>
            <a:pPr marL="0" marR="0" lvl="0" indent="0" algn="l" defTabSz="914400" rtl="0" eaLnBrk="0" fontAlgn="base" latinLnBrk="0" hangingPunct="0">
              <a:lnSpc>
                <a:spcPct val="100000"/>
              </a:lnSpc>
              <a:spcBef>
                <a:spcPct val="3000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Roboto Mono" panose="00000009000000000000" pitchFamily="49" charset="0"/>
            </a:endParaRP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600" b="0" i="0" u="none" strike="noStrike" cap="none" normalizeH="0" baseline="0" dirty="0" err="1">
                <a:ln>
                  <a:noFill/>
                </a:ln>
                <a:solidFill>
                  <a:schemeClr val="tx1"/>
                </a:solidFill>
                <a:effectLst/>
                <a:latin typeface="Arial" panose="020B0604020202020204" pitchFamily="34" charset="0"/>
              </a:rPr>
              <a:t>x_test_with_chanels</a:t>
            </a:r>
            <a:r>
              <a:rPr kumimoji="0" lang="en-US" altLang="en-US" sz="1600" b="0" i="0" u="none" strike="noStrike" cap="none" normalizeH="0" baseline="0" dirty="0">
                <a:ln>
                  <a:noFill/>
                </a:ln>
                <a:solidFill>
                  <a:schemeClr val="tx1"/>
                </a:solidFill>
                <a:effectLst/>
                <a:latin typeface="Roboto Mono" panose="00000009000000000000" pitchFamily="49" charset="0"/>
              </a:rPr>
              <a:t> </a:t>
            </a:r>
            <a:r>
              <a:rPr kumimoji="0" lang="en-US" altLang="en-US" sz="1600" b="0" i="0" u="none" strike="noStrike" cap="none" normalizeH="0" baseline="0" dirty="0">
                <a:ln>
                  <a:noFill/>
                </a:ln>
                <a:solidFill>
                  <a:srgbClr val="055BE0"/>
                </a:solidFill>
                <a:effectLst/>
                <a:latin typeface="Arial" panose="020B0604020202020204" pitchFamily="34" charset="0"/>
              </a:rPr>
              <a:t>=</a:t>
            </a:r>
            <a:r>
              <a:rPr kumimoji="0" lang="en-US" altLang="en-US" sz="1600" b="0" i="0" u="none" strike="noStrike" cap="none" normalizeH="0" baseline="0" dirty="0">
                <a:ln>
                  <a:noFill/>
                </a:ln>
                <a:solidFill>
                  <a:schemeClr val="tx1"/>
                </a:solidFill>
                <a:effectLst/>
                <a:latin typeface="Roboto Mono" panose="00000009000000000000" pitchFamily="49"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x_test_re</a:t>
            </a:r>
            <a:r>
              <a:rPr kumimoji="0" lang="en-US" altLang="en-US" sz="1600" b="0" i="0" u="none" strike="noStrike" cap="none" normalizeH="0" baseline="0" dirty="0" err="1">
                <a:ln>
                  <a:noFill/>
                </a:ln>
                <a:solidFill>
                  <a:srgbClr val="055BE0"/>
                </a:solidFill>
                <a:effectLst/>
                <a:latin typeface="Arial" panose="020B0604020202020204" pitchFamily="34" charset="0"/>
              </a:rPr>
              <a:t>.</a:t>
            </a:r>
            <a:r>
              <a:rPr kumimoji="0" lang="en-US" altLang="en-US" sz="1600" b="0" i="0" u="none" strike="noStrike" cap="none" normalizeH="0" baseline="0" dirty="0" err="1">
                <a:ln>
                  <a:noFill/>
                </a:ln>
                <a:solidFill>
                  <a:schemeClr val="tx1"/>
                </a:solidFill>
                <a:effectLst/>
                <a:latin typeface="Arial" panose="020B0604020202020204" pitchFamily="34" charset="0"/>
              </a:rPr>
              <a:t>reshape</a:t>
            </a:r>
            <a:r>
              <a:rPr kumimoji="0" lang="en-US" altLang="en-US" sz="1600" b="0" i="0" u="none" strike="noStrike" cap="none" normalizeH="0" baseline="0" dirty="0">
                <a:ln>
                  <a:noFill/>
                </a:ln>
                <a:solidFill>
                  <a:schemeClr val="tx1"/>
                </a:solidFill>
                <a:effectLst/>
                <a:latin typeface="Roboto Mono" panose="00000009000000000000" pitchFamily="49"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x_test_re</a:t>
            </a:r>
            <a:r>
              <a:rPr kumimoji="0" lang="en-US" altLang="en-US" sz="1600" b="0" i="0" u="none" strike="noStrike" cap="none" normalizeH="0" baseline="0" dirty="0" err="1">
                <a:ln>
                  <a:noFill/>
                </a:ln>
                <a:solidFill>
                  <a:srgbClr val="055BE0"/>
                </a:solidFill>
                <a:effectLst/>
                <a:latin typeface="Arial" panose="020B0604020202020204" pitchFamily="34" charset="0"/>
              </a:rPr>
              <a:t>.</a:t>
            </a:r>
            <a:r>
              <a:rPr kumimoji="0" lang="en-US" altLang="en-US" sz="1600" b="0" i="0" u="none" strike="noStrike" cap="none" normalizeH="0" baseline="0" dirty="0" err="1">
                <a:ln>
                  <a:noFill/>
                </a:ln>
                <a:solidFill>
                  <a:schemeClr val="tx1"/>
                </a:solidFill>
                <a:effectLst/>
                <a:latin typeface="Arial" panose="020B0604020202020204" pitchFamily="34" charset="0"/>
              </a:rPr>
              <a:t>shape</a:t>
            </a:r>
            <a:r>
              <a:rPr kumimoji="0" lang="en-US" altLang="en-US" sz="1600" b="0" i="0" u="none" strike="noStrike" cap="none" normalizeH="0" baseline="0" dirty="0">
                <a:ln>
                  <a:noFill/>
                </a:ln>
                <a:solidFill>
                  <a:schemeClr val="tx1"/>
                </a:solidFill>
                <a:effectLst/>
                <a:latin typeface="Roboto Mono" panose="00000009000000000000" pitchFamily="49" charset="0"/>
              </a:rPr>
              <a:t>[</a:t>
            </a:r>
            <a:r>
              <a:rPr kumimoji="0" lang="en-US" altLang="en-US" sz="1600" b="0" i="0" u="none" strike="noStrike" cap="none" normalizeH="0" baseline="0" dirty="0">
                <a:ln>
                  <a:noFill/>
                </a:ln>
                <a:solidFill>
                  <a:srgbClr val="666666"/>
                </a:solidFill>
                <a:effectLst/>
                <a:latin typeface="Roboto Mono" panose="00000009000000000000" pitchFamily="49" charset="0"/>
              </a:rPr>
              <a:t>0</a:t>
            </a:r>
            <a:r>
              <a:rPr kumimoji="0" lang="en-US" altLang="en-US" sz="1600" b="0" i="0" u="none" strike="noStrike" cap="none" normalizeH="0" baseline="0" dirty="0">
                <a:ln>
                  <a:noFill/>
                </a:ln>
                <a:solidFill>
                  <a:schemeClr val="tx1"/>
                </a:solidFill>
                <a:effectLst/>
                <a:latin typeface="Roboto Mono" panose="00000009000000000000" pitchFamily="49" charset="0"/>
              </a:rPr>
              <a:t>], </a:t>
            </a:r>
            <a:r>
              <a:rPr kumimoji="0" lang="en-US" altLang="en-US" sz="1600" b="0" i="0" u="none" strike="noStrike" cap="none" normalizeH="0" baseline="0" dirty="0">
                <a:ln>
                  <a:noFill/>
                </a:ln>
                <a:solidFill>
                  <a:schemeClr val="tx1"/>
                </a:solidFill>
                <a:effectLst/>
                <a:latin typeface="Arial" panose="020B0604020202020204" pitchFamily="34" charset="0"/>
              </a:rPr>
              <a:t>IMAGE_WIDTH</a:t>
            </a:r>
            <a:r>
              <a:rPr kumimoji="0" lang="en-US" altLang="en-US" sz="1600" b="0" i="0" u="none" strike="noStrike" cap="none" normalizeH="0" baseline="0" dirty="0">
                <a:ln>
                  <a:noFill/>
                </a:ln>
                <a:solidFill>
                  <a:schemeClr val="tx1"/>
                </a:solidFill>
                <a:effectLst/>
                <a:latin typeface="Roboto Mono" panose="00000009000000000000" pitchFamily="49" charset="0"/>
              </a:rPr>
              <a:t>, </a:t>
            </a: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IMAGE_HEIGHT</a:t>
            </a:r>
            <a:r>
              <a:rPr kumimoji="0" lang="en-US" altLang="en-US" sz="1600" b="0" i="0" u="none" strike="noStrike" cap="none" normalizeH="0" baseline="0" dirty="0">
                <a:ln>
                  <a:noFill/>
                </a:ln>
                <a:solidFill>
                  <a:schemeClr val="tx1"/>
                </a:solidFill>
                <a:effectLst/>
                <a:latin typeface="Roboto Mono" panose="00000009000000000000" pitchFamily="49" charset="0"/>
              </a:rPr>
              <a:t>, </a:t>
            </a:r>
            <a:r>
              <a:rPr kumimoji="0" lang="en-US" altLang="en-US" sz="1600" b="0" i="0" u="none" strike="noStrike" cap="none" normalizeH="0" baseline="0" dirty="0">
                <a:ln>
                  <a:noFill/>
                </a:ln>
                <a:solidFill>
                  <a:schemeClr val="tx1"/>
                </a:solidFill>
                <a:effectLst/>
                <a:latin typeface="Arial" panose="020B0604020202020204" pitchFamily="34" charset="0"/>
              </a:rPr>
              <a:t>IMAGE_CHANNELS</a:t>
            </a:r>
            <a:r>
              <a:rPr kumimoji="0" lang="en-US" altLang="en-US" sz="1600" b="0" i="0" u="none" strike="noStrike" cap="none" normalizeH="0" baseline="0" dirty="0">
                <a:ln>
                  <a:noFill/>
                </a:ln>
                <a:solidFill>
                  <a:schemeClr val="tx1"/>
                </a:solidFill>
                <a:effectLst/>
                <a:latin typeface="Roboto Mono" panose="00000009000000000000" pitchFamily="49" charset="0"/>
              </a:rPr>
              <a:t> )</a:t>
            </a:r>
            <a:r>
              <a:rPr kumimoji="0" lang="en-US" altLang="en-US" sz="1600" b="0" i="0" u="none" strike="noStrike" cap="none" normalizeH="0" baseline="0" dirty="0">
                <a:ln>
                  <a:noFill/>
                </a:ln>
                <a:solidFill>
                  <a:schemeClr val="tx1"/>
                </a:solidFill>
                <a:effectLst/>
              </a:rPr>
              <a:t> </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8511552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2551C84-2F43-6959-E276-2B7623B0CE20}"/>
              </a:ext>
            </a:extLst>
          </p:cNvPr>
          <p:cNvSpPr>
            <a:spLocks noChangeArrowheads="1"/>
          </p:cNvSpPr>
          <p:nvPr/>
        </p:nvSpPr>
        <p:spPr bwMode="auto">
          <a:xfrm rot="10800000" flipV="1">
            <a:off x="690622" y="1504241"/>
            <a:ext cx="10810755" cy="886397"/>
          </a:xfrm>
          <a:prstGeom prst="rect">
            <a:avLst/>
          </a:prstGeom>
          <a:solidFill>
            <a:srgbClr val="F7F7F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30000"/>
              </a:spcBef>
              <a:spcAft>
                <a:spcPct val="0"/>
              </a:spcAft>
              <a:defRPr sz="1200">
                <a:solidFill>
                  <a:schemeClr val="tx1"/>
                </a:solidFill>
                <a:latin typeface="Arial" panose="020B0604020202020204" pitchFamily="34" charset="0"/>
              </a:defRPr>
            </a:lvl1pPr>
            <a:lvl2pPr eaLnBrk="0" fontAlgn="base" hangingPunct="0">
              <a:spcBef>
                <a:spcPct val="30000"/>
              </a:spcBef>
              <a:spcAft>
                <a:spcPct val="0"/>
              </a:spcAft>
              <a:defRPr sz="1200">
                <a:solidFill>
                  <a:schemeClr val="tx1"/>
                </a:solidFill>
                <a:latin typeface="Arial" panose="020B0604020202020204" pitchFamily="34" charset="0"/>
              </a:defRPr>
            </a:lvl2pPr>
            <a:lvl3pPr eaLnBrk="0" fontAlgn="base" hangingPunct="0">
              <a:spcBef>
                <a:spcPct val="30000"/>
              </a:spcBef>
              <a:spcAft>
                <a:spcPct val="0"/>
              </a:spcAft>
              <a:defRPr sz="1200">
                <a:solidFill>
                  <a:schemeClr val="tx1"/>
                </a:solidFill>
                <a:latin typeface="Arial" panose="020B0604020202020204" pitchFamily="34" charset="0"/>
              </a:defRPr>
            </a:lvl3pPr>
            <a:lvl4pPr eaLnBrk="0" fontAlgn="base" hangingPunct="0">
              <a:spcBef>
                <a:spcPct val="30000"/>
              </a:spcBef>
              <a:spcAft>
                <a:spcPct val="0"/>
              </a:spcAft>
              <a:defRPr sz="1200">
                <a:solidFill>
                  <a:schemeClr val="tx1"/>
                </a:solidFill>
                <a:latin typeface="Arial" panose="020B0604020202020204" pitchFamily="34" charset="0"/>
              </a:defRPr>
            </a:lvl4pPr>
            <a:lvl5pPr eaLnBrk="0" fontAlgn="base" hangingPunct="0">
              <a:spcBef>
                <a:spcPct val="30000"/>
              </a:spcBef>
              <a:spcAft>
                <a:spcPct val="0"/>
              </a:spcAft>
              <a:defRPr sz="1200">
                <a:solidFill>
                  <a:schemeClr val="tx1"/>
                </a:solidFill>
                <a:latin typeface="Arial" panose="020B0604020202020204" pitchFamily="34" charset="0"/>
              </a:defRPr>
            </a:lvl5pPr>
            <a:lvl6pPr eaLnBrk="0" fontAlgn="base" hangingPunct="0">
              <a:spcBef>
                <a:spcPct val="30000"/>
              </a:spcBef>
              <a:spcAft>
                <a:spcPct val="0"/>
              </a:spcAft>
              <a:defRPr sz="1200">
                <a:solidFill>
                  <a:schemeClr val="tx1"/>
                </a:solidFill>
                <a:latin typeface="Arial" panose="020B0604020202020204" pitchFamily="34" charset="0"/>
              </a:defRPr>
            </a:lvl6pPr>
            <a:lvl7pPr eaLnBrk="0" fontAlgn="base" hangingPunct="0">
              <a:spcBef>
                <a:spcPct val="30000"/>
              </a:spcBef>
              <a:spcAft>
                <a:spcPct val="0"/>
              </a:spcAft>
              <a:defRPr sz="1200">
                <a:solidFill>
                  <a:schemeClr val="tx1"/>
                </a:solidFill>
                <a:latin typeface="Arial" panose="020B0604020202020204" pitchFamily="34" charset="0"/>
              </a:defRPr>
            </a:lvl7pPr>
            <a:lvl8pPr eaLnBrk="0" fontAlgn="base" hangingPunct="0">
              <a:spcBef>
                <a:spcPct val="30000"/>
              </a:spcBef>
              <a:spcAft>
                <a:spcPct val="0"/>
              </a:spcAft>
              <a:defRPr sz="1200">
                <a:solidFill>
                  <a:schemeClr val="tx1"/>
                </a:solidFill>
                <a:latin typeface="Arial" panose="020B0604020202020204" pitchFamily="34" charset="0"/>
              </a:defRPr>
            </a:lvl8pPr>
            <a:lvl9pPr eaLnBrk="0" fontAlgn="base" hangingPunct="0">
              <a:spcBef>
                <a:spcPct val="30000"/>
              </a:spcBef>
              <a:spcAft>
                <a:spcPct val="0"/>
              </a:spcAft>
              <a:defRPr sz="12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600" b="0" i="0" u="none" strike="noStrike" cap="none" normalizeH="0" baseline="0" dirty="0">
                <a:ln>
                  <a:noFill/>
                </a:ln>
                <a:solidFill>
                  <a:schemeClr val="tx1"/>
                </a:solidFill>
                <a:effectLst/>
                <a:latin typeface="Roboto Mono" panose="00000009000000000000" pitchFamily="49" charset="0"/>
              </a:rPr>
              <a:t>(</a:t>
            </a:r>
            <a:r>
              <a:rPr kumimoji="0" lang="en-US" altLang="en-US" sz="1600" b="0" i="0" u="none" strike="noStrike" cap="none" normalizeH="0" baseline="0" dirty="0">
                <a:ln>
                  <a:noFill/>
                </a:ln>
                <a:solidFill>
                  <a:srgbClr val="BB2323"/>
                </a:solidFill>
                <a:effectLst/>
                <a:latin typeface="Roboto Mono" panose="00000009000000000000" pitchFamily="49" charset="0"/>
              </a:rPr>
              <a:t>'</a:t>
            </a:r>
            <a:r>
              <a:rPr kumimoji="0" lang="en-US" altLang="en-US" sz="1600" b="0" i="0" u="none" strike="noStrike" cap="none" normalizeH="0" baseline="0" dirty="0" err="1">
                <a:ln>
                  <a:noFill/>
                </a:ln>
                <a:solidFill>
                  <a:srgbClr val="BB2323"/>
                </a:solidFill>
                <a:effectLst/>
                <a:latin typeface="Roboto Mono" panose="00000009000000000000" pitchFamily="49" charset="0"/>
              </a:rPr>
              <a:t>x_train_with_chanels</a:t>
            </a:r>
            <a:r>
              <a:rPr kumimoji="0" lang="en-US" altLang="en-US" sz="1600" b="0" i="0" u="none" strike="noStrike" cap="none" normalizeH="0" baseline="0" dirty="0">
                <a:ln>
                  <a:noFill/>
                </a:ln>
                <a:solidFill>
                  <a:srgbClr val="BB2323"/>
                </a:solidFill>
                <a:effectLst/>
                <a:latin typeface="Roboto Mono" panose="00000009000000000000" pitchFamily="49" charset="0"/>
              </a:rPr>
              <a:t>:'</a:t>
            </a:r>
            <a:r>
              <a:rPr kumimoji="0" lang="en-US" altLang="en-US" sz="1600" b="0" i="0" u="none" strike="noStrike" cap="none" normalizeH="0" baseline="0" dirty="0">
                <a:ln>
                  <a:noFill/>
                </a:ln>
                <a:solidFill>
                  <a:schemeClr val="tx1"/>
                </a:solidFill>
                <a:effectLst/>
                <a:latin typeface="Roboto Mono" panose="00000009000000000000" pitchFamily="49"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x_train_with_chanels</a:t>
            </a:r>
            <a:r>
              <a:rPr kumimoji="0" lang="en-US" altLang="en-US" sz="1600" b="0" i="0" u="none" strike="noStrike" cap="none" normalizeH="0" baseline="0" dirty="0" err="1">
                <a:ln>
                  <a:noFill/>
                </a:ln>
                <a:solidFill>
                  <a:srgbClr val="055BE0"/>
                </a:solidFill>
                <a:effectLst/>
                <a:latin typeface="Arial" panose="020B0604020202020204" pitchFamily="34" charset="0"/>
              </a:rPr>
              <a:t>.</a:t>
            </a:r>
            <a:r>
              <a:rPr kumimoji="0" lang="en-US" altLang="en-US" sz="1600" b="0" i="0" u="none" strike="noStrike" cap="none" normalizeH="0" baseline="0" dirty="0" err="1">
                <a:ln>
                  <a:noFill/>
                </a:ln>
                <a:solidFill>
                  <a:schemeClr val="tx1"/>
                </a:solidFill>
                <a:effectLst/>
                <a:latin typeface="Arial" panose="020B0604020202020204" pitchFamily="34" charset="0"/>
              </a:rPr>
              <a:t>shape</a:t>
            </a:r>
            <a:r>
              <a:rPr kumimoji="0" lang="en-US" altLang="en-US" sz="1600" b="0" i="0" u="none" strike="noStrike" cap="none" normalizeH="0" baseline="0" dirty="0">
                <a:ln>
                  <a:noFill/>
                </a:ln>
                <a:solidFill>
                  <a:schemeClr val="tx1"/>
                </a:solidFill>
                <a:effectLst/>
                <a:latin typeface="Roboto Mono" panose="00000009000000000000" pitchFamily="49" charset="0"/>
              </a:rPr>
              <a:t>) </a:t>
            </a:r>
            <a:endParaRPr kumimoji="0" lang="en-US" altLang="en-US" sz="1600" b="0" i="0" u="none" strike="noStrike" cap="none" normalizeH="0" baseline="0" dirty="0">
              <a:ln>
                <a:noFill/>
              </a:ln>
              <a:solidFill>
                <a:srgbClr val="008000"/>
              </a:solidFill>
              <a:effectLst/>
              <a:latin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600" b="0" i="0" u="none" strike="noStrike" cap="none" normalizeH="0" baseline="0" dirty="0">
                <a:ln>
                  <a:noFill/>
                </a:ln>
                <a:solidFill>
                  <a:schemeClr val="tx1"/>
                </a:solidFill>
                <a:effectLst/>
                <a:latin typeface="Roboto Mono" panose="00000009000000000000" pitchFamily="49" charset="0"/>
              </a:rPr>
              <a:t>(</a:t>
            </a:r>
            <a:r>
              <a:rPr kumimoji="0" lang="en-US" altLang="en-US" sz="1600" b="0" i="0" u="none" strike="noStrike" cap="none" normalizeH="0" baseline="0" dirty="0">
                <a:ln>
                  <a:noFill/>
                </a:ln>
                <a:solidFill>
                  <a:srgbClr val="BB2323"/>
                </a:solidFill>
                <a:effectLst/>
                <a:latin typeface="Roboto Mono" panose="00000009000000000000" pitchFamily="49" charset="0"/>
              </a:rPr>
              <a:t>'</a:t>
            </a:r>
            <a:r>
              <a:rPr kumimoji="0" lang="en-US" altLang="en-US" sz="1600" b="0" i="0" u="none" strike="noStrike" cap="none" normalizeH="0" baseline="0" dirty="0" err="1">
                <a:ln>
                  <a:noFill/>
                </a:ln>
                <a:solidFill>
                  <a:srgbClr val="BB2323"/>
                </a:solidFill>
                <a:effectLst/>
                <a:latin typeface="Roboto Mono" panose="00000009000000000000" pitchFamily="49" charset="0"/>
              </a:rPr>
              <a:t>x_validation_with_chanels</a:t>
            </a:r>
            <a:r>
              <a:rPr kumimoji="0" lang="en-US" altLang="en-US" sz="1600" b="0" i="0" u="none" strike="noStrike" cap="none" normalizeH="0" baseline="0" dirty="0">
                <a:ln>
                  <a:noFill/>
                </a:ln>
                <a:solidFill>
                  <a:srgbClr val="BB2323"/>
                </a:solidFill>
                <a:effectLst/>
                <a:latin typeface="Roboto Mono" panose="00000009000000000000" pitchFamily="49" charset="0"/>
              </a:rPr>
              <a:t>:'</a:t>
            </a:r>
            <a:r>
              <a:rPr kumimoji="0" lang="en-US" altLang="en-US" sz="1600" b="0" i="0" u="none" strike="noStrike" cap="none" normalizeH="0" baseline="0" dirty="0">
                <a:ln>
                  <a:noFill/>
                </a:ln>
                <a:solidFill>
                  <a:schemeClr val="tx1"/>
                </a:solidFill>
                <a:effectLst/>
                <a:latin typeface="Roboto Mono" panose="00000009000000000000" pitchFamily="49"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x_validation_with_chanels</a:t>
            </a:r>
            <a:r>
              <a:rPr kumimoji="0" lang="en-US" altLang="en-US" sz="1600" b="0" i="0" u="none" strike="noStrike" cap="none" normalizeH="0" baseline="0" dirty="0" err="1">
                <a:ln>
                  <a:noFill/>
                </a:ln>
                <a:solidFill>
                  <a:srgbClr val="055BE0"/>
                </a:solidFill>
                <a:effectLst/>
                <a:latin typeface="Arial" panose="020B0604020202020204" pitchFamily="34" charset="0"/>
              </a:rPr>
              <a:t>.</a:t>
            </a:r>
            <a:r>
              <a:rPr kumimoji="0" lang="en-US" altLang="en-US" sz="1600" b="0" i="0" u="none" strike="noStrike" cap="none" normalizeH="0" baseline="0" dirty="0" err="1">
                <a:ln>
                  <a:noFill/>
                </a:ln>
                <a:solidFill>
                  <a:schemeClr val="tx1"/>
                </a:solidFill>
                <a:effectLst/>
                <a:latin typeface="Arial" panose="020B0604020202020204" pitchFamily="34" charset="0"/>
              </a:rPr>
              <a:t>shape</a:t>
            </a:r>
            <a:r>
              <a:rPr kumimoji="0" lang="en-US" altLang="en-US" sz="1600" b="0" i="0" u="none" strike="noStrike" cap="none" normalizeH="0" baseline="0" dirty="0">
                <a:ln>
                  <a:noFill/>
                </a:ln>
                <a:solidFill>
                  <a:schemeClr val="tx1"/>
                </a:solidFill>
                <a:effectLst/>
                <a:latin typeface="Roboto Mono" panose="00000009000000000000" pitchFamily="49" charset="0"/>
              </a:rPr>
              <a:t>) </a:t>
            </a:r>
            <a:endParaRPr kumimoji="0" lang="en-US" altLang="en-US" sz="1600" b="0" i="0" u="none" strike="noStrike" cap="none" normalizeH="0" baseline="0" dirty="0">
              <a:ln>
                <a:noFill/>
              </a:ln>
              <a:solidFill>
                <a:srgbClr val="008000"/>
              </a:solidFill>
              <a:effectLst/>
              <a:latin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600" b="0" i="0" u="none" strike="noStrike" cap="none" normalizeH="0" baseline="0" dirty="0">
                <a:ln>
                  <a:noFill/>
                </a:ln>
                <a:solidFill>
                  <a:schemeClr val="tx1"/>
                </a:solidFill>
                <a:effectLst/>
                <a:latin typeface="Roboto Mono" panose="00000009000000000000" pitchFamily="49" charset="0"/>
              </a:rPr>
              <a:t>(</a:t>
            </a:r>
            <a:r>
              <a:rPr kumimoji="0" lang="en-US" altLang="en-US" sz="1600" b="0" i="0" u="none" strike="noStrike" cap="none" normalizeH="0" baseline="0" dirty="0">
                <a:ln>
                  <a:noFill/>
                </a:ln>
                <a:solidFill>
                  <a:srgbClr val="BB2323"/>
                </a:solidFill>
                <a:effectLst/>
                <a:latin typeface="Roboto Mono" panose="00000009000000000000" pitchFamily="49" charset="0"/>
              </a:rPr>
              <a:t>'</a:t>
            </a:r>
            <a:r>
              <a:rPr kumimoji="0" lang="en-US" altLang="en-US" sz="1600" b="0" i="0" u="none" strike="noStrike" cap="none" normalizeH="0" baseline="0" dirty="0" err="1">
                <a:ln>
                  <a:noFill/>
                </a:ln>
                <a:solidFill>
                  <a:srgbClr val="BB2323"/>
                </a:solidFill>
                <a:effectLst/>
                <a:latin typeface="Roboto Mono" panose="00000009000000000000" pitchFamily="49" charset="0"/>
              </a:rPr>
              <a:t>x_test_with_chanels</a:t>
            </a:r>
            <a:r>
              <a:rPr kumimoji="0" lang="en-US" altLang="en-US" sz="1600" b="0" i="0" u="none" strike="noStrike" cap="none" normalizeH="0" baseline="0" dirty="0">
                <a:ln>
                  <a:noFill/>
                </a:ln>
                <a:solidFill>
                  <a:srgbClr val="BB2323"/>
                </a:solidFill>
                <a:effectLst/>
                <a:latin typeface="Roboto Mono" panose="00000009000000000000" pitchFamily="49" charset="0"/>
              </a:rPr>
              <a:t>:'</a:t>
            </a:r>
            <a:r>
              <a:rPr kumimoji="0" lang="en-US" altLang="en-US" sz="1600" b="0" i="0" u="none" strike="noStrike" cap="none" normalizeH="0" baseline="0" dirty="0">
                <a:ln>
                  <a:noFill/>
                </a:ln>
                <a:solidFill>
                  <a:schemeClr val="tx1"/>
                </a:solidFill>
                <a:effectLst/>
                <a:latin typeface="Roboto Mono" panose="00000009000000000000" pitchFamily="49"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x_test_with_chanels</a:t>
            </a:r>
            <a:r>
              <a:rPr kumimoji="0" lang="en-US" altLang="en-US" sz="1600" b="0" i="0" u="none" strike="noStrike" cap="none" normalizeH="0" baseline="0" dirty="0" err="1">
                <a:ln>
                  <a:noFill/>
                </a:ln>
                <a:solidFill>
                  <a:srgbClr val="055BE0"/>
                </a:solidFill>
                <a:effectLst/>
                <a:latin typeface="Arial" panose="020B0604020202020204" pitchFamily="34" charset="0"/>
              </a:rPr>
              <a:t>.</a:t>
            </a:r>
            <a:r>
              <a:rPr kumimoji="0" lang="en-US" altLang="en-US" sz="1600" b="0" i="0" u="none" strike="noStrike" cap="none" normalizeH="0" baseline="0" dirty="0" err="1">
                <a:ln>
                  <a:noFill/>
                </a:ln>
                <a:solidFill>
                  <a:schemeClr val="tx1"/>
                </a:solidFill>
                <a:effectLst/>
                <a:latin typeface="Arial" panose="020B0604020202020204" pitchFamily="34" charset="0"/>
              </a:rPr>
              <a:t>shape</a:t>
            </a:r>
            <a:r>
              <a:rPr kumimoji="0" lang="en-US" altLang="en-US" sz="1600" b="0" i="0" u="none" strike="noStrike" cap="none" normalizeH="0" baseline="0" dirty="0">
                <a:ln>
                  <a:noFill/>
                </a:ln>
                <a:solidFill>
                  <a:schemeClr val="tx1"/>
                </a:solidFill>
                <a:effectLst/>
                <a:latin typeface="Roboto Mono" panose="00000009000000000000" pitchFamily="49" charset="0"/>
              </a:rPr>
              <a:t>)</a:t>
            </a:r>
            <a:r>
              <a:rPr kumimoji="0" lang="en-US" altLang="en-US" sz="1600" b="0" i="0" u="none" strike="noStrike" cap="none" normalizeH="0" baseline="0" dirty="0">
                <a:ln>
                  <a:noFill/>
                </a:ln>
                <a:solidFill>
                  <a:schemeClr val="tx1"/>
                </a:solidFill>
                <a:effectLst/>
              </a:rPr>
              <a:t> </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3" name="Rectangle 2">
            <a:extLst>
              <a:ext uri="{FF2B5EF4-FFF2-40B4-BE49-F238E27FC236}">
                <a16:creationId xmlns:a16="http://schemas.microsoft.com/office/drawing/2014/main" id="{05B036D4-C8B2-C553-B588-AF34606BFD5F}"/>
              </a:ext>
            </a:extLst>
          </p:cNvPr>
          <p:cNvSpPr>
            <a:spLocks noChangeArrowheads="1"/>
          </p:cNvSpPr>
          <p:nvPr/>
        </p:nvSpPr>
        <p:spPr bwMode="auto">
          <a:xfrm>
            <a:off x="810227" y="3429000"/>
            <a:ext cx="9784466"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err="1">
                <a:ln>
                  <a:noFill/>
                </a:ln>
                <a:solidFill>
                  <a:srgbClr val="3C4043"/>
                </a:solidFill>
                <a:effectLst/>
                <a:latin typeface="Roboto Mono" panose="00000009000000000000" pitchFamily="49" charset="0"/>
              </a:rPr>
              <a:t>x_train_with_chanels</a:t>
            </a:r>
            <a:r>
              <a:rPr kumimoji="0" lang="en-US" altLang="en-US" sz="1600" b="0" i="0" u="none" strike="noStrike" cap="none" normalizeH="0" baseline="0" dirty="0">
                <a:ln>
                  <a:noFill/>
                </a:ln>
                <a:solidFill>
                  <a:srgbClr val="3C4043"/>
                </a:solidFill>
                <a:effectLst/>
                <a:latin typeface="Roboto Mono" panose="00000009000000000000" pitchFamily="49" charset="0"/>
              </a:rPr>
              <a:t>: (33600, 28, 28, 1)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err="1">
                <a:ln>
                  <a:noFill/>
                </a:ln>
                <a:solidFill>
                  <a:srgbClr val="3C4043"/>
                </a:solidFill>
                <a:effectLst/>
                <a:latin typeface="Roboto Mono" panose="00000009000000000000" pitchFamily="49" charset="0"/>
              </a:rPr>
              <a:t>x_validation_with_chanels</a:t>
            </a:r>
            <a:r>
              <a:rPr kumimoji="0" lang="en-US" altLang="en-US" sz="1600" b="0" i="0" u="none" strike="noStrike" cap="none" normalizeH="0" baseline="0" dirty="0">
                <a:ln>
                  <a:noFill/>
                </a:ln>
                <a:solidFill>
                  <a:srgbClr val="3C4043"/>
                </a:solidFill>
                <a:effectLst/>
                <a:latin typeface="Roboto Mono" panose="00000009000000000000" pitchFamily="49" charset="0"/>
              </a:rPr>
              <a:t>: (8400, 28, 28, 1)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err="1">
                <a:ln>
                  <a:noFill/>
                </a:ln>
                <a:solidFill>
                  <a:srgbClr val="3C4043"/>
                </a:solidFill>
                <a:effectLst/>
                <a:latin typeface="Roboto Mono" panose="00000009000000000000" pitchFamily="49" charset="0"/>
              </a:rPr>
              <a:t>x_test_with_chanels</a:t>
            </a:r>
            <a:r>
              <a:rPr kumimoji="0" lang="en-US" altLang="en-US" sz="1600" b="0" i="0" u="none" strike="noStrike" cap="none" normalizeH="0" baseline="0" dirty="0">
                <a:ln>
                  <a:noFill/>
                </a:ln>
                <a:solidFill>
                  <a:srgbClr val="3C4043"/>
                </a:solidFill>
                <a:effectLst/>
                <a:latin typeface="Roboto Mono" panose="00000009000000000000" pitchFamily="49" charset="0"/>
              </a:rPr>
              <a:t>: (28000, 28, 28, 1)</a:t>
            </a:r>
            <a:r>
              <a:rPr kumimoji="0" lang="en-US" altLang="en-US" sz="1600" b="0" i="0" u="none" strike="noStrike" cap="none" normalizeH="0" baseline="0" dirty="0">
                <a:ln>
                  <a:noFill/>
                </a:ln>
                <a:solidFill>
                  <a:schemeClr val="tx1"/>
                </a:solidFill>
                <a:effectLst/>
              </a:rPr>
              <a:t> </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86064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CF1BA71-A872-B80A-8A20-ED88F906FD41}"/>
              </a:ext>
            </a:extLst>
          </p:cNvPr>
          <p:cNvSpPr txBox="1"/>
          <p:nvPr/>
        </p:nvSpPr>
        <p:spPr>
          <a:xfrm>
            <a:off x="593203" y="723946"/>
            <a:ext cx="6094070" cy="369332"/>
          </a:xfrm>
          <a:prstGeom prst="rect">
            <a:avLst/>
          </a:prstGeom>
          <a:noFill/>
        </p:spPr>
        <p:txBody>
          <a:bodyPr wrap="square">
            <a:spAutoFit/>
          </a:bodyPr>
          <a:lstStyle/>
          <a:p>
            <a:pPr algn="l"/>
            <a:r>
              <a:rPr lang="en-US" b="1" i="0" dirty="0">
                <a:solidFill>
                  <a:srgbClr val="000000"/>
                </a:solidFill>
                <a:effectLst/>
                <a:latin typeface="Inter"/>
              </a:rPr>
              <a:t>Normalize train, test, and validation data </a:t>
            </a:r>
          </a:p>
        </p:txBody>
      </p:sp>
      <p:sp>
        <p:nvSpPr>
          <p:cNvPr id="5" name="TextBox 4">
            <a:extLst>
              <a:ext uri="{FF2B5EF4-FFF2-40B4-BE49-F238E27FC236}">
                <a16:creationId xmlns:a16="http://schemas.microsoft.com/office/drawing/2014/main" id="{D6F53BA1-EEA8-D2F7-9AED-EC8A5855713C}"/>
              </a:ext>
            </a:extLst>
          </p:cNvPr>
          <p:cNvSpPr txBox="1"/>
          <p:nvPr/>
        </p:nvSpPr>
        <p:spPr>
          <a:xfrm>
            <a:off x="593203" y="1187331"/>
            <a:ext cx="7752144" cy="369332"/>
          </a:xfrm>
          <a:prstGeom prst="rect">
            <a:avLst/>
          </a:prstGeom>
          <a:noFill/>
        </p:spPr>
        <p:txBody>
          <a:bodyPr wrap="square">
            <a:spAutoFit/>
          </a:bodyPr>
          <a:lstStyle/>
          <a:p>
            <a:r>
              <a:rPr lang="en-US" b="0" i="0" dirty="0">
                <a:effectLst/>
                <a:latin typeface="Inter"/>
              </a:rPr>
              <a:t>Here we're just trying to normalize from values range of [0...255] to [0...1].</a:t>
            </a:r>
            <a:endParaRPr lang="en-US" dirty="0"/>
          </a:p>
        </p:txBody>
      </p:sp>
      <p:sp>
        <p:nvSpPr>
          <p:cNvPr id="6" name="Rectangle 1">
            <a:extLst>
              <a:ext uri="{FF2B5EF4-FFF2-40B4-BE49-F238E27FC236}">
                <a16:creationId xmlns:a16="http://schemas.microsoft.com/office/drawing/2014/main" id="{3FD21FD9-D71A-B495-F893-3CD91CBC918D}"/>
              </a:ext>
            </a:extLst>
          </p:cNvPr>
          <p:cNvSpPr>
            <a:spLocks noChangeArrowheads="1"/>
          </p:cNvSpPr>
          <p:nvPr/>
        </p:nvSpPr>
        <p:spPr bwMode="auto">
          <a:xfrm>
            <a:off x="593202" y="2206183"/>
            <a:ext cx="10652567" cy="738664"/>
          </a:xfrm>
          <a:prstGeom prst="rect">
            <a:avLst/>
          </a:prstGeom>
          <a:solidFill>
            <a:srgbClr val="F7F7F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30000"/>
              </a:spcBef>
              <a:spcAft>
                <a:spcPct val="0"/>
              </a:spcAft>
              <a:defRPr sz="1200">
                <a:solidFill>
                  <a:schemeClr val="tx1"/>
                </a:solidFill>
                <a:latin typeface="Arial" panose="020B0604020202020204" pitchFamily="34" charset="0"/>
              </a:defRPr>
            </a:lvl1pPr>
            <a:lvl2pPr eaLnBrk="0" fontAlgn="base" hangingPunct="0">
              <a:spcBef>
                <a:spcPct val="30000"/>
              </a:spcBef>
              <a:spcAft>
                <a:spcPct val="0"/>
              </a:spcAft>
              <a:defRPr sz="1200">
                <a:solidFill>
                  <a:schemeClr val="tx1"/>
                </a:solidFill>
                <a:latin typeface="Arial" panose="020B0604020202020204" pitchFamily="34" charset="0"/>
              </a:defRPr>
            </a:lvl2pPr>
            <a:lvl3pPr eaLnBrk="0" fontAlgn="base" hangingPunct="0">
              <a:spcBef>
                <a:spcPct val="30000"/>
              </a:spcBef>
              <a:spcAft>
                <a:spcPct val="0"/>
              </a:spcAft>
              <a:defRPr sz="1200">
                <a:solidFill>
                  <a:schemeClr val="tx1"/>
                </a:solidFill>
                <a:latin typeface="Arial" panose="020B0604020202020204" pitchFamily="34" charset="0"/>
              </a:defRPr>
            </a:lvl3pPr>
            <a:lvl4pPr eaLnBrk="0" fontAlgn="base" hangingPunct="0">
              <a:spcBef>
                <a:spcPct val="30000"/>
              </a:spcBef>
              <a:spcAft>
                <a:spcPct val="0"/>
              </a:spcAft>
              <a:defRPr sz="1200">
                <a:solidFill>
                  <a:schemeClr val="tx1"/>
                </a:solidFill>
                <a:latin typeface="Arial" panose="020B0604020202020204" pitchFamily="34" charset="0"/>
              </a:defRPr>
            </a:lvl4pPr>
            <a:lvl5pPr eaLnBrk="0" fontAlgn="base" hangingPunct="0">
              <a:spcBef>
                <a:spcPct val="30000"/>
              </a:spcBef>
              <a:spcAft>
                <a:spcPct val="0"/>
              </a:spcAft>
              <a:defRPr sz="1200">
                <a:solidFill>
                  <a:schemeClr val="tx1"/>
                </a:solidFill>
                <a:latin typeface="Arial" panose="020B0604020202020204" pitchFamily="34" charset="0"/>
              </a:defRPr>
            </a:lvl5pPr>
            <a:lvl6pPr eaLnBrk="0" fontAlgn="base" hangingPunct="0">
              <a:spcBef>
                <a:spcPct val="30000"/>
              </a:spcBef>
              <a:spcAft>
                <a:spcPct val="0"/>
              </a:spcAft>
              <a:defRPr sz="1200">
                <a:solidFill>
                  <a:schemeClr val="tx1"/>
                </a:solidFill>
                <a:latin typeface="Arial" panose="020B0604020202020204" pitchFamily="34" charset="0"/>
              </a:defRPr>
            </a:lvl6pPr>
            <a:lvl7pPr eaLnBrk="0" fontAlgn="base" hangingPunct="0">
              <a:spcBef>
                <a:spcPct val="30000"/>
              </a:spcBef>
              <a:spcAft>
                <a:spcPct val="0"/>
              </a:spcAft>
              <a:defRPr sz="1200">
                <a:solidFill>
                  <a:schemeClr val="tx1"/>
                </a:solidFill>
                <a:latin typeface="Arial" panose="020B0604020202020204" pitchFamily="34" charset="0"/>
              </a:defRPr>
            </a:lvl7pPr>
            <a:lvl8pPr eaLnBrk="0" fontAlgn="base" hangingPunct="0">
              <a:spcBef>
                <a:spcPct val="30000"/>
              </a:spcBef>
              <a:spcAft>
                <a:spcPct val="0"/>
              </a:spcAft>
              <a:defRPr sz="1200">
                <a:solidFill>
                  <a:schemeClr val="tx1"/>
                </a:solidFill>
                <a:latin typeface="Arial" panose="020B0604020202020204" pitchFamily="34" charset="0"/>
              </a:defRPr>
            </a:lvl8pPr>
            <a:lvl9pPr eaLnBrk="0" fontAlgn="base" hangingPunct="0">
              <a:spcBef>
                <a:spcPct val="30000"/>
              </a:spcBef>
              <a:spcAft>
                <a:spcPct val="0"/>
              </a:spcAft>
              <a:defRPr sz="12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err="1">
                <a:ln>
                  <a:noFill/>
                </a:ln>
                <a:solidFill>
                  <a:schemeClr val="tx1"/>
                </a:solidFill>
                <a:effectLst/>
                <a:latin typeface="Arial" panose="020B0604020202020204" pitchFamily="34" charset="0"/>
              </a:rPr>
              <a:t>x_train_normalized</a:t>
            </a:r>
            <a:r>
              <a:rPr kumimoji="0" lang="en-US" altLang="en-US" sz="1600" b="0" i="0" u="none" strike="noStrike" cap="none" normalizeH="0" baseline="0" dirty="0">
                <a:ln>
                  <a:noFill/>
                </a:ln>
                <a:solidFill>
                  <a:schemeClr val="tx1"/>
                </a:solidFill>
                <a:effectLst/>
                <a:latin typeface="Roboto Mono" panose="00000009000000000000" pitchFamily="49" charset="0"/>
              </a:rPr>
              <a:t> </a:t>
            </a:r>
            <a:r>
              <a:rPr kumimoji="0" lang="en-US" altLang="en-US" sz="1600" b="0" i="0" u="none" strike="noStrike" cap="none" normalizeH="0" baseline="0" dirty="0">
                <a:ln>
                  <a:noFill/>
                </a:ln>
                <a:solidFill>
                  <a:srgbClr val="055BE0"/>
                </a:solidFill>
                <a:effectLst/>
                <a:latin typeface="Arial" panose="020B0604020202020204" pitchFamily="34" charset="0"/>
              </a:rPr>
              <a:t>=</a:t>
            </a:r>
            <a:r>
              <a:rPr kumimoji="0" lang="en-US" altLang="en-US" sz="1600" b="0" i="0" u="none" strike="noStrike" cap="none" normalizeH="0" baseline="0" dirty="0">
                <a:ln>
                  <a:noFill/>
                </a:ln>
                <a:solidFill>
                  <a:schemeClr val="tx1"/>
                </a:solidFill>
                <a:effectLst/>
                <a:latin typeface="Roboto Mono" panose="00000009000000000000" pitchFamily="49"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x_train_with_chanels</a:t>
            </a:r>
            <a:r>
              <a:rPr kumimoji="0" lang="en-US" altLang="en-US" sz="1600" b="0" i="0" u="none" strike="noStrike" cap="none" normalizeH="0" baseline="0" dirty="0">
                <a:ln>
                  <a:noFill/>
                </a:ln>
                <a:solidFill>
                  <a:schemeClr val="tx1"/>
                </a:solidFill>
                <a:effectLst/>
                <a:latin typeface="Roboto Mono" panose="00000009000000000000" pitchFamily="49" charset="0"/>
              </a:rPr>
              <a:t> </a:t>
            </a:r>
            <a:r>
              <a:rPr kumimoji="0" lang="en-US" altLang="en-US" sz="1600" b="0" i="0" u="none" strike="noStrike" cap="none" normalizeH="0" baseline="0" dirty="0">
                <a:ln>
                  <a:noFill/>
                </a:ln>
                <a:solidFill>
                  <a:srgbClr val="055BE0"/>
                </a:solidFill>
                <a:effectLst/>
                <a:latin typeface="Arial" panose="020B0604020202020204" pitchFamily="34" charset="0"/>
              </a:rPr>
              <a:t>/</a:t>
            </a:r>
            <a:r>
              <a:rPr kumimoji="0" lang="en-US" altLang="en-US" sz="1600" b="0" i="0" u="none" strike="noStrike" cap="none" normalizeH="0" baseline="0" dirty="0">
                <a:ln>
                  <a:noFill/>
                </a:ln>
                <a:solidFill>
                  <a:schemeClr val="tx1"/>
                </a:solidFill>
                <a:effectLst/>
                <a:latin typeface="Roboto Mono" panose="00000009000000000000" pitchFamily="49" charset="0"/>
              </a:rPr>
              <a:t> </a:t>
            </a:r>
            <a:r>
              <a:rPr kumimoji="0" lang="en-US" altLang="en-US" sz="1600" b="0" i="0" u="none" strike="noStrike" cap="none" normalizeH="0" baseline="0" dirty="0">
                <a:ln>
                  <a:noFill/>
                </a:ln>
                <a:solidFill>
                  <a:srgbClr val="666666"/>
                </a:solidFill>
                <a:effectLst/>
                <a:latin typeface="Roboto Mono" panose="00000009000000000000" pitchFamily="49" charset="0"/>
              </a:rPr>
              <a:t>255</a:t>
            </a:r>
            <a:r>
              <a:rPr kumimoji="0" lang="en-US" altLang="en-US" sz="1600" b="0" i="0" u="none" strike="noStrike" cap="none" normalizeH="0" baseline="0" dirty="0">
                <a:ln>
                  <a:noFill/>
                </a:ln>
                <a:solidFill>
                  <a:schemeClr val="tx1"/>
                </a:solidFill>
                <a:effectLst/>
                <a:latin typeface="Roboto Mono" panose="00000009000000000000"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err="1">
                <a:ln>
                  <a:noFill/>
                </a:ln>
                <a:solidFill>
                  <a:schemeClr val="tx1"/>
                </a:solidFill>
                <a:effectLst/>
                <a:latin typeface="Arial" panose="020B0604020202020204" pitchFamily="34" charset="0"/>
              </a:rPr>
              <a:t>x_validation_normalized</a:t>
            </a:r>
            <a:r>
              <a:rPr kumimoji="0" lang="en-US" altLang="en-US" sz="1600" b="0" i="0" u="none" strike="noStrike" cap="none" normalizeH="0" baseline="0" dirty="0">
                <a:ln>
                  <a:noFill/>
                </a:ln>
                <a:solidFill>
                  <a:schemeClr val="tx1"/>
                </a:solidFill>
                <a:effectLst/>
                <a:latin typeface="Roboto Mono" panose="00000009000000000000" pitchFamily="49" charset="0"/>
              </a:rPr>
              <a:t> </a:t>
            </a:r>
            <a:r>
              <a:rPr kumimoji="0" lang="en-US" altLang="en-US" sz="1600" b="0" i="0" u="none" strike="noStrike" cap="none" normalizeH="0" baseline="0" dirty="0">
                <a:ln>
                  <a:noFill/>
                </a:ln>
                <a:solidFill>
                  <a:srgbClr val="055BE0"/>
                </a:solidFill>
                <a:effectLst/>
                <a:latin typeface="Arial" panose="020B0604020202020204" pitchFamily="34" charset="0"/>
              </a:rPr>
              <a:t>=</a:t>
            </a:r>
            <a:r>
              <a:rPr kumimoji="0" lang="en-US" altLang="en-US" sz="1600" b="0" i="0" u="none" strike="noStrike" cap="none" normalizeH="0" baseline="0" dirty="0">
                <a:ln>
                  <a:noFill/>
                </a:ln>
                <a:solidFill>
                  <a:schemeClr val="tx1"/>
                </a:solidFill>
                <a:effectLst/>
                <a:latin typeface="Roboto Mono" panose="00000009000000000000" pitchFamily="49"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x_validation_with_chanels</a:t>
            </a:r>
            <a:r>
              <a:rPr kumimoji="0" lang="en-US" altLang="en-US" sz="1600" b="0" i="0" u="none" strike="noStrike" cap="none" normalizeH="0" baseline="0" dirty="0">
                <a:ln>
                  <a:noFill/>
                </a:ln>
                <a:solidFill>
                  <a:schemeClr val="tx1"/>
                </a:solidFill>
                <a:effectLst/>
                <a:latin typeface="Roboto Mono" panose="00000009000000000000" pitchFamily="49" charset="0"/>
              </a:rPr>
              <a:t> </a:t>
            </a:r>
            <a:r>
              <a:rPr kumimoji="0" lang="en-US" altLang="en-US" sz="1600" b="0" i="0" u="none" strike="noStrike" cap="none" normalizeH="0" baseline="0" dirty="0">
                <a:ln>
                  <a:noFill/>
                </a:ln>
                <a:solidFill>
                  <a:srgbClr val="055BE0"/>
                </a:solidFill>
                <a:effectLst/>
                <a:latin typeface="Arial" panose="020B0604020202020204" pitchFamily="34" charset="0"/>
              </a:rPr>
              <a:t>/</a:t>
            </a:r>
            <a:r>
              <a:rPr kumimoji="0" lang="en-US" altLang="en-US" sz="1600" b="0" i="0" u="none" strike="noStrike" cap="none" normalizeH="0" baseline="0" dirty="0">
                <a:ln>
                  <a:noFill/>
                </a:ln>
                <a:solidFill>
                  <a:schemeClr val="tx1"/>
                </a:solidFill>
                <a:effectLst/>
                <a:latin typeface="Roboto Mono" panose="00000009000000000000" pitchFamily="49" charset="0"/>
              </a:rPr>
              <a:t> </a:t>
            </a:r>
            <a:r>
              <a:rPr kumimoji="0" lang="en-US" altLang="en-US" sz="1600" b="0" i="0" u="none" strike="noStrike" cap="none" normalizeH="0" baseline="0" dirty="0">
                <a:ln>
                  <a:noFill/>
                </a:ln>
                <a:solidFill>
                  <a:srgbClr val="666666"/>
                </a:solidFill>
                <a:effectLst/>
                <a:latin typeface="Roboto Mono" panose="00000009000000000000" pitchFamily="49" charset="0"/>
              </a:rPr>
              <a:t>255</a:t>
            </a:r>
            <a:r>
              <a:rPr kumimoji="0" lang="en-US" altLang="en-US" sz="1600" b="0" i="0" u="none" strike="noStrike" cap="none" normalizeH="0" baseline="0" dirty="0">
                <a:ln>
                  <a:noFill/>
                </a:ln>
                <a:solidFill>
                  <a:schemeClr val="tx1"/>
                </a:solidFill>
                <a:effectLst/>
                <a:latin typeface="Roboto Mono" panose="00000009000000000000"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err="1">
                <a:ln>
                  <a:noFill/>
                </a:ln>
                <a:solidFill>
                  <a:schemeClr val="tx1"/>
                </a:solidFill>
                <a:effectLst/>
                <a:latin typeface="Arial" panose="020B0604020202020204" pitchFamily="34" charset="0"/>
              </a:rPr>
              <a:t>x_test_normalized</a:t>
            </a:r>
            <a:r>
              <a:rPr kumimoji="0" lang="en-US" altLang="en-US" sz="1600" b="0" i="0" u="none" strike="noStrike" cap="none" normalizeH="0" baseline="0" dirty="0">
                <a:ln>
                  <a:noFill/>
                </a:ln>
                <a:solidFill>
                  <a:schemeClr val="tx1"/>
                </a:solidFill>
                <a:effectLst/>
                <a:latin typeface="Roboto Mono" panose="00000009000000000000" pitchFamily="49" charset="0"/>
              </a:rPr>
              <a:t> </a:t>
            </a:r>
            <a:r>
              <a:rPr kumimoji="0" lang="en-US" altLang="en-US" sz="1600" b="0" i="0" u="none" strike="noStrike" cap="none" normalizeH="0" baseline="0" dirty="0">
                <a:ln>
                  <a:noFill/>
                </a:ln>
                <a:solidFill>
                  <a:srgbClr val="055BE0"/>
                </a:solidFill>
                <a:effectLst/>
                <a:latin typeface="Arial" panose="020B0604020202020204" pitchFamily="34" charset="0"/>
              </a:rPr>
              <a:t>=</a:t>
            </a:r>
            <a:r>
              <a:rPr kumimoji="0" lang="en-US" altLang="en-US" sz="1600" b="0" i="0" u="none" strike="noStrike" cap="none" normalizeH="0" baseline="0" dirty="0">
                <a:ln>
                  <a:noFill/>
                </a:ln>
                <a:solidFill>
                  <a:schemeClr val="tx1"/>
                </a:solidFill>
                <a:effectLst/>
                <a:latin typeface="Roboto Mono" panose="00000009000000000000" pitchFamily="49"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x_test_with_chanels</a:t>
            </a:r>
            <a:r>
              <a:rPr kumimoji="0" lang="en-US" altLang="en-US" sz="1600" b="0" i="0" u="none" strike="noStrike" cap="none" normalizeH="0" baseline="0" dirty="0">
                <a:ln>
                  <a:noFill/>
                </a:ln>
                <a:solidFill>
                  <a:schemeClr val="tx1"/>
                </a:solidFill>
                <a:effectLst/>
                <a:latin typeface="Roboto Mono" panose="00000009000000000000" pitchFamily="49" charset="0"/>
              </a:rPr>
              <a:t> </a:t>
            </a:r>
            <a:r>
              <a:rPr kumimoji="0" lang="en-US" altLang="en-US" sz="1600" b="0" i="0" u="none" strike="noStrike" cap="none" normalizeH="0" baseline="0" dirty="0">
                <a:ln>
                  <a:noFill/>
                </a:ln>
                <a:solidFill>
                  <a:srgbClr val="055BE0"/>
                </a:solidFill>
                <a:effectLst/>
                <a:latin typeface="Arial" panose="020B0604020202020204" pitchFamily="34" charset="0"/>
              </a:rPr>
              <a:t>/</a:t>
            </a:r>
            <a:r>
              <a:rPr kumimoji="0" lang="en-US" altLang="en-US" sz="1600" b="0" i="0" u="none" strike="noStrike" cap="none" normalizeH="0" baseline="0" dirty="0">
                <a:ln>
                  <a:noFill/>
                </a:ln>
                <a:solidFill>
                  <a:schemeClr val="tx1"/>
                </a:solidFill>
                <a:effectLst/>
                <a:latin typeface="Roboto Mono" panose="00000009000000000000" pitchFamily="49" charset="0"/>
              </a:rPr>
              <a:t> </a:t>
            </a:r>
            <a:r>
              <a:rPr kumimoji="0" lang="en-US" altLang="en-US" sz="1600" b="0" i="0" u="none" strike="noStrike" cap="none" normalizeH="0" baseline="0" dirty="0">
                <a:ln>
                  <a:noFill/>
                </a:ln>
                <a:solidFill>
                  <a:srgbClr val="666666"/>
                </a:solidFill>
                <a:effectLst/>
                <a:latin typeface="Roboto Mono" panose="00000009000000000000" pitchFamily="49" charset="0"/>
              </a:rPr>
              <a:t>255</a:t>
            </a:r>
            <a:r>
              <a:rPr kumimoji="0" lang="en-US" altLang="en-US" sz="1600" b="0" i="0" u="none" strike="noStrike" cap="none" normalizeH="0" baseline="0" dirty="0">
                <a:ln>
                  <a:noFill/>
                </a:ln>
                <a:solidFill>
                  <a:schemeClr val="tx1"/>
                </a:solidFill>
                <a:effectLst/>
              </a:rPr>
              <a:t> </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7" name="Rectangle 2">
            <a:extLst>
              <a:ext uri="{FF2B5EF4-FFF2-40B4-BE49-F238E27FC236}">
                <a16:creationId xmlns:a16="http://schemas.microsoft.com/office/drawing/2014/main" id="{E131FA7B-C8C2-83A3-0124-B94B1C75100C}"/>
              </a:ext>
            </a:extLst>
          </p:cNvPr>
          <p:cNvSpPr>
            <a:spLocks noChangeArrowheads="1"/>
          </p:cNvSpPr>
          <p:nvPr/>
        </p:nvSpPr>
        <p:spPr bwMode="auto">
          <a:xfrm>
            <a:off x="593203" y="3429000"/>
            <a:ext cx="10652567" cy="812530"/>
          </a:xfrm>
          <a:prstGeom prst="rect">
            <a:avLst/>
          </a:prstGeom>
          <a:solidFill>
            <a:srgbClr val="F7F7F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600" b="0" i="1" u="none" strike="noStrike" cap="none" normalizeH="0" baseline="0" dirty="0">
                <a:ln>
                  <a:noFill/>
                </a:ln>
                <a:solidFill>
                  <a:schemeClr val="tx1"/>
                </a:solidFill>
                <a:effectLst/>
                <a:latin typeface="Roboto Mono" panose="00000009000000000000" pitchFamily="49" charset="0"/>
              </a:rPr>
              <a:t># Let's check just one row from the 0th image to see color </a:t>
            </a:r>
            <a:r>
              <a:rPr kumimoji="0" lang="en-US" altLang="en-US" sz="1600" b="0" i="1" u="none" strike="noStrike" cap="none" normalizeH="0" baseline="0" dirty="0" err="1">
                <a:ln>
                  <a:noFill/>
                </a:ln>
                <a:solidFill>
                  <a:schemeClr val="tx1"/>
                </a:solidFill>
                <a:effectLst/>
                <a:latin typeface="Roboto Mono" panose="00000009000000000000" pitchFamily="49" charset="0"/>
              </a:rPr>
              <a:t>chanel</a:t>
            </a:r>
            <a:r>
              <a:rPr kumimoji="0" lang="en-US" altLang="en-US" sz="1600" b="0" i="1" u="none" strike="noStrike" cap="none" normalizeH="0" baseline="0" dirty="0">
                <a:ln>
                  <a:noFill/>
                </a:ln>
                <a:solidFill>
                  <a:schemeClr val="tx1"/>
                </a:solidFill>
                <a:effectLst/>
                <a:latin typeface="Roboto Mono" panose="00000009000000000000" pitchFamily="49" charset="0"/>
              </a:rPr>
              <a:t> values after normalization.</a:t>
            </a:r>
            <a:r>
              <a:rPr kumimoji="0" lang="en-US" altLang="en-US" sz="1600" b="0" i="0" u="none" strike="noStrike" cap="none" normalizeH="0" baseline="0" dirty="0">
                <a:ln>
                  <a:noFill/>
                </a:ln>
                <a:solidFill>
                  <a:schemeClr val="tx1"/>
                </a:solidFill>
                <a:effectLst/>
                <a:latin typeface="Roboto Mono" panose="00000009000000000000" pitchFamily="49" charset="0"/>
              </a:rPr>
              <a:t> </a:t>
            </a: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600" b="0" i="0" u="none" strike="noStrike" cap="none" normalizeH="0" baseline="0" dirty="0" err="1">
                <a:ln>
                  <a:noFill/>
                </a:ln>
                <a:solidFill>
                  <a:schemeClr val="tx1"/>
                </a:solidFill>
                <a:effectLst/>
                <a:latin typeface="Arial" panose="020B0604020202020204" pitchFamily="34" charset="0"/>
              </a:rPr>
              <a:t>x_train_normalized</a:t>
            </a:r>
            <a:r>
              <a:rPr kumimoji="0" lang="en-US" altLang="en-US" sz="1600" b="0" i="0" u="none" strike="noStrike" cap="none" normalizeH="0" baseline="0" dirty="0">
                <a:ln>
                  <a:noFill/>
                </a:ln>
                <a:solidFill>
                  <a:schemeClr val="tx1"/>
                </a:solidFill>
                <a:effectLst/>
                <a:latin typeface="Roboto Mono" panose="00000009000000000000" pitchFamily="49" charset="0"/>
              </a:rPr>
              <a:t>[</a:t>
            </a:r>
            <a:r>
              <a:rPr kumimoji="0" lang="en-US" altLang="en-US" sz="1600" b="0" i="0" u="none" strike="noStrike" cap="none" normalizeH="0" baseline="0" dirty="0">
                <a:ln>
                  <a:noFill/>
                </a:ln>
                <a:solidFill>
                  <a:srgbClr val="666666"/>
                </a:solidFill>
                <a:effectLst/>
                <a:latin typeface="Roboto Mono" panose="00000009000000000000" pitchFamily="49" charset="0"/>
              </a:rPr>
              <a:t>0</a:t>
            </a:r>
            <a:r>
              <a:rPr kumimoji="0" lang="en-US" altLang="en-US" sz="1600" b="0" i="0" u="none" strike="noStrike" cap="none" normalizeH="0" baseline="0" dirty="0">
                <a:ln>
                  <a:noFill/>
                </a:ln>
                <a:solidFill>
                  <a:schemeClr val="tx1"/>
                </a:solidFill>
                <a:effectLst/>
                <a:latin typeface="Roboto Mono" panose="00000009000000000000" pitchFamily="49" charset="0"/>
              </a:rPr>
              <a:t>][</a:t>
            </a:r>
            <a:r>
              <a:rPr kumimoji="0" lang="en-US" altLang="en-US" sz="1600" b="0" i="0" u="none" strike="noStrike" cap="none" normalizeH="0" baseline="0" dirty="0">
                <a:ln>
                  <a:noFill/>
                </a:ln>
                <a:solidFill>
                  <a:srgbClr val="666666"/>
                </a:solidFill>
                <a:effectLst/>
                <a:latin typeface="Roboto Mono" panose="00000009000000000000" pitchFamily="49" charset="0"/>
              </a:rPr>
              <a:t>10</a:t>
            </a:r>
            <a:r>
              <a:rPr kumimoji="0" lang="en-US" altLang="en-US" sz="1600" b="0" i="0" u="none" strike="noStrike" cap="none" normalizeH="0" baseline="0" dirty="0">
                <a:ln>
                  <a:noFill/>
                </a:ln>
                <a:solidFill>
                  <a:schemeClr val="tx1"/>
                </a:solidFill>
                <a:effectLst/>
                <a:latin typeface="Roboto Mono" panose="00000009000000000000" pitchFamily="49" charset="0"/>
              </a:rPr>
              <a:t>]</a:t>
            </a:r>
            <a:r>
              <a:rPr kumimoji="0" lang="en-US" altLang="en-US" sz="1600" b="0" i="0" u="none" strike="noStrike" cap="none" normalizeH="0" baseline="0" dirty="0">
                <a:ln>
                  <a:noFill/>
                </a:ln>
                <a:solidFill>
                  <a:schemeClr val="tx1"/>
                </a:solidFill>
                <a:effectLst/>
              </a:rPr>
              <a:t> </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8" name="Rectangle 3">
            <a:extLst>
              <a:ext uri="{FF2B5EF4-FFF2-40B4-BE49-F238E27FC236}">
                <a16:creationId xmlns:a16="http://schemas.microsoft.com/office/drawing/2014/main" id="{BE6848C6-7FAE-26A6-3E10-B2A6BCFFE309}"/>
              </a:ext>
            </a:extLst>
          </p:cNvPr>
          <p:cNvSpPr>
            <a:spLocks noChangeArrowheads="1"/>
          </p:cNvSpPr>
          <p:nvPr/>
        </p:nvSpPr>
        <p:spPr bwMode="auto">
          <a:xfrm>
            <a:off x="593202" y="4504474"/>
            <a:ext cx="10217552"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3C4043"/>
                </a:solidFill>
                <a:effectLst/>
                <a:latin typeface="Roboto Mono" panose="00000009000000000000" pitchFamily="49" charset="0"/>
              </a:rPr>
              <a:t>array([[0. ], [0. ], [0.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3C4043"/>
                </a:solidFill>
                <a:effectLst/>
                <a:latin typeface="Roboto Mono" panose="00000009000000000000" pitchFamily="49" charset="0"/>
              </a:rPr>
              <a:t>[0. ], [0. ], [0. ], [0. ], [0. ], [0.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3C4043"/>
                </a:solidFill>
                <a:effectLst/>
                <a:latin typeface="Roboto Mono" panose="00000009000000000000" pitchFamily="49" charset="0"/>
              </a:rPr>
              <a:t>[0. ], [0. ], [0. ], [0. ], [0.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3C4043"/>
                </a:solidFill>
                <a:effectLst/>
                <a:latin typeface="Roboto Mono" panose="00000009000000000000" pitchFamily="49" charset="0"/>
              </a:rPr>
              <a:t>[0.02352941], [0.99607843], [0.99607843],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3C4043"/>
                </a:solidFill>
                <a:effectLst/>
                <a:latin typeface="Roboto Mono" panose="00000009000000000000" pitchFamily="49" charset="0"/>
              </a:rPr>
              <a:t>[0.99607843], [0.76862745], [0. ], [0.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3C4043"/>
                </a:solidFill>
                <a:effectLst/>
                <a:latin typeface="Roboto Mono" panose="00000009000000000000" pitchFamily="49" charset="0"/>
              </a:rPr>
              <a:t>[0. ], [0. ]])</a:t>
            </a:r>
            <a:r>
              <a:rPr kumimoji="0" lang="en-US" altLang="en-US" sz="1600" b="0" i="0" u="none" strike="noStrike" cap="none" normalizeH="0" baseline="0" dirty="0">
                <a:ln>
                  <a:noFill/>
                </a:ln>
                <a:solidFill>
                  <a:schemeClr val="tx1"/>
                </a:solidFill>
                <a:effectLst/>
              </a:rPr>
              <a:t> </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334202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2EC97F-FAD9-E3F7-4C9F-95BA0E8CBDDD}"/>
              </a:ext>
            </a:extLst>
          </p:cNvPr>
          <p:cNvSpPr>
            <a:spLocks noGrp="1"/>
          </p:cNvSpPr>
          <p:nvPr>
            <p:ph type="title"/>
          </p:nvPr>
        </p:nvSpPr>
        <p:spPr>
          <a:xfrm>
            <a:off x="1066800" y="1000846"/>
            <a:ext cx="10058400" cy="572748"/>
          </a:xfrm>
        </p:spPr>
        <p:txBody>
          <a:bodyPr>
            <a:normAutofit fontScale="90000"/>
          </a:bodyPr>
          <a:lstStyle/>
          <a:p>
            <a:r>
              <a:rPr lang="en-IN" sz="3600" b="1" dirty="0"/>
              <a:t>5 | Build the CNN to classify Handwritten Digits</a:t>
            </a:r>
            <a:endParaRPr lang="en-US" sz="3600" b="1" dirty="0"/>
          </a:p>
        </p:txBody>
      </p:sp>
      <p:sp>
        <p:nvSpPr>
          <p:cNvPr id="3" name="Content Placeholder 2">
            <a:extLst>
              <a:ext uri="{FF2B5EF4-FFF2-40B4-BE49-F238E27FC236}">
                <a16:creationId xmlns:a16="http://schemas.microsoft.com/office/drawing/2014/main" id="{A610FAEC-55CB-0F97-BFF9-C209E137E4BA}"/>
              </a:ext>
            </a:extLst>
          </p:cNvPr>
          <p:cNvSpPr>
            <a:spLocks noGrp="1"/>
          </p:cNvSpPr>
          <p:nvPr>
            <p:ph idx="1"/>
          </p:nvPr>
        </p:nvSpPr>
        <p:spPr/>
        <p:txBody>
          <a:bodyPr>
            <a:normAutofit/>
          </a:bodyPr>
          <a:lstStyle/>
          <a:p>
            <a:pPr marL="0" indent="0" algn="l">
              <a:buNone/>
            </a:pPr>
            <a:r>
              <a:rPr lang="en-US" sz="1600" b="0" i="0" dirty="0">
                <a:effectLst/>
              </a:rPr>
              <a:t>A Convolutional Neural Network model generally consists of convolutional and pooling layers.</a:t>
            </a:r>
          </a:p>
          <a:p>
            <a:pPr marL="0" indent="0" algn="l">
              <a:buNone/>
            </a:pPr>
            <a:endParaRPr lang="en-US" sz="1600" b="0" i="0" dirty="0">
              <a:effectLst/>
            </a:endParaRPr>
          </a:p>
          <a:p>
            <a:pPr marL="0" indent="0" algn="l">
              <a:buNone/>
            </a:pPr>
            <a:r>
              <a:rPr lang="en-US" sz="1600" b="0" i="0" dirty="0">
                <a:effectLst/>
              </a:rPr>
              <a:t>We are using Sequential </a:t>
            </a:r>
            <a:r>
              <a:rPr lang="en-US" sz="1600" b="0" i="0" dirty="0" err="1">
                <a:effectLst/>
              </a:rPr>
              <a:t>Keras</a:t>
            </a:r>
            <a:r>
              <a:rPr lang="en-US" sz="1600" b="0" i="0" dirty="0">
                <a:effectLst/>
              </a:rPr>
              <a:t> model which have two pairs of Convolution2D and MaxPooling2D layers. The </a:t>
            </a:r>
            <a:r>
              <a:rPr lang="en-US" sz="1600" b="0" i="0" dirty="0" err="1">
                <a:effectLst/>
              </a:rPr>
              <a:t>MaxPooling</a:t>
            </a:r>
            <a:r>
              <a:rPr lang="en-US" sz="1600" b="0" i="0" dirty="0">
                <a:effectLst/>
              </a:rPr>
              <a:t> layer acts as a sort of </a:t>
            </a:r>
            <a:r>
              <a:rPr lang="en-US" sz="1600" b="0" i="0" dirty="0" err="1">
                <a:effectLst/>
              </a:rPr>
              <a:t>downsampling</a:t>
            </a:r>
            <a:r>
              <a:rPr lang="en-US" sz="1600" b="0" i="0" dirty="0">
                <a:effectLst/>
              </a:rPr>
              <a:t> using max values in a region instead of averaging.</a:t>
            </a:r>
          </a:p>
          <a:p>
            <a:pPr marL="0" indent="0" algn="l">
              <a:buNone/>
            </a:pPr>
            <a:endParaRPr lang="en-US" sz="1600" b="0" i="0" dirty="0">
              <a:effectLst/>
            </a:endParaRPr>
          </a:p>
          <a:p>
            <a:pPr marL="0" indent="0" algn="l">
              <a:buNone/>
            </a:pPr>
            <a:r>
              <a:rPr lang="en-US" sz="1600" b="0" i="0" dirty="0">
                <a:effectLst/>
              </a:rPr>
              <a:t>After that we will use Flatten layer to convert multidimensional parameters to vector.</a:t>
            </a:r>
          </a:p>
          <a:p>
            <a:pPr marL="0" indent="0" algn="l">
              <a:buNone/>
            </a:pPr>
            <a:r>
              <a:rPr lang="en-US" sz="1600" b="0" i="0" dirty="0">
                <a:effectLst/>
              </a:rPr>
              <a:t>The last layer will be a Dense layer with 10 </a:t>
            </a:r>
            <a:r>
              <a:rPr lang="en-US" sz="1600" b="0" i="0" dirty="0" err="1">
                <a:effectLst/>
              </a:rPr>
              <a:t>Softmax</a:t>
            </a:r>
            <a:r>
              <a:rPr lang="en-US" sz="1600" b="0" i="0" dirty="0">
                <a:effectLst/>
              </a:rPr>
              <a:t> outputs. The output represents the network guess. The 0-th output represents a probability that the input digit is 0, the 1-st output represents a probability that the input digit is 1 and so on...</a:t>
            </a:r>
          </a:p>
          <a:p>
            <a:endParaRPr lang="en-US" sz="1600" dirty="0"/>
          </a:p>
        </p:txBody>
      </p:sp>
    </p:spTree>
    <p:extLst>
      <p:ext uri="{BB962C8B-B14F-4D97-AF65-F5344CB8AC3E}">
        <p14:creationId xmlns:p14="http://schemas.microsoft.com/office/powerpoint/2010/main" val="24402929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17D884C-260C-B683-D08D-B71BC6F0B1B4}"/>
              </a:ext>
            </a:extLst>
          </p:cNvPr>
          <p:cNvSpPr>
            <a:spLocks noChangeArrowheads="1"/>
          </p:cNvSpPr>
          <p:nvPr/>
        </p:nvSpPr>
        <p:spPr bwMode="auto">
          <a:xfrm>
            <a:off x="613459" y="585144"/>
            <a:ext cx="10440364" cy="5687711"/>
          </a:xfrm>
          <a:prstGeom prst="rect">
            <a:avLst/>
          </a:prstGeom>
          <a:solidFill>
            <a:srgbClr val="F7F7F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30000"/>
              </a:spcBef>
              <a:spcAft>
                <a:spcPct val="0"/>
              </a:spcAft>
              <a:defRPr sz="1200">
                <a:solidFill>
                  <a:schemeClr val="tx1"/>
                </a:solidFill>
                <a:latin typeface="Arial" panose="020B0604020202020204" pitchFamily="34" charset="0"/>
              </a:defRPr>
            </a:lvl1pPr>
            <a:lvl2pPr eaLnBrk="0" fontAlgn="base" hangingPunct="0">
              <a:spcBef>
                <a:spcPct val="30000"/>
              </a:spcBef>
              <a:spcAft>
                <a:spcPct val="0"/>
              </a:spcAft>
              <a:defRPr sz="1200">
                <a:solidFill>
                  <a:schemeClr val="tx1"/>
                </a:solidFill>
                <a:latin typeface="Arial" panose="020B0604020202020204" pitchFamily="34" charset="0"/>
              </a:defRPr>
            </a:lvl2pPr>
            <a:lvl3pPr eaLnBrk="0" fontAlgn="base" hangingPunct="0">
              <a:spcBef>
                <a:spcPct val="30000"/>
              </a:spcBef>
              <a:spcAft>
                <a:spcPct val="0"/>
              </a:spcAft>
              <a:defRPr sz="1200">
                <a:solidFill>
                  <a:schemeClr val="tx1"/>
                </a:solidFill>
                <a:latin typeface="Arial" panose="020B0604020202020204" pitchFamily="34" charset="0"/>
              </a:defRPr>
            </a:lvl3pPr>
            <a:lvl4pPr eaLnBrk="0" fontAlgn="base" hangingPunct="0">
              <a:spcBef>
                <a:spcPct val="30000"/>
              </a:spcBef>
              <a:spcAft>
                <a:spcPct val="0"/>
              </a:spcAft>
              <a:defRPr sz="1200">
                <a:solidFill>
                  <a:schemeClr val="tx1"/>
                </a:solidFill>
                <a:latin typeface="Arial" panose="020B0604020202020204" pitchFamily="34" charset="0"/>
              </a:defRPr>
            </a:lvl4pPr>
            <a:lvl5pPr eaLnBrk="0" fontAlgn="base" hangingPunct="0">
              <a:spcBef>
                <a:spcPct val="30000"/>
              </a:spcBef>
              <a:spcAft>
                <a:spcPct val="0"/>
              </a:spcAft>
              <a:defRPr sz="1200">
                <a:solidFill>
                  <a:schemeClr val="tx1"/>
                </a:solidFill>
                <a:latin typeface="Arial" panose="020B0604020202020204" pitchFamily="34" charset="0"/>
              </a:defRPr>
            </a:lvl5pPr>
            <a:lvl6pPr eaLnBrk="0" fontAlgn="base" hangingPunct="0">
              <a:spcBef>
                <a:spcPct val="30000"/>
              </a:spcBef>
              <a:spcAft>
                <a:spcPct val="0"/>
              </a:spcAft>
              <a:defRPr sz="1200">
                <a:solidFill>
                  <a:schemeClr val="tx1"/>
                </a:solidFill>
                <a:latin typeface="Arial" panose="020B0604020202020204" pitchFamily="34" charset="0"/>
              </a:defRPr>
            </a:lvl6pPr>
            <a:lvl7pPr eaLnBrk="0" fontAlgn="base" hangingPunct="0">
              <a:spcBef>
                <a:spcPct val="30000"/>
              </a:spcBef>
              <a:spcAft>
                <a:spcPct val="0"/>
              </a:spcAft>
              <a:defRPr sz="1200">
                <a:solidFill>
                  <a:schemeClr val="tx1"/>
                </a:solidFill>
                <a:latin typeface="Arial" panose="020B0604020202020204" pitchFamily="34" charset="0"/>
              </a:defRPr>
            </a:lvl7pPr>
            <a:lvl8pPr eaLnBrk="0" fontAlgn="base" hangingPunct="0">
              <a:spcBef>
                <a:spcPct val="30000"/>
              </a:spcBef>
              <a:spcAft>
                <a:spcPct val="0"/>
              </a:spcAft>
              <a:defRPr sz="1200">
                <a:solidFill>
                  <a:schemeClr val="tx1"/>
                </a:solidFill>
                <a:latin typeface="Arial" panose="020B0604020202020204" pitchFamily="34" charset="0"/>
              </a:defRPr>
            </a:lvl8pPr>
            <a:lvl9pPr eaLnBrk="0" fontAlgn="base" hangingPunct="0">
              <a:spcBef>
                <a:spcPct val="30000"/>
              </a:spcBef>
              <a:spcAft>
                <a:spcPct val="0"/>
              </a:spcAft>
              <a:defRPr sz="12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400" b="0" i="0" u="none" strike="noStrike" cap="none" normalizeH="0" baseline="0" dirty="0">
                <a:ln>
                  <a:noFill/>
                </a:ln>
                <a:solidFill>
                  <a:schemeClr val="tx1"/>
                </a:solidFill>
                <a:effectLst/>
                <a:latin typeface="+mn-lt"/>
              </a:rPr>
              <a:t>model </a:t>
            </a:r>
            <a:r>
              <a:rPr kumimoji="0" lang="en-US" altLang="en-US" sz="1400" b="0" i="0" u="none" strike="noStrike" cap="none" normalizeH="0" baseline="0" dirty="0">
                <a:ln>
                  <a:noFill/>
                </a:ln>
                <a:solidFill>
                  <a:srgbClr val="055BE0"/>
                </a:solidFill>
                <a:effectLst/>
                <a:latin typeface="+mn-lt"/>
              </a:rPr>
              <a:t>=</a:t>
            </a:r>
            <a:r>
              <a:rPr kumimoji="0" lang="en-US" altLang="en-US" sz="1400" b="0" i="0" u="none" strike="noStrike" cap="none" normalizeH="0" baseline="0" dirty="0">
                <a:ln>
                  <a:noFill/>
                </a:ln>
                <a:solidFill>
                  <a:schemeClr val="tx1"/>
                </a:solidFill>
                <a:effectLst/>
                <a:latin typeface="+mn-lt"/>
              </a:rPr>
              <a:t> </a:t>
            </a:r>
            <a:r>
              <a:rPr kumimoji="0" lang="en-US" altLang="en-US" sz="1400" b="0" i="0" u="none" strike="noStrike" cap="none" normalizeH="0" baseline="0" dirty="0" err="1">
                <a:ln>
                  <a:noFill/>
                </a:ln>
                <a:solidFill>
                  <a:schemeClr val="tx1"/>
                </a:solidFill>
                <a:effectLst/>
                <a:latin typeface="+mn-lt"/>
              </a:rPr>
              <a:t>tf</a:t>
            </a:r>
            <a:r>
              <a:rPr kumimoji="0" lang="en-US" altLang="en-US" sz="1400" b="0" i="0" u="none" strike="noStrike" cap="none" normalizeH="0" baseline="0" dirty="0" err="1">
                <a:ln>
                  <a:noFill/>
                </a:ln>
                <a:solidFill>
                  <a:srgbClr val="055BE0"/>
                </a:solidFill>
                <a:effectLst/>
                <a:latin typeface="+mn-lt"/>
              </a:rPr>
              <a:t>.</a:t>
            </a:r>
            <a:r>
              <a:rPr kumimoji="0" lang="en-US" altLang="en-US" sz="1400" b="0" i="0" u="none" strike="noStrike" cap="none" normalizeH="0" baseline="0" dirty="0" err="1">
                <a:ln>
                  <a:noFill/>
                </a:ln>
                <a:solidFill>
                  <a:schemeClr val="tx1"/>
                </a:solidFill>
                <a:effectLst/>
                <a:latin typeface="+mn-lt"/>
              </a:rPr>
              <a:t>keras</a:t>
            </a:r>
            <a:r>
              <a:rPr kumimoji="0" lang="en-US" altLang="en-US" sz="1400" b="0" i="0" u="none" strike="noStrike" cap="none" normalizeH="0" baseline="0" dirty="0" err="1">
                <a:ln>
                  <a:noFill/>
                </a:ln>
                <a:solidFill>
                  <a:srgbClr val="055BE0"/>
                </a:solidFill>
                <a:effectLst/>
                <a:latin typeface="+mn-lt"/>
              </a:rPr>
              <a:t>.</a:t>
            </a:r>
            <a:r>
              <a:rPr kumimoji="0" lang="en-US" altLang="en-US" sz="1400" b="0" i="0" u="none" strike="noStrike" cap="none" normalizeH="0" baseline="0" dirty="0" err="1">
                <a:ln>
                  <a:noFill/>
                </a:ln>
                <a:solidFill>
                  <a:schemeClr val="tx1"/>
                </a:solidFill>
                <a:effectLst/>
                <a:latin typeface="+mn-lt"/>
              </a:rPr>
              <a:t>models</a:t>
            </a:r>
            <a:r>
              <a:rPr kumimoji="0" lang="en-US" altLang="en-US" sz="1400" b="0" i="0" u="none" strike="noStrike" cap="none" normalizeH="0" baseline="0" dirty="0" err="1">
                <a:ln>
                  <a:noFill/>
                </a:ln>
                <a:solidFill>
                  <a:srgbClr val="055BE0"/>
                </a:solidFill>
                <a:effectLst/>
                <a:latin typeface="+mn-lt"/>
              </a:rPr>
              <a:t>.</a:t>
            </a:r>
            <a:r>
              <a:rPr kumimoji="0" lang="en-US" altLang="en-US" sz="1400" b="0" i="0" u="none" strike="noStrike" cap="none" normalizeH="0" baseline="0" dirty="0" err="1">
                <a:ln>
                  <a:noFill/>
                </a:ln>
                <a:solidFill>
                  <a:schemeClr val="tx1"/>
                </a:solidFill>
                <a:effectLst/>
                <a:latin typeface="+mn-lt"/>
              </a:rPr>
              <a:t>Sequential</a:t>
            </a:r>
            <a:r>
              <a:rPr kumimoji="0" lang="en-US" altLang="en-US" sz="1400" b="0" i="0" u="none" strike="noStrike" cap="none" normalizeH="0" baseline="0" dirty="0">
                <a:ln>
                  <a:noFill/>
                </a:ln>
                <a:solidFill>
                  <a:schemeClr val="tx1"/>
                </a:solidFill>
                <a:effectLst/>
                <a:latin typeface="+mn-lt"/>
              </a:rPr>
              <a:t>() </a:t>
            </a: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400" b="0" i="0" u="none" strike="noStrike" cap="none" normalizeH="0" baseline="0" dirty="0" err="1">
                <a:ln>
                  <a:noFill/>
                </a:ln>
                <a:solidFill>
                  <a:schemeClr val="tx1"/>
                </a:solidFill>
                <a:effectLst/>
                <a:latin typeface="+mn-lt"/>
              </a:rPr>
              <a:t>model</a:t>
            </a:r>
            <a:r>
              <a:rPr kumimoji="0" lang="en-US" altLang="en-US" sz="1400" b="0" i="0" u="none" strike="noStrike" cap="none" normalizeH="0" baseline="0" dirty="0" err="1">
                <a:ln>
                  <a:noFill/>
                </a:ln>
                <a:solidFill>
                  <a:srgbClr val="055BE0"/>
                </a:solidFill>
                <a:effectLst/>
                <a:latin typeface="+mn-lt"/>
              </a:rPr>
              <a:t>.</a:t>
            </a:r>
            <a:r>
              <a:rPr kumimoji="0" lang="en-US" altLang="en-US" sz="1400" b="0" i="0" u="none" strike="noStrike" cap="none" normalizeH="0" baseline="0" dirty="0" err="1">
                <a:ln>
                  <a:noFill/>
                </a:ln>
                <a:solidFill>
                  <a:schemeClr val="tx1"/>
                </a:solidFill>
                <a:effectLst/>
                <a:latin typeface="+mn-lt"/>
              </a:rPr>
              <a:t>add</a:t>
            </a:r>
            <a:r>
              <a:rPr kumimoji="0" lang="en-US" altLang="en-US" sz="1400" b="0" i="0" u="none" strike="noStrike" cap="none" normalizeH="0" baseline="0" dirty="0">
                <a:ln>
                  <a:noFill/>
                </a:ln>
                <a:solidFill>
                  <a:schemeClr val="tx1"/>
                </a:solidFill>
                <a:effectLst/>
                <a:latin typeface="+mn-lt"/>
              </a:rPr>
              <a:t>(tf</a:t>
            </a:r>
            <a:r>
              <a:rPr kumimoji="0" lang="en-US" altLang="en-US" sz="1400" b="0" i="0" u="none" strike="noStrike" cap="none" normalizeH="0" baseline="0" dirty="0">
                <a:ln>
                  <a:noFill/>
                </a:ln>
                <a:solidFill>
                  <a:srgbClr val="055BE0"/>
                </a:solidFill>
                <a:effectLst/>
                <a:latin typeface="+mn-lt"/>
              </a:rPr>
              <a:t>.</a:t>
            </a:r>
            <a:r>
              <a:rPr kumimoji="0" lang="en-US" altLang="en-US" sz="1400" b="0" i="0" u="none" strike="noStrike" cap="none" normalizeH="0" baseline="0" dirty="0">
                <a:ln>
                  <a:noFill/>
                </a:ln>
                <a:solidFill>
                  <a:schemeClr val="tx1"/>
                </a:solidFill>
                <a:effectLst/>
                <a:latin typeface="+mn-lt"/>
              </a:rPr>
              <a:t>keras</a:t>
            </a:r>
            <a:r>
              <a:rPr kumimoji="0" lang="en-US" altLang="en-US" sz="1400" b="0" i="0" u="none" strike="noStrike" cap="none" normalizeH="0" baseline="0" dirty="0">
                <a:ln>
                  <a:noFill/>
                </a:ln>
                <a:solidFill>
                  <a:srgbClr val="055BE0"/>
                </a:solidFill>
                <a:effectLst/>
                <a:latin typeface="+mn-lt"/>
              </a:rPr>
              <a:t>.</a:t>
            </a:r>
            <a:r>
              <a:rPr kumimoji="0" lang="en-US" altLang="en-US" sz="1400" b="0" i="0" u="none" strike="noStrike" cap="none" normalizeH="0" baseline="0" dirty="0">
                <a:ln>
                  <a:noFill/>
                </a:ln>
                <a:solidFill>
                  <a:schemeClr val="tx1"/>
                </a:solidFill>
                <a:effectLst/>
                <a:latin typeface="+mn-lt"/>
              </a:rPr>
              <a:t>layers</a:t>
            </a:r>
            <a:r>
              <a:rPr kumimoji="0" lang="en-US" altLang="en-US" sz="1400" b="0" i="0" u="none" strike="noStrike" cap="none" normalizeH="0" baseline="0" dirty="0">
                <a:ln>
                  <a:noFill/>
                </a:ln>
                <a:solidFill>
                  <a:srgbClr val="055BE0"/>
                </a:solidFill>
                <a:effectLst/>
                <a:latin typeface="+mn-lt"/>
              </a:rPr>
              <a:t>.</a:t>
            </a:r>
            <a:r>
              <a:rPr kumimoji="0" lang="en-US" altLang="en-US" sz="1400" b="0" i="0" u="none" strike="noStrike" cap="none" normalizeH="0" baseline="0" dirty="0">
                <a:ln>
                  <a:noFill/>
                </a:ln>
                <a:solidFill>
                  <a:schemeClr val="tx1"/>
                </a:solidFill>
                <a:effectLst/>
                <a:latin typeface="+mn-lt"/>
              </a:rPr>
              <a:t>Convolution2D( </a:t>
            </a:r>
          </a:p>
          <a:p>
            <a:pPr marL="0" marR="0" lvl="0" indent="0" algn="l" defTabSz="914400" rtl="0" eaLnBrk="0" fontAlgn="base" latinLnBrk="0" hangingPunct="0">
              <a:lnSpc>
                <a:spcPct val="100000"/>
              </a:lnSpc>
              <a:spcBef>
                <a:spcPct val="30000"/>
              </a:spcBef>
              <a:spcAft>
                <a:spcPct val="0"/>
              </a:spcAft>
              <a:buClrTx/>
              <a:buSzTx/>
              <a:buFontTx/>
              <a:buNone/>
              <a:tabLst/>
            </a:pPr>
            <a:r>
              <a:rPr lang="en-US" altLang="en-US" sz="1400" dirty="0">
                <a:latin typeface="+mn-lt"/>
              </a:rPr>
              <a:t>	</a:t>
            </a:r>
            <a:r>
              <a:rPr kumimoji="0" lang="en-US" altLang="en-US" sz="1400" b="0" i="0" u="none" strike="noStrike" cap="none" normalizeH="0" baseline="0" dirty="0" err="1">
                <a:ln>
                  <a:noFill/>
                </a:ln>
                <a:solidFill>
                  <a:schemeClr val="tx1"/>
                </a:solidFill>
                <a:effectLst/>
                <a:latin typeface="+mn-lt"/>
              </a:rPr>
              <a:t>input_shape</a:t>
            </a:r>
            <a:r>
              <a:rPr kumimoji="0" lang="en-US" altLang="en-US" sz="1400" b="0" i="0" u="none" strike="noStrike" cap="none" normalizeH="0" baseline="0" dirty="0">
                <a:ln>
                  <a:noFill/>
                </a:ln>
                <a:solidFill>
                  <a:srgbClr val="055BE0"/>
                </a:solidFill>
                <a:effectLst/>
                <a:latin typeface="+mn-lt"/>
              </a:rPr>
              <a:t>=</a:t>
            </a:r>
            <a:r>
              <a:rPr kumimoji="0" lang="en-US" altLang="en-US" sz="1400" b="0" i="0" u="none" strike="noStrike" cap="none" normalizeH="0" baseline="0" dirty="0">
                <a:ln>
                  <a:noFill/>
                </a:ln>
                <a:solidFill>
                  <a:schemeClr val="tx1"/>
                </a:solidFill>
                <a:effectLst/>
                <a:latin typeface="+mn-lt"/>
              </a:rPr>
              <a:t>(IMAGE_WIDTH, IMAGE_HEIGHT, IMAGE_CHANNELS), </a:t>
            </a:r>
          </a:p>
          <a:p>
            <a:pPr marL="0" marR="0" lvl="0" indent="0" algn="l" defTabSz="914400" rtl="0" eaLnBrk="0" fontAlgn="base" latinLnBrk="0" hangingPunct="0">
              <a:lnSpc>
                <a:spcPct val="100000"/>
              </a:lnSpc>
              <a:spcBef>
                <a:spcPct val="30000"/>
              </a:spcBef>
              <a:spcAft>
                <a:spcPct val="0"/>
              </a:spcAft>
              <a:buClrTx/>
              <a:buSzTx/>
              <a:buFontTx/>
              <a:buNone/>
              <a:tabLst/>
            </a:pPr>
            <a:r>
              <a:rPr lang="en-US" altLang="en-US" sz="1400" dirty="0">
                <a:latin typeface="+mn-lt"/>
              </a:rPr>
              <a:t>	</a:t>
            </a:r>
            <a:r>
              <a:rPr kumimoji="0" lang="en-US" altLang="en-US" sz="1400" b="0" i="0" u="none" strike="noStrike" cap="none" normalizeH="0" baseline="0" dirty="0" err="1">
                <a:ln>
                  <a:noFill/>
                </a:ln>
                <a:solidFill>
                  <a:schemeClr val="tx1"/>
                </a:solidFill>
                <a:effectLst/>
                <a:latin typeface="+mn-lt"/>
              </a:rPr>
              <a:t>kernel_size</a:t>
            </a:r>
            <a:r>
              <a:rPr kumimoji="0" lang="en-US" altLang="en-US" sz="1400" b="0" i="0" u="none" strike="noStrike" cap="none" normalizeH="0" baseline="0" dirty="0">
                <a:ln>
                  <a:noFill/>
                </a:ln>
                <a:solidFill>
                  <a:srgbClr val="055BE0"/>
                </a:solidFill>
                <a:effectLst/>
                <a:latin typeface="+mn-lt"/>
              </a:rPr>
              <a:t>=</a:t>
            </a:r>
            <a:r>
              <a:rPr kumimoji="0" lang="en-US" altLang="en-US" sz="1400" b="0" i="0" u="none" strike="noStrike" cap="none" normalizeH="0" baseline="0" dirty="0">
                <a:ln>
                  <a:noFill/>
                </a:ln>
                <a:solidFill>
                  <a:srgbClr val="666666"/>
                </a:solidFill>
                <a:effectLst/>
                <a:latin typeface="+mn-lt"/>
              </a:rPr>
              <a:t>5</a:t>
            </a:r>
            <a:r>
              <a:rPr kumimoji="0" lang="en-US" altLang="en-US" sz="1400" b="0" i="0" u="none" strike="noStrike" cap="none" normalizeH="0" baseline="0" dirty="0">
                <a:ln>
                  <a:noFill/>
                </a:ln>
                <a:solidFill>
                  <a:schemeClr val="tx1"/>
                </a:solidFill>
                <a:effectLst/>
                <a:latin typeface="+mn-lt"/>
              </a:rPr>
              <a:t>, filters</a:t>
            </a:r>
            <a:r>
              <a:rPr kumimoji="0" lang="en-US" altLang="en-US" sz="1400" b="0" i="0" u="none" strike="noStrike" cap="none" normalizeH="0" baseline="0" dirty="0">
                <a:ln>
                  <a:noFill/>
                </a:ln>
                <a:solidFill>
                  <a:srgbClr val="055BE0"/>
                </a:solidFill>
                <a:effectLst/>
                <a:latin typeface="+mn-lt"/>
              </a:rPr>
              <a:t>=</a:t>
            </a:r>
            <a:r>
              <a:rPr kumimoji="0" lang="en-US" altLang="en-US" sz="1400" b="0" i="0" u="none" strike="noStrike" cap="none" normalizeH="0" baseline="0" dirty="0">
                <a:ln>
                  <a:noFill/>
                </a:ln>
                <a:solidFill>
                  <a:srgbClr val="666666"/>
                </a:solidFill>
                <a:effectLst/>
                <a:latin typeface="+mn-lt"/>
              </a:rPr>
              <a:t>8</a:t>
            </a:r>
            <a:r>
              <a:rPr kumimoji="0" lang="en-US" altLang="en-US" sz="1400" b="0" i="0" u="none" strike="noStrike" cap="none" normalizeH="0" baseline="0" dirty="0">
                <a:ln>
                  <a:noFill/>
                </a:ln>
                <a:solidFill>
                  <a:schemeClr val="tx1"/>
                </a:solidFill>
                <a:effectLst/>
                <a:latin typeface="+mn-lt"/>
              </a:rPr>
              <a:t>, strides</a:t>
            </a:r>
            <a:r>
              <a:rPr kumimoji="0" lang="en-US" altLang="en-US" sz="1400" b="0" i="0" u="none" strike="noStrike" cap="none" normalizeH="0" baseline="0" dirty="0">
                <a:ln>
                  <a:noFill/>
                </a:ln>
                <a:solidFill>
                  <a:srgbClr val="055BE0"/>
                </a:solidFill>
                <a:effectLst/>
                <a:latin typeface="+mn-lt"/>
              </a:rPr>
              <a:t>=</a:t>
            </a:r>
            <a:r>
              <a:rPr kumimoji="0" lang="en-US" altLang="en-US" sz="1400" b="0" i="0" u="none" strike="noStrike" cap="none" normalizeH="0" baseline="0" dirty="0">
                <a:ln>
                  <a:noFill/>
                </a:ln>
                <a:solidFill>
                  <a:srgbClr val="666666"/>
                </a:solidFill>
                <a:effectLst/>
                <a:latin typeface="+mn-lt"/>
              </a:rPr>
              <a:t>1</a:t>
            </a:r>
            <a:r>
              <a:rPr kumimoji="0" lang="en-US" altLang="en-US" sz="1400" b="0" i="0" u="none" strike="noStrike" cap="none" normalizeH="0" baseline="0" dirty="0">
                <a:ln>
                  <a:noFill/>
                </a:ln>
                <a:solidFill>
                  <a:schemeClr val="tx1"/>
                </a:solidFill>
                <a:effectLst/>
                <a:latin typeface="+mn-lt"/>
              </a:rPr>
              <a:t>, activation</a:t>
            </a:r>
            <a:r>
              <a:rPr kumimoji="0" lang="en-US" altLang="en-US" sz="1400" b="0" i="0" u="none" strike="noStrike" cap="none" normalizeH="0" baseline="0" dirty="0">
                <a:ln>
                  <a:noFill/>
                </a:ln>
                <a:solidFill>
                  <a:srgbClr val="055BE0"/>
                </a:solidFill>
                <a:effectLst/>
                <a:latin typeface="+mn-lt"/>
              </a:rPr>
              <a:t>=</a:t>
            </a:r>
            <a:r>
              <a:rPr kumimoji="0" lang="en-US" altLang="en-US" sz="1400" b="0" i="0" u="none" strike="noStrike" cap="none" normalizeH="0" baseline="0" dirty="0" err="1">
                <a:ln>
                  <a:noFill/>
                </a:ln>
                <a:solidFill>
                  <a:schemeClr val="tx1"/>
                </a:solidFill>
                <a:effectLst/>
                <a:latin typeface="+mn-lt"/>
              </a:rPr>
              <a:t>tf</a:t>
            </a:r>
            <a:r>
              <a:rPr kumimoji="0" lang="en-US" altLang="en-US" sz="1400" b="0" i="0" u="none" strike="noStrike" cap="none" normalizeH="0" baseline="0" dirty="0" err="1">
                <a:ln>
                  <a:noFill/>
                </a:ln>
                <a:solidFill>
                  <a:srgbClr val="055BE0"/>
                </a:solidFill>
                <a:effectLst/>
                <a:latin typeface="+mn-lt"/>
              </a:rPr>
              <a:t>.</a:t>
            </a:r>
            <a:r>
              <a:rPr kumimoji="0" lang="en-US" altLang="en-US" sz="1400" b="0" i="0" u="none" strike="noStrike" cap="none" normalizeH="0" baseline="0" dirty="0" err="1">
                <a:ln>
                  <a:noFill/>
                </a:ln>
                <a:solidFill>
                  <a:schemeClr val="tx1"/>
                </a:solidFill>
                <a:effectLst/>
                <a:latin typeface="+mn-lt"/>
              </a:rPr>
              <a:t>keras</a:t>
            </a:r>
            <a:r>
              <a:rPr kumimoji="0" lang="en-US" altLang="en-US" sz="1400" b="0" i="0" u="none" strike="noStrike" cap="none" normalizeH="0" baseline="0" dirty="0" err="1">
                <a:ln>
                  <a:noFill/>
                </a:ln>
                <a:solidFill>
                  <a:srgbClr val="055BE0"/>
                </a:solidFill>
                <a:effectLst/>
                <a:latin typeface="+mn-lt"/>
              </a:rPr>
              <a:t>.</a:t>
            </a:r>
            <a:r>
              <a:rPr kumimoji="0" lang="en-US" altLang="en-US" sz="1400" b="0" i="0" u="none" strike="noStrike" cap="none" normalizeH="0" baseline="0" dirty="0" err="1">
                <a:ln>
                  <a:noFill/>
                </a:ln>
                <a:solidFill>
                  <a:schemeClr val="tx1"/>
                </a:solidFill>
                <a:effectLst/>
                <a:latin typeface="+mn-lt"/>
              </a:rPr>
              <a:t>activations</a:t>
            </a:r>
            <a:r>
              <a:rPr kumimoji="0" lang="en-US" altLang="en-US" sz="1400" b="0" i="0" u="none" strike="noStrike" cap="none" normalizeH="0" baseline="0" dirty="0" err="1">
                <a:ln>
                  <a:noFill/>
                </a:ln>
                <a:solidFill>
                  <a:srgbClr val="055BE0"/>
                </a:solidFill>
                <a:effectLst/>
                <a:latin typeface="+mn-lt"/>
              </a:rPr>
              <a:t>.</a:t>
            </a:r>
            <a:r>
              <a:rPr kumimoji="0" lang="en-US" altLang="en-US" sz="1400" b="0" i="0" u="none" strike="noStrike" cap="none" normalizeH="0" baseline="0" dirty="0" err="1">
                <a:ln>
                  <a:noFill/>
                </a:ln>
                <a:solidFill>
                  <a:schemeClr val="tx1"/>
                </a:solidFill>
                <a:effectLst/>
                <a:latin typeface="+mn-lt"/>
              </a:rPr>
              <a:t>relu</a:t>
            </a:r>
            <a:r>
              <a:rPr kumimoji="0" lang="en-US" altLang="en-US" sz="1400" b="0" i="0" u="none" strike="noStrike" cap="none" normalizeH="0" baseline="0" dirty="0">
                <a:ln>
                  <a:noFill/>
                </a:ln>
                <a:solidFill>
                  <a:schemeClr val="tx1"/>
                </a:solidFill>
                <a:effectLst/>
                <a:latin typeface="+mn-lt"/>
              </a:rPr>
              <a:t>, </a:t>
            </a:r>
          </a:p>
          <a:p>
            <a:pPr marL="0" marR="0" lvl="0" indent="0" algn="l" defTabSz="914400" rtl="0" eaLnBrk="0" fontAlgn="base" latinLnBrk="0" hangingPunct="0">
              <a:lnSpc>
                <a:spcPct val="100000"/>
              </a:lnSpc>
              <a:spcBef>
                <a:spcPct val="30000"/>
              </a:spcBef>
              <a:spcAft>
                <a:spcPct val="0"/>
              </a:spcAft>
              <a:buClrTx/>
              <a:buSzTx/>
              <a:buFontTx/>
              <a:buNone/>
              <a:tabLst/>
            </a:pPr>
            <a:r>
              <a:rPr lang="en-US" altLang="en-US" sz="1400" dirty="0">
                <a:latin typeface="+mn-lt"/>
              </a:rPr>
              <a:t>	</a:t>
            </a:r>
            <a:r>
              <a:rPr kumimoji="0" lang="en-US" altLang="en-US" sz="1400" b="0" i="0" u="none" strike="noStrike" cap="none" normalizeH="0" baseline="0" dirty="0" err="1">
                <a:ln>
                  <a:noFill/>
                </a:ln>
                <a:solidFill>
                  <a:schemeClr val="tx1"/>
                </a:solidFill>
                <a:effectLst/>
                <a:latin typeface="+mn-lt"/>
              </a:rPr>
              <a:t>kernel_initializer</a:t>
            </a:r>
            <a:r>
              <a:rPr kumimoji="0" lang="en-US" altLang="en-US" sz="1400" b="0" i="0" u="none" strike="noStrike" cap="none" normalizeH="0" baseline="0" dirty="0">
                <a:ln>
                  <a:noFill/>
                </a:ln>
                <a:solidFill>
                  <a:srgbClr val="055BE0"/>
                </a:solidFill>
                <a:effectLst/>
                <a:latin typeface="+mn-lt"/>
              </a:rPr>
              <a:t>=</a:t>
            </a:r>
            <a:r>
              <a:rPr kumimoji="0" lang="en-US" altLang="en-US" sz="1400" b="0" i="0" u="none" strike="noStrike" cap="none" normalizeH="0" baseline="0" dirty="0" err="1">
                <a:ln>
                  <a:noFill/>
                </a:ln>
                <a:solidFill>
                  <a:schemeClr val="tx1"/>
                </a:solidFill>
                <a:effectLst/>
                <a:latin typeface="+mn-lt"/>
              </a:rPr>
              <a:t>tf</a:t>
            </a:r>
            <a:r>
              <a:rPr kumimoji="0" lang="en-US" altLang="en-US" sz="1400" b="0" i="0" u="none" strike="noStrike" cap="none" normalizeH="0" baseline="0" dirty="0" err="1">
                <a:ln>
                  <a:noFill/>
                </a:ln>
                <a:solidFill>
                  <a:srgbClr val="055BE0"/>
                </a:solidFill>
                <a:effectLst/>
                <a:latin typeface="+mn-lt"/>
              </a:rPr>
              <a:t>.</a:t>
            </a:r>
            <a:r>
              <a:rPr kumimoji="0" lang="en-US" altLang="en-US" sz="1400" b="0" i="0" u="none" strike="noStrike" cap="none" normalizeH="0" baseline="0" dirty="0" err="1">
                <a:ln>
                  <a:noFill/>
                </a:ln>
                <a:solidFill>
                  <a:schemeClr val="tx1"/>
                </a:solidFill>
                <a:effectLst/>
                <a:latin typeface="+mn-lt"/>
              </a:rPr>
              <a:t>keras</a:t>
            </a:r>
            <a:r>
              <a:rPr kumimoji="0" lang="en-US" altLang="en-US" sz="1400" b="0" i="0" u="none" strike="noStrike" cap="none" normalizeH="0" baseline="0" dirty="0" err="1">
                <a:ln>
                  <a:noFill/>
                </a:ln>
                <a:solidFill>
                  <a:srgbClr val="055BE0"/>
                </a:solidFill>
                <a:effectLst/>
                <a:latin typeface="+mn-lt"/>
              </a:rPr>
              <a:t>.</a:t>
            </a:r>
            <a:r>
              <a:rPr kumimoji="0" lang="en-US" altLang="en-US" sz="1400" b="0" i="0" u="none" strike="noStrike" cap="none" normalizeH="0" baseline="0" dirty="0" err="1">
                <a:ln>
                  <a:noFill/>
                </a:ln>
                <a:solidFill>
                  <a:schemeClr val="tx1"/>
                </a:solidFill>
                <a:effectLst/>
                <a:latin typeface="+mn-lt"/>
              </a:rPr>
              <a:t>initializers</a:t>
            </a:r>
            <a:r>
              <a:rPr kumimoji="0" lang="en-US" altLang="en-US" sz="1400" b="0" i="0" u="none" strike="noStrike" cap="none" normalizeH="0" baseline="0" dirty="0" err="1">
                <a:ln>
                  <a:noFill/>
                </a:ln>
                <a:solidFill>
                  <a:srgbClr val="055BE0"/>
                </a:solidFill>
                <a:effectLst/>
                <a:latin typeface="+mn-lt"/>
              </a:rPr>
              <a:t>.</a:t>
            </a:r>
            <a:r>
              <a:rPr kumimoji="0" lang="en-US" altLang="en-US" sz="1400" b="0" i="0" u="none" strike="noStrike" cap="none" normalizeH="0" baseline="0" dirty="0" err="1">
                <a:ln>
                  <a:noFill/>
                </a:ln>
                <a:solidFill>
                  <a:schemeClr val="tx1"/>
                </a:solidFill>
                <a:effectLst/>
                <a:latin typeface="+mn-lt"/>
              </a:rPr>
              <a:t>VarianceScaling</a:t>
            </a:r>
            <a:r>
              <a:rPr kumimoji="0" lang="en-US" altLang="en-US" sz="1400" b="0" i="0" u="none" strike="noStrike" cap="none" normalizeH="0" baseline="0" dirty="0">
                <a:ln>
                  <a:noFill/>
                </a:ln>
                <a:solidFill>
                  <a:schemeClr val="tx1"/>
                </a:solidFill>
                <a:effectLst/>
                <a:latin typeface="+mn-lt"/>
              </a:rPr>
              <a:t>() )) </a:t>
            </a: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400" b="0" i="0" u="none" strike="noStrike" cap="none" normalizeH="0" baseline="0" dirty="0" err="1">
                <a:ln>
                  <a:noFill/>
                </a:ln>
                <a:solidFill>
                  <a:schemeClr val="tx1"/>
                </a:solidFill>
                <a:effectLst/>
                <a:latin typeface="+mn-lt"/>
              </a:rPr>
              <a:t>model</a:t>
            </a:r>
            <a:r>
              <a:rPr kumimoji="0" lang="en-US" altLang="en-US" sz="1400" b="0" i="0" u="none" strike="noStrike" cap="none" normalizeH="0" baseline="0" dirty="0" err="1">
                <a:ln>
                  <a:noFill/>
                </a:ln>
                <a:solidFill>
                  <a:srgbClr val="055BE0"/>
                </a:solidFill>
                <a:effectLst/>
                <a:latin typeface="+mn-lt"/>
              </a:rPr>
              <a:t>.</a:t>
            </a:r>
            <a:r>
              <a:rPr kumimoji="0" lang="en-US" altLang="en-US" sz="1400" b="0" i="0" u="none" strike="noStrike" cap="none" normalizeH="0" baseline="0" dirty="0" err="1">
                <a:ln>
                  <a:noFill/>
                </a:ln>
                <a:solidFill>
                  <a:schemeClr val="tx1"/>
                </a:solidFill>
                <a:effectLst/>
                <a:latin typeface="+mn-lt"/>
              </a:rPr>
              <a:t>add</a:t>
            </a:r>
            <a:r>
              <a:rPr kumimoji="0" lang="en-US" altLang="en-US" sz="1400" b="0" i="0" u="none" strike="noStrike" cap="none" normalizeH="0" baseline="0" dirty="0">
                <a:ln>
                  <a:noFill/>
                </a:ln>
                <a:solidFill>
                  <a:schemeClr val="tx1"/>
                </a:solidFill>
                <a:effectLst/>
                <a:latin typeface="+mn-lt"/>
              </a:rPr>
              <a:t>(tf</a:t>
            </a:r>
            <a:r>
              <a:rPr kumimoji="0" lang="en-US" altLang="en-US" sz="1400" b="0" i="0" u="none" strike="noStrike" cap="none" normalizeH="0" baseline="0" dirty="0">
                <a:ln>
                  <a:noFill/>
                </a:ln>
                <a:solidFill>
                  <a:srgbClr val="055BE0"/>
                </a:solidFill>
                <a:effectLst/>
                <a:latin typeface="+mn-lt"/>
              </a:rPr>
              <a:t>.</a:t>
            </a:r>
            <a:r>
              <a:rPr kumimoji="0" lang="en-US" altLang="en-US" sz="1400" b="0" i="0" u="none" strike="noStrike" cap="none" normalizeH="0" baseline="0" dirty="0">
                <a:ln>
                  <a:noFill/>
                </a:ln>
                <a:solidFill>
                  <a:schemeClr val="tx1"/>
                </a:solidFill>
                <a:effectLst/>
                <a:latin typeface="+mn-lt"/>
              </a:rPr>
              <a:t>keras</a:t>
            </a:r>
            <a:r>
              <a:rPr kumimoji="0" lang="en-US" altLang="en-US" sz="1400" b="0" i="0" u="none" strike="noStrike" cap="none" normalizeH="0" baseline="0" dirty="0">
                <a:ln>
                  <a:noFill/>
                </a:ln>
                <a:solidFill>
                  <a:srgbClr val="055BE0"/>
                </a:solidFill>
                <a:effectLst/>
                <a:latin typeface="+mn-lt"/>
              </a:rPr>
              <a:t>.</a:t>
            </a:r>
            <a:r>
              <a:rPr kumimoji="0" lang="en-US" altLang="en-US" sz="1400" b="0" i="0" u="none" strike="noStrike" cap="none" normalizeH="0" baseline="0" dirty="0">
                <a:ln>
                  <a:noFill/>
                </a:ln>
                <a:solidFill>
                  <a:schemeClr val="tx1"/>
                </a:solidFill>
                <a:effectLst/>
                <a:latin typeface="+mn-lt"/>
              </a:rPr>
              <a:t>layers</a:t>
            </a:r>
            <a:r>
              <a:rPr kumimoji="0" lang="en-US" altLang="en-US" sz="1400" b="0" i="0" u="none" strike="noStrike" cap="none" normalizeH="0" baseline="0" dirty="0">
                <a:ln>
                  <a:noFill/>
                </a:ln>
                <a:solidFill>
                  <a:srgbClr val="055BE0"/>
                </a:solidFill>
                <a:effectLst/>
                <a:latin typeface="+mn-lt"/>
              </a:rPr>
              <a:t>.</a:t>
            </a:r>
            <a:r>
              <a:rPr kumimoji="0" lang="en-US" altLang="en-US" sz="1400" b="0" i="0" u="none" strike="noStrike" cap="none" normalizeH="0" baseline="0" dirty="0">
                <a:ln>
                  <a:noFill/>
                </a:ln>
                <a:solidFill>
                  <a:schemeClr val="tx1"/>
                </a:solidFill>
                <a:effectLst/>
                <a:latin typeface="+mn-lt"/>
              </a:rPr>
              <a:t>MaxPooling2D( </a:t>
            </a:r>
            <a:r>
              <a:rPr kumimoji="0" lang="en-US" altLang="en-US" sz="1400" b="0" i="0" u="none" strike="noStrike" cap="none" normalizeH="0" baseline="0" dirty="0" err="1">
                <a:ln>
                  <a:noFill/>
                </a:ln>
                <a:solidFill>
                  <a:schemeClr val="tx1"/>
                </a:solidFill>
                <a:effectLst/>
                <a:latin typeface="+mn-lt"/>
              </a:rPr>
              <a:t>pool_size</a:t>
            </a:r>
            <a:r>
              <a:rPr kumimoji="0" lang="en-US" altLang="en-US" sz="1400" b="0" i="0" u="none" strike="noStrike" cap="none" normalizeH="0" baseline="0" dirty="0">
                <a:ln>
                  <a:noFill/>
                </a:ln>
                <a:solidFill>
                  <a:srgbClr val="055BE0"/>
                </a:solidFill>
                <a:effectLst/>
                <a:latin typeface="+mn-lt"/>
              </a:rPr>
              <a:t>=</a:t>
            </a:r>
            <a:r>
              <a:rPr kumimoji="0" lang="en-US" altLang="en-US" sz="1400" b="0" i="0" u="none" strike="noStrike" cap="none" normalizeH="0" baseline="0" dirty="0">
                <a:ln>
                  <a:noFill/>
                </a:ln>
                <a:solidFill>
                  <a:schemeClr val="tx1"/>
                </a:solidFill>
                <a:effectLst/>
                <a:latin typeface="+mn-lt"/>
              </a:rPr>
              <a:t>(</a:t>
            </a:r>
            <a:r>
              <a:rPr kumimoji="0" lang="en-US" altLang="en-US" sz="1400" b="0" i="0" u="none" strike="noStrike" cap="none" normalizeH="0" baseline="0" dirty="0">
                <a:ln>
                  <a:noFill/>
                </a:ln>
                <a:solidFill>
                  <a:srgbClr val="666666"/>
                </a:solidFill>
                <a:effectLst/>
                <a:latin typeface="+mn-lt"/>
              </a:rPr>
              <a:t>2</a:t>
            </a:r>
            <a:r>
              <a:rPr kumimoji="0" lang="en-US" altLang="en-US" sz="1400" b="0" i="0" u="none" strike="noStrike" cap="none" normalizeH="0" baseline="0" dirty="0">
                <a:ln>
                  <a:noFill/>
                </a:ln>
                <a:solidFill>
                  <a:schemeClr val="tx1"/>
                </a:solidFill>
                <a:effectLst/>
                <a:latin typeface="+mn-lt"/>
              </a:rPr>
              <a:t>, </a:t>
            </a:r>
            <a:r>
              <a:rPr kumimoji="0" lang="en-US" altLang="en-US" sz="1400" b="0" i="0" u="none" strike="noStrike" cap="none" normalizeH="0" baseline="0" dirty="0">
                <a:ln>
                  <a:noFill/>
                </a:ln>
                <a:solidFill>
                  <a:srgbClr val="666666"/>
                </a:solidFill>
                <a:effectLst/>
                <a:latin typeface="+mn-lt"/>
              </a:rPr>
              <a:t>2</a:t>
            </a:r>
            <a:r>
              <a:rPr kumimoji="0" lang="en-US" altLang="en-US" sz="1400" b="0" i="0" u="none" strike="noStrike" cap="none" normalizeH="0" baseline="0" dirty="0">
                <a:ln>
                  <a:noFill/>
                </a:ln>
                <a:solidFill>
                  <a:schemeClr val="tx1"/>
                </a:solidFill>
                <a:effectLst/>
                <a:latin typeface="+mn-lt"/>
              </a:rPr>
              <a:t>), strides</a:t>
            </a:r>
            <a:r>
              <a:rPr kumimoji="0" lang="en-US" altLang="en-US" sz="1400" b="0" i="0" u="none" strike="noStrike" cap="none" normalizeH="0" baseline="0" dirty="0">
                <a:ln>
                  <a:noFill/>
                </a:ln>
                <a:solidFill>
                  <a:srgbClr val="055BE0"/>
                </a:solidFill>
                <a:effectLst/>
                <a:latin typeface="+mn-lt"/>
              </a:rPr>
              <a:t>=</a:t>
            </a:r>
            <a:r>
              <a:rPr kumimoji="0" lang="en-US" altLang="en-US" sz="1400" b="0" i="0" u="none" strike="noStrike" cap="none" normalizeH="0" baseline="0" dirty="0">
                <a:ln>
                  <a:noFill/>
                </a:ln>
                <a:solidFill>
                  <a:schemeClr val="tx1"/>
                </a:solidFill>
                <a:effectLst/>
                <a:latin typeface="+mn-lt"/>
              </a:rPr>
              <a:t>(</a:t>
            </a:r>
            <a:r>
              <a:rPr kumimoji="0" lang="en-US" altLang="en-US" sz="1400" b="0" i="0" u="none" strike="noStrike" cap="none" normalizeH="0" baseline="0" dirty="0">
                <a:ln>
                  <a:noFill/>
                </a:ln>
                <a:solidFill>
                  <a:srgbClr val="666666"/>
                </a:solidFill>
                <a:effectLst/>
                <a:latin typeface="+mn-lt"/>
              </a:rPr>
              <a:t>2</a:t>
            </a:r>
            <a:r>
              <a:rPr kumimoji="0" lang="en-US" altLang="en-US" sz="1400" b="0" i="0" u="none" strike="noStrike" cap="none" normalizeH="0" baseline="0" dirty="0">
                <a:ln>
                  <a:noFill/>
                </a:ln>
                <a:solidFill>
                  <a:schemeClr val="tx1"/>
                </a:solidFill>
                <a:effectLst/>
                <a:latin typeface="+mn-lt"/>
              </a:rPr>
              <a:t>, </a:t>
            </a:r>
            <a:r>
              <a:rPr kumimoji="0" lang="en-US" altLang="en-US" sz="1400" b="0" i="0" u="none" strike="noStrike" cap="none" normalizeH="0" baseline="0" dirty="0">
                <a:ln>
                  <a:noFill/>
                </a:ln>
                <a:solidFill>
                  <a:srgbClr val="666666"/>
                </a:solidFill>
                <a:effectLst/>
                <a:latin typeface="+mn-lt"/>
              </a:rPr>
              <a:t>2</a:t>
            </a:r>
            <a:r>
              <a:rPr kumimoji="0" lang="en-US" altLang="en-US" sz="1400" b="0" i="0" u="none" strike="noStrike" cap="none" normalizeH="0" baseline="0" dirty="0">
                <a:ln>
                  <a:noFill/>
                </a:ln>
                <a:solidFill>
                  <a:schemeClr val="tx1"/>
                </a:solidFill>
                <a:effectLst/>
                <a:latin typeface="+mn-lt"/>
              </a:rPr>
              <a:t>) ))</a:t>
            </a:r>
          </a:p>
          <a:p>
            <a:pPr marL="0" marR="0" lvl="0" indent="0" algn="l" defTabSz="914400" rtl="0" eaLnBrk="0" fontAlgn="base" latinLnBrk="0" hangingPunct="0">
              <a:lnSpc>
                <a:spcPct val="100000"/>
              </a:lnSpc>
              <a:spcBef>
                <a:spcPct val="3000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400" b="0" i="0" u="none" strike="noStrike" cap="none" normalizeH="0" baseline="0" dirty="0" err="1">
                <a:ln>
                  <a:noFill/>
                </a:ln>
                <a:solidFill>
                  <a:schemeClr val="tx1"/>
                </a:solidFill>
                <a:effectLst/>
                <a:latin typeface="+mn-lt"/>
              </a:rPr>
              <a:t>model</a:t>
            </a:r>
            <a:r>
              <a:rPr kumimoji="0" lang="en-US" altLang="en-US" sz="1400" b="0" i="0" u="none" strike="noStrike" cap="none" normalizeH="0" baseline="0" dirty="0" err="1">
                <a:ln>
                  <a:noFill/>
                </a:ln>
                <a:solidFill>
                  <a:srgbClr val="055BE0"/>
                </a:solidFill>
                <a:effectLst/>
                <a:latin typeface="+mn-lt"/>
              </a:rPr>
              <a:t>.</a:t>
            </a:r>
            <a:r>
              <a:rPr kumimoji="0" lang="en-US" altLang="en-US" sz="1400" b="0" i="0" u="none" strike="noStrike" cap="none" normalizeH="0" baseline="0" dirty="0" err="1">
                <a:ln>
                  <a:noFill/>
                </a:ln>
                <a:solidFill>
                  <a:schemeClr val="tx1"/>
                </a:solidFill>
                <a:effectLst/>
                <a:latin typeface="+mn-lt"/>
              </a:rPr>
              <a:t>add</a:t>
            </a:r>
            <a:r>
              <a:rPr kumimoji="0" lang="en-US" altLang="en-US" sz="1400" b="0" i="0" u="none" strike="noStrike" cap="none" normalizeH="0" baseline="0" dirty="0">
                <a:ln>
                  <a:noFill/>
                </a:ln>
                <a:solidFill>
                  <a:schemeClr val="tx1"/>
                </a:solidFill>
                <a:effectLst/>
                <a:latin typeface="+mn-lt"/>
              </a:rPr>
              <a:t>(tf</a:t>
            </a:r>
            <a:r>
              <a:rPr kumimoji="0" lang="en-US" altLang="en-US" sz="1400" b="0" i="0" u="none" strike="noStrike" cap="none" normalizeH="0" baseline="0" dirty="0">
                <a:ln>
                  <a:noFill/>
                </a:ln>
                <a:solidFill>
                  <a:srgbClr val="055BE0"/>
                </a:solidFill>
                <a:effectLst/>
                <a:latin typeface="+mn-lt"/>
              </a:rPr>
              <a:t>.</a:t>
            </a:r>
            <a:r>
              <a:rPr kumimoji="0" lang="en-US" altLang="en-US" sz="1400" b="0" i="0" u="none" strike="noStrike" cap="none" normalizeH="0" baseline="0" dirty="0">
                <a:ln>
                  <a:noFill/>
                </a:ln>
                <a:solidFill>
                  <a:schemeClr val="tx1"/>
                </a:solidFill>
                <a:effectLst/>
                <a:latin typeface="+mn-lt"/>
              </a:rPr>
              <a:t>keras</a:t>
            </a:r>
            <a:r>
              <a:rPr kumimoji="0" lang="en-US" altLang="en-US" sz="1400" b="0" i="0" u="none" strike="noStrike" cap="none" normalizeH="0" baseline="0" dirty="0">
                <a:ln>
                  <a:noFill/>
                </a:ln>
                <a:solidFill>
                  <a:srgbClr val="055BE0"/>
                </a:solidFill>
                <a:effectLst/>
                <a:latin typeface="+mn-lt"/>
              </a:rPr>
              <a:t>.</a:t>
            </a:r>
            <a:r>
              <a:rPr kumimoji="0" lang="en-US" altLang="en-US" sz="1400" b="0" i="0" u="none" strike="noStrike" cap="none" normalizeH="0" baseline="0" dirty="0">
                <a:ln>
                  <a:noFill/>
                </a:ln>
                <a:solidFill>
                  <a:schemeClr val="tx1"/>
                </a:solidFill>
                <a:effectLst/>
                <a:latin typeface="+mn-lt"/>
              </a:rPr>
              <a:t>layers</a:t>
            </a:r>
            <a:r>
              <a:rPr kumimoji="0" lang="en-US" altLang="en-US" sz="1400" b="0" i="0" u="none" strike="noStrike" cap="none" normalizeH="0" baseline="0" dirty="0">
                <a:ln>
                  <a:noFill/>
                </a:ln>
                <a:solidFill>
                  <a:srgbClr val="055BE0"/>
                </a:solidFill>
                <a:effectLst/>
                <a:latin typeface="+mn-lt"/>
              </a:rPr>
              <a:t>.</a:t>
            </a:r>
            <a:r>
              <a:rPr kumimoji="0" lang="en-US" altLang="en-US" sz="1400" b="0" i="0" u="none" strike="noStrike" cap="none" normalizeH="0" baseline="0" dirty="0">
                <a:ln>
                  <a:noFill/>
                </a:ln>
                <a:solidFill>
                  <a:schemeClr val="tx1"/>
                </a:solidFill>
                <a:effectLst/>
                <a:latin typeface="+mn-lt"/>
              </a:rPr>
              <a:t>Convolution2D( </a:t>
            </a:r>
            <a:r>
              <a:rPr kumimoji="0" lang="en-US" altLang="en-US" sz="1400" b="0" i="0" u="none" strike="noStrike" cap="none" normalizeH="0" baseline="0" dirty="0" err="1">
                <a:ln>
                  <a:noFill/>
                </a:ln>
                <a:solidFill>
                  <a:schemeClr val="tx1"/>
                </a:solidFill>
                <a:effectLst/>
                <a:latin typeface="+mn-lt"/>
              </a:rPr>
              <a:t>kernel_size</a:t>
            </a:r>
            <a:r>
              <a:rPr kumimoji="0" lang="en-US" altLang="en-US" sz="1400" b="0" i="0" u="none" strike="noStrike" cap="none" normalizeH="0" baseline="0" dirty="0">
                <a:ln>
                  <a:noFill/>
                </a:ln>
                <a:solidFill>
                  <a:srgbClr val="055BE0"/>
                </a:solidFill>
                <a:effectLst/>
                <a:latin typeface="+mn-lt"/>
              </a:rPr>
              <a:t>=</a:t>
            </a:r>
            <a:r>
              <a:rPr kumimoji="0" lang="en-US" altLang="en-US" sz="1400" b="0" i="0" u="none" strike="noStrike" cap="none" normalizeH="0" baseline="0" dirty="0">
                <a:ln>
                  <a:noFill/>
                </a:ln>
                <a:solidFill>
                  <a:srgbClr val="666666"/>
                </a:solidFill>
                <a:effectLst/>
                <a:latin typeface="+mn-lt"/>
              </a:rPr>
              <a:t>5</a:t>
            </a:r>
            <a:r>
              <a:rPr kumimoji="0" lang="en-US" altLang="en-US" sz="1400" b="0" i="0" u="none" strike="noStrike" cap="none" normalizeH="0" baseline="0" dirty="0">
                <a:ln>
                  <a:noFill/>
                </a:ln>
                <a:solidFill>
                  <a:schemeClr val="tx1"/>
                </a:solidFill>
                <a:effectLst/>
                <a:latin typeface="+mn-lt"/>
              </a:rPr>
              <a:t>, filters</a:t>
            </a:r>
            <a:r>
              <a:rPr kumimoji="0" lang="en-US" altLang="en-US" sz="1400" b="0" i="0" u="none" strike="noStrike" cap="none" normalizeH="0" baseline="0" dirty="0">
                <a:ln>
                  <a:noFill/>
                </a:ln>
                <a:solidFill>
                  <a:srgbClr val="055BE0"/>
                </a:solidFill>
                <a:effectLst/>
                <a:latin typeface="+mn-lt"/>
              </a:rPr>
              <a:t>=</a:t>
            </a:r>
            <a:r>
              <a:rPr kumimoji="0" lang="en-US" altLang="en-US" sz="1400" b="0" i="0" u="none" strike="noStrike" cap="none" normalizeH="0" baseline="0" dirty="0">
                <a:ln>
                  <a:noFill/>
                </a:ln>
                <a:solidFill>
                  <a:srgbClr val="666666"/>
                </a:solidFill>
                <a:effectLst/>
                <a:latin typeface="+mn-lt"/>
              </a:rPr>
              <a:t>16</a:t>
            </a:r>
            <a:r>
              <a:rPr kumimoji="0" lang="en-US" altLang="en-US" sz="1400" b="0" i="0" u="none" strike="noStrike" cap="none" normalizeH="0" baseline="0" dirty="0">
                <a:ln>
                  <a:noFill/>
                </a:ln>
                <a:solidFill>
                  <a:schemeClr val="tx1"/>
                </a:solidFill>
                <a:effectLst/>
                <a:latin typeface="+mn-lt"/>
              </a:rPr>
              <a:t>, strides</a:t>
            </a:r>
            <a:r>
              <a:rPr kumimoji="0" lang="en-US" altLang="en-US" sz="1400" b="0" i="0" u="none" strike="noStrike" cap="none" normalizeH="0" baseline="0" dirty="0">
                <a:ln>
                  <a:noFill/>
                </a:ln>
                <a:solidFill>
                  <a:srgbClr val="055BE0"/>
                </a:solidFill>
                <a:effectLst/>
                <a:latin typeface="+mn-lt"/>
              </a:rPr>
              <a:t>=</a:t>
            </a:r>
            <a:r>
              <a:rPr kumimoji="0" lang="en-US" altLang="en-US" sz="1400" b="0" i="0" u="none" strike="noStrike" cap="none" normalizeH="0" baseline="0" dirty="0">
                <a:ln>
                  <a:noFill/>
                </a:ln>
                <a:solidFill>
                  <a:srgbClr val="666666"/>
                </a:solidFill>
                <a:effectLst/>
                <a:latin typeface="+mn-lt"/>
              </a:rPr>
              <a:t>1</a:t>
            </a:r>
            <a:r>
              <a:rPr kumimoji="0" lang="en-US" altLang="en-US" sz="1400" b="0" i="0" u="none" strike="noStrike" cap="none" normalizeH="0" baseline="0" dirty="0">
                <a:ln>
                  <a:noFill/>
                </a:ln>
                <a:solidFill>
                  <a:schemeClr val="tx1"/>
                </a:solidFill>
                <a:effectLst/>
                <a:latin typeface="+mn-lt"/>
              </a:rPr>
              <a:t>, activation</a:t>
            </a:r>
            <a:r>
              <a:rPr kumimoji="0" lang="en-US" altLang="en-US" sz="1400" b="0" i="0" u="none" strike="noStrike" cap="none" normalizeH="0" baseline="0" dirty="0">
                <a:ln>
                  <a:noFill/>
                </a:ln>
                <a:solidFill>
                  <a:srgbClr val="055BE0"/>
                </a:solidFill>
                <a:effectLst/>
                <a:latin typeface="+mn-lt"/>
              </a:rPr>
              <a:t>=</a:t>
            </a:r>
            <a:r>
              <a:rPr kumimoji="0" lang="en-US" altLang="en-US" sz="1400" b="0" i="0" u="none" strike="noStrike" cap="none" normalizeH="0" baseline="0" dirty="0" err="1">
                <a:ln>
                  <a:noFill/>
                </a:ln>
                <a:solidFill>
                  <a:schemeClr val="tx1"/>
                </a:solidFill>
                <a:effectLst/>
                <a:latin typeface="+mn-lt"/>
              </a:rPr>
              <a:t>tf</a:t>
            </a:r>
            <a:r>
              <a:rPr kumimoji="0" lang="en-US" altLang="en-US" sz="1400" b="0" i="0" u="none" strike="noStrike" cap="none" normalizeH="0" baseline="0" dirty="0" err="1">
                <a:ln>
                  <a:noFill/>
                </a:ln>
                <a:solidFill>
                  <a:srgbClr val="055BE0"/>
                </a:solidFill>
                <a:effectLst/>
                <a:latin typeface="+mn-lt"/>
              </a:rPr>
              <a:t>.</a:t>
            </a:r>
            <a:r>
              <a:rPr kumimoji="0" lang="en-US" altLang="en-US" sz="1400" b="0" i="0" u="none" strike="noStrike" cap="none" normalizeH="0" baseline="0" dirty="0" err="1">
                <a:ln>
                  <a:noFill/>
                </a:ln>
                <a:solidFill>
                  <a:schemeClr val="tx1"/>
                </a:solidFill>
                <a:effectLst/>
                <a:latin typeface="+mn-lt"/>
              </a:rPr>
              <a:t>keras</a:t>
            </a:r>
            <a:r>
              <a:rPr kumimoji="0" lang="en-US" altLang="en-US" sz="1400" b="0" i="0" u="none" strike="noStrike" cap="none" normalizeH="0" baseline="0" dirty="0" err="1">
                <a:ln>
                  <a:noFill/>
                </a:ln>
                <a:solidFill>
                  <a:srgbClr val="055BE0"/>
                </a:solidFill>
                <a:effectLst/>
                <a:latin typeface="+mn-lt"/>
              </a:rPr>
              <a:t>.</a:t>
            </a:r>
            <a:r>
              <a:rPr kumimoji="0" lang="en-US" altLang="en-US" sz="1400" b="0" i="0" u="none" strike="noStrike" cap="none" normalizeH="0" baseline="0" dirty="0" err="1">
                <a:ln>
                  <a:noFill/>
                </a:ln>
                <a:solidFill>
                  <a:schemeClr val="tx1"/>
                </a:solidFill>
                <a:effectLst/>
                <a:latin typeface="+mn-lt"/>
              </a:rPr>
              <a:t>activations</a:t>
            </a:r>
            <a:r>
              <a:rPr kumimoji="0" lang="en-US" altLang="en-US" sz="1400" b="0" i="0" u="none" strike="noStrike" cap="none" normalizeH="0" baseline="0" dirty="0" err="1">
                <a:ln>
                  <a:noFill/>
                </a:ln>
                <a:solidFill>
                  <a:srgbClr val="055BE0"/>
                </a:solidFill>
                <a:effectLst/>
                <a:latin typeface="+mn-lt"/>
              </a:rPr>
              <a:t>.</a:t>
            </a:r>
            <a:r>
              <a:rPr kumimoji="0" lang="en-US" altLang="en-US" sz="1400" b="0" i="0" u="none" strike="noStrike" cap="none" normalizeH="0" baseline="0" dirty="0" err="1">
                <a:ln>
                  <a:noFill/>
                </a:ln>
                <a:solidFill>
                  <a:schemeClr val="tx1"/>
                </a:solidFill>
                <a:effectLst/>
                <a:latin typeface="+mn-lt"/>
              </a:rPr>
              <a:t>relu</a:t>
            </a:r>
            <a:r>
              <a:rPr kumimoji="0" lang="en-US" altLang="en-US" sz="1400" b="0" i="0" u="none" strike="noStrike" cap="none" normalizeH="0" baseline="0" dirty="0">
                <a:ln>
                  <a:noFill/>
                </a:ln>
                <a:solidFill>
                  <a:schemeClr val="tx1"/>
                </a:solidFill>
                <a:effectLst/>
                <a:latin typeface="+mn-lt"/>
              </a:rPr>
              <a:t>, </a:t>
            </a:r>
            <a:r>
              <a:rPr kumimoji="0" lang="en-US" altLang="en-US" sz="1400" b="0" i="0" u="none" strike="noStrike" cap="none" normalizeH="0" baseline="0" dirty="0" err="1">
                <a:ln>
                  <a:noFill/>
                </a:ln>
                <a:solidFill>
                  <a:schemeClr val="tx1"/>
                </a:solidFill>
                <a:effectLst/>
                <a:latin typeface="+mn-lt"/>
              </a:rPr>
              <a:t>kernel_initializer</a:t>
            </a:r>
            <a:r>
              <a:rPr kumimoji="0" lang="en-US" altLang="en-US" sz="1400" b="0" i="0" u="none" strike="noStrike" cap="none" normalizeH="0" baseline="0" dirty="0">
                <a:ln>
                  <a:noFill/>
                </a:ln>
                <a:solidFill>
                  <a:srgbClr val="055BE0"/>
                </a:solidFill>
                <a:effectLst/>
                <a:latin typeface="+mn-lt"/>
              </a:rPr>
              <a:t>=</a:t>
            </a:r>
            <a:r>
              <a:rPr kumimoji="0" lang="en-US" altLang="en-US" sz="1400" b="0" i="0" u="none" strike="noStrike" cap="none" normalizeH="0" baseline="0" dirty="0" err="1">
                <a:ln>
                  <a:noFill/>
                </a:ln>
                <a:solidFill>
                  <a:schemeClr val="tx1"/>
                </a:solidFill>
                <a:effectLst/>
                <a:latin typeface="+mn-lt"/>
              </a:rPr>
              <a:t>tf</a:t>
            </a:r>
            <a:r>
              <a:rPr kumimoji="0" lang="en-US" altLang="en-US" sz="1400" b="0" i="0" u="none" strike="noStrike" cap="none" normalizeH="0" baseline="0" dirty="0" err="1">
                <a:ln>
                  <a:noFill/>
                </a:ln>
                <a:solidFill>
                  <a:srgbClr val="055BE0"/>
                </a:solidFill>
                <a:effectLst/>
                <a:latin typeface="+mn-lt"/>
              </a:rPr>
              <a:t>.</a:t>
            </a:r>
            <a:r>
              <a:rPr kumimoji="0" lang="en-US" altLang="en-US" sz="1400" b="0" i="0" u="none" strike="noStrike" cap="none" normalizeH="0" baseline="0" dirty="0" err="1">
                <a:ln>
                  <a:noFill/>
                </a:ln>
                <a:solidFill>
                  <a:schemeClr val="tx1"/>
                </a:solidFill>
                <a:effectLst/>
                <a:latin typeface="+mn-lt"/>
              </a:rPr>
              <a:t>keras</a:t>
            </a:r>
            <a:r>
              <a:rPr kumimoji="0" lang="en-US" altLang="en-US" sz="1400" b="0" i="0" u="none" strike="noStrike" cap="none" normalizeH="0" baseline="0" dirty="0" err="1">
                <a:ln>
                  <a:noFill/>
                </a:ln>
                <a:solidFill>
                  <a:srgbClr val="055BE0"/>
                </a:solidFill>
                <a:effectLst/>
                <a:latin typeface="+mn-lt"/>
              </a:rPr>
              <a:t>.</a:t>
            </a:r>
            <a:r>
              <a:rPr kumimoji="0" lang="en-US" altLang="en-US" sz="1400" b="0" i="0" u="none" strike="noStrike" cap="none" normalizeH="0" baseline="0" dirty="0" err="1">
                <a:ln>
                  <a:noFill/>
                </a:ln>
                <a:solidFill>
                  <a:schemeClr val="tx1"/>
                </a:solidFill>
                <a:effectLst/>
                <a:latin typeface="+mn-lt"/>
              </a:rPr>
              <a:t>initializers</a:t>
            </a:r>
            <a:r>
              <a:rPr kumimoji="0" lang="en-US" altLang="en-US" sz="1400" b="0" i="0" u="none" strike="noStrike" cap="none" normalizeH="0" baseline="0" dirty="0" err="1">
                <a:ln>
                  <a:noFill/>
                </a:ln>
                <a:solidFill>
                  <a:srgbClr val="055BE0"/>
                </a:solidFill>
                <a:effectLst/>
                <a:latin typeface="+mn-lt"/>
              </a:rPr>
              <a:t>.</a:t>
            </a:r>
            <a:r>
              <a:rPr kumimoji="0" lang="en-US" altLang="en-US" sz="1400" b="0" i="0" u="none" strike="noStrike" cap="none" normalizeH="0" baseline="0" dirty="0" err="1">
                <a:ln>
                  <a:noFill/>
                </a:ln>
                <a:solidFill>
                  <a:schemeClr val="tx1"/>
                </a:solidFill>
                <a:effectLst/>
                <a:latin typeface="+mn-lt"/>
              </a:rPr>
              <a:t>VarianceScaling</a:t>
            </a:r>
            <a:r>
              <a:rPr kumimoji="0" lang="en-US" altLang="en-US" sz="1400" b="0" i="0" u="none" strike="noStrike" cap="none" normalizeH="0" baseline="0" dirty="0">
                <a:ln>
                  <a:noFill/>
                </a:ln>
                <a:solidFill>
                  <a:schemeClr val="tx1"/>
                </a:solidFill>
                <a:effectLst/>
                <a:latin typeface="+mn-lt"/>
              </a:rPr>
              <a:t>() )) </a:t>
            </a:r>
          </a:p>
          <a:p>
            <a:pPr marL="0" marR="0" lvl="0" indent="0" algn="l" defTabSz="914400" rtl="0" eaLnBrk="0" fontAlgn="base" latinLnBrk="0" hangingPunct="0">
              <a:lnSpc>
                <a:spcPct val="100000"/>
              </a:lnSpc>
              <a:spcBef>
                <a:spcPct val="3000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400" b="0" i="0" u="none" strike="noStrike" cap="none" normalizeH="0" baseline="0" dirty="0" err="1">
                <a:ln>
                  <a:noFill/>
                </a:ln>
                <a:solidFill>
                  <a:schemeClr val="tx1"/>
                </a:solidFill>
                <a:effectLst/>
                <a:latin typeface="+mn-lt"/>
              </a:rPr>
              <a:t>model</a:t>
            </a:r>
            <a:r>
              <a:rPr kumimoji="0" lang="en-US" altLang="en-US" sz="1400" b="0" i="0" u="none" strike="noStrike" cap="none" normalizeH="0" baseline="0" dirty="0" err="1">
                <a:ln>
                  <a:noFill/>
                </a:ln>
                <a:solidFill>
                  <a:srgbClr val="055BE0"/>
                </a:solidFill>
                <a:effectLst/>
                <a:latin typeface="+mn-lt"/>
              </a:rPr>
              <a:t>.</a:t>
            </a:r>
            <a:r>
              <a:rPr kumimoji="0" lang="en-US" altLang="en-US" sz="1400" b="0" i="0" u="none" strike="noStrike" cap="none" normalizeH="0" baseline="0" dirty="0" err="1">
                <a:ln>
                  <a:noFill/>
                </a:ln>
                <a:solidFill>
                  <a:schemeClr val="tx1"/>
                </a:solidFill>
                <a:effectLst/>
                <a:latin typeface="+mn-lt"/>
              </a:rPr>
              <a:t>add</a:t>
            </a:r>
            <a:r>
              <a:rPr kumimoji="0" lang="en-US" altLang="en-US" sz="1400" b="0" i="0" u="none" strike="noStrike" cap="none" normalizeH="0" baseline="0" dirty="0">
                <a:ln>
                  <a:noFill/>
                </a:ln>
                <a:solidFill>
                  <a:schemeClr val="tx1"/>
                </a:solidFill>
                <a:effectLst/>
                <a:latin typeface="+mn-lt"/>
              </a:rPr>
              <a:t>(tf</a:t>
            </a:r>
            <a:r>
              <a:rPr kumimoji="0" lang="en-US" altLang="en-US" sz="1400" b="0" i="0" u="none" strike="noStrike" cap="none" normalizeH="0" baseline="0" dirty="0">
                <a:ln>
                  <a:noFill/>
                </a:ln>
                <a:solidFill>
                  <a:srgbClr val="055BE0"/>
                </a:solidFill>
                <a:effectLst/>
                <a:latin typeface="+mn-lt"/>
              </a:rPr>
              <a:t>.</a:t>
            </a:r>
            <a:r>
              <a:rPr kumimoji="0" lang="en-US" altLang="en-US" sz="1400" b="0" i="0" u="none" strike="noStrike" cap="none" normalizeH="0" baseline="0" dirty="0">
                <a:ln>
                  <a:noFill/>
                </a:ln>
                <a:solidFill>
                  <a:schemeClr val="tx1"/>
                </a:solidFill>
                <a:effectLst/>
                <a:latin typeface="+mn-lt"/>
              </a:rPr>
              <a:t>keras</a:t>
            </a:r>
            <a:r>
              <a:rPr kumimoji="0" lang="en-US" altLang="en-US" sz="1400" b="0" i="0" u="none" strike="noStrike" cap="none" normalizeH="0" baseline="0" dirty="0">
                <a:ln>
                  <a:noFill/>
                </a:ln>
                <a:solidFill>
                  <a:srgbClr val="055BE0"/>
                </a:solidFill>
                <a:effectLst/>
                <a:latin typeface="+mn-lt"/>
              </a:rPr>
              <a:t>.</a:t>
            </a:r>
            <a:r>
              <a:rPr kumimoji="0" lang="en-US" altLang="en-US" sz="1400" b="0" i="0" u="none" strike="noStrike" cap="none" normalizeH="0" baseline="0" dirty="0">
                <a:ln>
                  <a:noFill/>
                </a:ln>
                <a:solidFill>
                  <a:schemeClr val="tx1"/>
                </a:solidFill>
                <a:effectLst/>
                <a:latin typeface="+mn-lt"/>
              </a:rPr>
              <a:t>layers</a:t>
            </a:r>
            <a:r>
              <a:rPr kumimoji="0" lang="en-US" altLang="en-US" sz="1400" b="0" i="0" u="none" strike="noStrike" cap="none" normalizeH="0" baseline="0" dirty="0">
                <a:ln>
                  <a:noFill/>
                </a:ln>
                <a:solidFill>
                  <a:srgbClr val="055BE0"/>
                </a:solidFill>
                <a:effectLst/>
                <a:latin typeface="+mn-lt"/>
              </a:rPr>
              <a:t>.</a:t>
            </a:r>
            <a:r>
              <a:rPr kumimoji="0" lang="en-US" altLang="en-US" sz="1400" b="0" i="0" u="none" strike="noStrike" cap="none" normalizeH="0" baseline="0" dirty="0">
                <a:ln>
                  <a:noFill/>
                </a:ln>
                <a:solidFill>
                  <a:schemeClr val="tx1"/>
                </a:solidFill>
                <a:effectLst/>
                <a:latin typeface="+mn-lt"/>
              </a:rPr>
              <a:t>MaxPooling2D( </a:t>
            </a:r>
            <a:r>
              <a:rPr kumimoji="0" lang="en-US" altLang="en-US" sz="1400" b="0" i="0" u="none" strike="noStrike" cap="none" normalizeH="0" baseline="0" dirty="0" err="1">
                <a:ln>
                  <a:noFill/>
                </a:ln>
                <a:solidFill>
                  <a:schemeClr val="tx1"/>
                </a:solidFill>
                <a:effectLst/>
                <a:latin typeface="+mn-lt"/>
              </a:rPr>
              <a:t>pool_size</a:t>
            </a:r>
            <a:r>
              <a:rPr kumimoji="0" lang="en-US" altLang="en-US" sz="1400" b="0" i="0" u="none" strike="noStrike" cap="none" normalizeH="0" baseline="0" dirty="0">
                <a:ln>
                  <a:noFill/>
                </a:ln>
                <a:solidFill>
                  <a:srgbClr val="055BE0"/>
                </a:solidFill>
                <a:effectLst/>
                <a:latin typeface="+mn-lt"/>
              </a:rPr>
              <a:t>=</a:t>
            </a:r>
            <a:r>
              <a:rPr kumimoji="0" lang="en-US" altLang="en-US" sz="1400" b="0" i="0" u="none" strike="noStrike" cap="none" normalizeH="0" baseline="0" dirty="0">
                <a:ln>
                  <a:noFill/>
                </a:ln>
                <a:solidFill>
                  <a:schemeClr val="tx1"/>
                </a:solidFill>
                <a:effectLst/>
                <a:latin typeface="+mn-lt"/>
              </a:rPr>
              <a:t>(</a:t>
            </a:r>
            <a:r>
              <a:rPr kumimoji="0" lang="en-US" altLang="en-US" sz="1400" b="0" i="0" u="none" strike="noStrike" cap="none" normalizeH="0" baseline="0" dirty="0">
                <a:ln>
                  <a:noFill/>
                </a:ln>
                <a:solidFill>
                  <a:srgbClr val="666666"/>
                </a:solidFill>
                <a:effectLst/>
                <a:latin typeface="+mn-lt"/>
              </a:rPr>
              <a:t>2</a:t>
            </a:r>
            <a:r>
              <a:rPr kumimoji="0" lang="en-US" altLang="en-US" sz="1400" b="0" i="0" u="none" strike="noStrike" cap="none" normalizeH="0" baseline="0" dirty="0">
                <a:ln>
                  <a:noFill/>
                </a:ln>
                <a:solidFill>
                  <a:schemeClr val="tx1"/>
                </a:solidFill>
                <a:effectLst/>
                <a:latin typeface="+mn-lt"/>
              </a:rPr>
              <a:t>, </a:t>
            </a:r>
            <a:r>
              <a:rPr kumimoji="0" lang="en-US" altLang="en-US" sz="1400" b="0" i="0" u="none" strike="noStrike" cap="none" normalizeH="0" baseline="0" dirty="0">
                <a:ln>
                  <a:noFill/>
                </a:ln>
                <a:solidFill>
                  <a:srgbClr val="666666"/>
                </a:solidFill>
                <a:effectLst/>
                <a:latin typeface="+mn-lt"/>
              </a:rPr>
              <a:t>2</a:t>
            </a:r>
            <a:r>
              <a:rPr kumimoji="0" lang="en-US" altLang="en-US" sz="1400" b="0" i="0" u="none" strike="noStrike" cap="none" normalizeH="0" baseline="0" dirty="0">
                <a:ln>
                  <a:noFill/>
                </a:ln>
                <a:solidFill>
                  <a:schemeClr val="tx1"/>
                </a:solidFill>
                <a:effectLst/>
                <a:latin typeface="+mn-lt"/>
              </a:rPr>
              <a:t>), strides</a:t>
            </a:r>
            <a:r>
              <a:rPr kumimoji="0" lang="en-US" altLang="en-US" sz="1400" b="0" i="0" u="none" strike="noStrike" cap="none" normalizeH="0" baseline="0" dirty="0">
                <a:ln>
                  <a:noFill/>
                </a:ln>
                <a:solidFill>
                  <a:srgbClr val="055BE0"/>
                </a:solidFill>
                <a:effectLst/>
                <a:latin typeface="+mn-lt"/>
              </a:rPr>
              <a:t>=</a:t>
            </a:r>
            <a:r>
              <a:rPr kumimoji="0" lang="en-US" altLang="en-US" sz="1400" b="0" i="0" u="none" strike="noStrike" cap="none" normalizeH="0" baseline="0" dirty="0">
                <a:ln>
                  <a:noFill/>
                </a:ln>
                <a:solidFill>
                  <a:schemeClr val="tx1"/>
                </a:solidFill>
                <a:effectLst/>
                <a:latin typeface="+mn-lt"/>
              </a:rPr>
              <a:t>(</a:t>
            </a:r>
            <a:r>
              <a:rPr kumimoji="0" lang="en-US" altLang="en-US" sz="1400" b="0" i="0" u="none" strike="noStrike" cap="none" normalizeH="0" baseline="0" dirty="0">
                <a:ln>
                  <a:noFill/>
                </a:ln>
                <a:solidFill>
                  <a:srgbClr val="666666"/>
                </a:solidFill>
                <a:effectLst/>
                <a:latin typeface="+mn-lt"/>
              </a:rPr>
              <a:t>2</a:t>
            </a:r>
            <a:r>
              <a:rPr kumimoji="0" lang="en-US" altLang="en-US" sz="1400" b="0" i="0" u="none" strike="noStrike" cap="none" normalizeH="0" baseline="0" dirty="0">
                <a:ln>
                  <a:noFill/>
                </a:ln>
                <a:solidFill>
                  <a:schemeClr val="tx1"/>
                </a:solidFill>
                <a:effectLst/>
                <a:latin typeface="+mn-lt"/>
              </a:rPr>
              <a:t>, </a:t>
            </a:r>
            <a:r>
              <a:rPr kumimoji="0" lang="en-US" altLang="en-US" sz="1400" b="0" i="0" u="none" strike="noStrike" cap="none" normalizeH="0" baseline="0" dirty="0">
                <a:ln>
                  <a:noFill/>
                </a:ln>
                <a:solidFill>
                  <a:srgbClr val="666666"/>
                </a:solidFill>
                <a:effectLst/>
                <a:latin typeface="+mn-lt"/>
              </a:rPr>
              <a:t>2</a:t>
            </a:r>
            <a:r>
              <a:rPr kumimoji="0" lang="en-US" altLang="en-US" sz="1400" b="0" i="0" u="none" strike="noStrike" cap="none" normalizeH="0" baseline="0" dirty="0">
                <a:ln>
                  <a:noFill/>
                </a:ln>
                <a:solidFill>
                  <a:schemeClr val="tx1"/>
                </a:solidFill>
                <a:effectLst/>
                <a:latin typeface="+mn-lt"/>
              </a:rPr>
              <a:t>) )) </a:t>
            </a: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400" b="0" i="0" u="none" strike="noStrike" cap="none" normalizeH="0" baseline="0" dirty="0" err="1">
                <a:ln>
                  <a:noFill/>
                </a:ln>
                <a:solidFill>
                  <a:schemeClr val="tx1"/>
                </a:solidFill>
                <a:effectLst/>
                <a:latin typeface="+mn-lt"/>
              </a:rPr>
              <a:t>model</a:t>
            </a:r>
            <a:r>
              <a:rPr kumimoji="0" lang="en-US" altLang="en-US" sz="1400" b="0" i="0" u="none" strike="noStrike" cap="none" normalizeH="0" baseline="0" dirty="0" err="1">
                <a:ln>
                  <a:noFill/>
                </a:ln>
                <a:solidFill>
                  <a:srgbClr val="055BE0"/>
                </a:solidFill>
                <a:effectLst/>
                <a:latin typeface="+mn-lt"/>
              </a:rPr>
              <a:t>.</a:t>
            </a:r>
            <a:r>
              <a:rPr kumimoji="0" lang="en-US" altLang="en-US" sz="1400" b="0" i="0" u="none" strike="noStrike" cap="none" normalizeH="0" baseline="0" dirty="0" err="1">
                <a:ln>
                  <a:noFill/>
                </a:ln>
                <a:solidFill>
                  <a:schemeClr val="tx1"/>
                </a:solidFill>
                <a:effectLst/>
                <a:latin typeface="+mn-lt"/>
              </a:rPr>
              <a:t>add</a:t>
            </a:r>
            <a:r>
              <a:rPr kumimoji="0" lang="en-US" altLang="en-US" sz="1400" b="0" i="0" u="none" strike="noStrike" cap="none" normalizeH="0" baseline="0" dirty="0">
                <a:ln>
                  <a:noFill/>
                </a:ln>
                <a:solidFill>
                  <a:schemeClr val="tx1"/>
                </a:solidFill>
                <a:effectLst/>
                <a:latin typeface="+mn-lt"/>
              </a:rPr>
              <a:t>(</a:t>
            </a:r>
            <a:r>
              <a:rPr kumimoji="0" lang="en-US" altLang="en-US" sz="1400" b="0" i="0" u="none" strike="noStrike" cap="none" normalizeH="0" baseline="0" dirty="0" err="1">
                <a:ln>
                  <a:noFill/>
                </a:ln>
                <a:solidFill>
                  <a:schemeClr val="tx1"/>
                </a:solidFill>
                <a:effectLst/>
                <a:latin typeface="+mn-lt"/>
              </a:rPr>
              <a:t>tf</a:t>
            </a:r>
            <a:r>
              <a:rPr kumimoji="0" lang="en-US" altLang="en-US" sz="1400" b="0" i="0" u="none" strike="noStrike" cap="none" normalizeH="0" baseline="0" dirty="0" err="1">
                <a:ln>
                  <a:noFill/>
                </a:ln>
                <a:solidFill>
                  <a:srgbClr val="055BE0"/>
                </a:solidFill>
                <a:effectLst/>
                <a:latin typeface="+mn-lt"/>
              </a:rPr>
              <a:t>.</a:t>
            </a:r>
            <a:r>
              <a:rPr kumimoji="0" lang="en-US" altLang="en-US" sz="1400" b="0" i="0" u="none" strike="noStrike" cap="none" normalizeH="0" baseline="0" dirty="0" err="1">
                <a:ln>
                  <a:noFill/>
                </a:ln>
                <a:solidFill>
                  <a:schemeClr val="tx1"/>
                </a:solidFill>
                <a:effectLst/>
                <a:latin typeface="+mn-lt"/>
              </a:rPr>
              <a:t>keras</a:t>
            </a:r>
            <a:r>
              <a:rPr kumimoji="0" lang="en-US" altLang="en-US" sz="1400" b="0" i="0" u="none" strike="noStrike" cap="none" normalizeH="0" baseline="0" dirty="0" err="1">
                <a:ln>
                  <a:noFill/>
                </a:ln>
                <a:solidFill>
                  <a:srgbClr val="055BE0"/>
                </a:solidFill>
                <a:effectLst/>
                <a:latin typeface="+mn-lt"/>
              </a:rPr>
              <a:t>.</a:t>
            </a:r>
            <a:r>
              <a:rPr kumimoji="0" lang="en-US" altLang="en-US" sz="1400" b="0" i="0" u="none" strike="noStrike" cap="none" normalizeH="0" baseline="0" dirty="0" err="1">
                <a:ln>
                  <a:noFill/>
                </a:ln>
                <a:solidFill>
                  <a:schemeClr val="tx1"/>
                </a:solidFill>
                <a:effectLst/>
                <a:latin typeface="+mn-lt"/>
              </a:rPr>
              <a:t>layers</a:t>
            </a:r>
            <a:r>
              <a:rPr kumimoji="0" lang="en-US" altLang="en-US" sz="1400" b="0" i="0" u="none" strike="noStrike" cap="none" normalizeH="0" baseline="0" dirty="0" err="1">
                <a:ln>
                  <a:noFill/>
                </a:ln>
                <a:solidFill>
                  <a:srgbClr val="055BE0"/>
                </a:solidFill>
                <a:effectLst/>
                <a:latin typeface="+mn-lt"/>
              </a:rPr>
              <a:t>.</a:t>
            </a:r>
            <a:r>
              <a:rPr kumimoji="0" lang="en-US" altLang="en-US" sz="1400" b="0" i="0" u="none" strike="noStrike" cap="none" normalizeH="0" baseline="0" dirty="0" err="1">
                <a:ln>
                  <a:noFill/>
                </a:ln>
                <a:solidFill>
                  <a:schemeClr val="tx1"/>
                </a:solidFill>
                <a:effectLst/>
                <a:latin typeface="+mn-lt"/>
              </a:rPr>
              <a:t>Flatten</a:t>
            </a:r>
            <a:r>
              <a:rPr kumimoji="0" lang="en-US" altLang="en-US" sz="1400" b="0" i="0" u="none" strike="noStrike" cap="none" normalizeH="0" baseline="0" dirty="0">
                <a:ln>
                  <a:noFill/>
                </a:ln>
                <a:solidFill>
                  <a:schemeClr val="tx1"/>
                </a:solidFill>
                <a:effectLst/>
                <a:latin typeface="+mn-lt"/>
              </a:rPr>
              <a:t>()) </a:t>
            </a:r>
          </a:p>
          <a:p>
            <a:pPr marL="0" marR="0" lvl="0" indent="0" algn="l" defTabSz="914400" rtl="0" eaLnBrk="0" fontAlgn="base" latinLnBrk="0" hangingPunct="0">
              <a:lnSpc>
                <a:spcPct val="100000"/>
              </a:lnSpc>
              <a:spcBef>
                <a:spcPct val="3000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400" b="0" i="0" u="none" strike="noStrike" cap="none" normalizeH="0" baseline="0" dirty="0" err="1">
                <a:ln>
                  <a:noFill/>
                </a:ln>
                <a:solidFill>
                  <a:schemeClr val="tx1"/>
                </a:solidFill>
                <a:effectLst/>
                <a:latin typeface="+mn-lt"/>
              </a:rPr>
              <a:t>model</a:t>
            </a:r>
            <a:r>
              <a:rPr kumimoji="0" lang="en-US" altLang="en-US" sz="1400" b="0" i="0" u="none" strike="noStrike" cap="none" normalizeH="0" baseline="0" dirty="0" err="1">
                <a:ln>
                  <a:noFill/>
                </a:ln>
                <a:solidFill>
                  <a:srgbClr val="055BE0"/>
                </a:solidFill>
                <a:effectLst/>
                <a:latin typeface="+mn-lt"/>
              </a:rPr>
              <a:t>.</a:t>
            </a:r>
            <a:r>
              <a:rPr kumimoji="0" lang="en-US" altLang="en-US" sz="1400" b="0" i="0" u="none" strike="noStrike" cap="none" normalizeH="0" baseline="0" dirty="0" err="1">
                <a:ln>
                  <a:noFill/>
                </a:ln>
                <a:solidFill>
                  <a:schemeClr val="tx1"/>
                </a:solidFill>
                <a:effectLst/>
                <a:latin typeface="+mn-lt"/>
              </a:rPr>
              <a:t>add</a:t>
            </a:r>
            <a:r>
              <a:rPr kumimoji="0" lang="en-US" altLang="en-US" sz="1400" b="0" i="0" u="none" strike="noStrike" cap="none" normalizeH="0" baseline="0" dirty="0">
                <a:ln>
                  <a:noFill/>
                </a:ln>
                <a:solidFill>
                  <a:schemeClr val="tx1"/>
                </a:solidFill>
                <a:effectLst/>
                <a:latin typeface="+mn-lt"/>
              </a:rPr>
              <a:t>(</a:t>
            </a:r>
            <a:r>
              <a:rPr kumimoji="0" lang="en-US" altLang="en-US" sz="1400" b="0" i="0" u="none" strike="noStrike" cap="none" normalizeH="0" baseline="0" dirty="0" err="1">
                <a:ln>
                  <a:noFill/>
                </a:ln>
                <a:solidFill>
                  <a:schemeClr val="tx1"/>
                </a:solidFill>
                <a:effectLst/>
                <a:latin typeface="+mn-lt"/>
              </a:rPr>
              <a:t>tf</a:t>
            </a:r>
            <a:r>
              <a:rPr kumimoji="0" lang="en-US" altLang="en-US" sz="1400" b="0" i="0" u="none" strike="noStrike" cap="none" normalizeH="0" baseline="0" dirty="0" err="1">
                <a:ln>
                  <a:noFill/>
                </a:ln>
                <a:solidFill>
                  <a:srgbClr val="055BE0"/>
                </a:solidFill>
                <a:effectLst/>
                <a:latin typeface="+mn-lt"/>
              </a:rPr>
              <a:t>.</a:t>
            </a:r>
            <a:r>
              <a:rPr kumimoji="0" lang="en-US" altLang="en-US" sz="1400" b="0" i="0" u="none" strike="noStrike" cap="none" normalizeH="0" baseline="0" dirty="0" err="1">
                <a:ln>
                  <a:noFill/>
                </a:ln>
                <a:solidFill>
                  <a:schemeClr val="tx1"/>
                </a:solidFill>
                <a:effectLst/>
                <a:latin typeface="+mn-lt"/>
              </a:rPr>
              <a:t>keras</a:t>
            </a:r>
            <a:r>
              <a:rPr kumimoji="0" lang="en-US" altLang="en-US" sz="1400" b="0" i="0" u="none" strike="noStrike" cap="none" normalizeH="0" baseline="0" dirty="0" err="1">
                <a:ln>
                  <a:noFill/>
                </a:ln>
                <a:solidFill>
                  <a:srgbClr val="055BE0"/>
                </a:solidFill>
                <a:effectLst/>
                <a:latin typeface="+mn-lt"/>
              </a:rPr>
              <a:t>.</a:t>
            </a:r>
            <a:r>
              <a:rPr kumimoji="0" lang="en-US" altLang="en-US" sz="1400" b="0" i="0" u="none" strike="noStrike" cap="none" normalizeH="0" baseline="0" dirty="0" err="1">
                <a:ln>
                  <a:noFill/>
                </a:ln>
                <a:solidFill>
                  <a:schemeClr val="tx1"/>
                </a:solidFill>
                <a:effectLst/>
                <a:latin typeface="+mn-lt"/>
              </a:rPr>
              <a:t>layers</a:t>
            </a:r>
            <a:r>
              <a:rPr kumimoji="0" lang="en-US" altLang="en-US" sz="1400" b="0" i="0" u="none" strike="noStrike" cap="none" normalizeH="0" baseline="0" dirty="0" err="1">
                <a:ln>
                  <a:noFill/>
                </a:ln>
                <a:solidFill>
                  <a:srgbClr val="055BE0"/>
                </a:solidFill>
                <a:effectLst/>
                <a:latin typeface="+mn-lt"/>
              </a:rPr>
              <a:t>.</a:t>
            </a:r>
            <a:r>
              <a:rPr kumimoji="0" lang="en-US" altLang="en-US" sz="1400" b="0" i="0" u="none" strike="noStrike" cap="none" normalizeH="0" baseline="0" dirty="0" err="1">
                <a:ln>
                  <a:noFill/>
                </a:ln>
                <a:solidFill>
                  <a:schemeClr val="tx1"/>
                </a:solidFill>
                <a:effectLst/>
                <a:latin typeface="+mn-lt"/>
              </a:rPr>
              <a:t>Dense</a:t>
            </a:r>
            <a:r>
              <a:rPr kumimoji="0" lang="en-US" altLang="en-US" sz="1400" b="0" i="0" u="none" strike="noStrike" cap="none" normalizeH="0" baseline="0" dirty="0">
                <a:ln>
                  <a:noFill/>
                </a:ln>
                <a:solidFill>
                  <a:schemeClr val="tx1"/>
                </a:solidFill>
                <a:effectLst/>
                <a:latin typeface="+mn-lt"/>
              </a:rPr>
              <a:t>( units</a:t>
            </a:r>
            <a:r>
              <a:rPr kumimoji="0" lang="en-US" altLang="en-US" sz="1400" b="0" i="0" u="none" strike="noStrike" cap="none" normalizeH="0" baseline="0" dirty="0">
                <a:ln>
                  <a:noFill/>
                </a:ln>
                <a:solidFill>
                  <a:srgbClr val="055BE0"/>
                </a:solidFill>
                <a:effectLst/>
                <a:latin typeface="+mn-lt"/>
              </a:rPr>
              <a:t>=</a:t>
            </a:r>
            <a:r>
              <a:rPr kumimoji="0" lang="en-US" altLang="en-US" sz="1400" b="0" i="0" u="none" strike="noStrike" cap="none" normalizeH="0" baseline="0" dirty="0">
                <a:ln>
                  <a:noFill/>
                </a:ln>
                <a:solidFill>
                  <a:srgbClr val="666666"/>
                </a:solidFill>
                <a:effectLst/>
                <a:latin typeface="+mn-lt"/>
              </a:rPr>
              <a:t>128</a:t>
            </a:r>
            <a:r>
              <a:rPr kumimoji="0" lang="en-US" altLang="en-US" sz="1400" b="0" i="0" u="none" strike="noStrike" cap="none" normalizeH="0" baseline="0" dirty="0">
                <a:ln>
                  <a:noFill/>
                </a:ln>
                <a:solidFill>
                  <a:schemeClr val="tx1"/>
                </a:solidFill>
                <a:effectLst/>
                <a:latin typeface="+mn-lt"/>
              </a:rPr>
              <a:t>, activation</a:t>
            </a:r>
            <a:r>
              <a:rPr kumimoji="0" lang="en-US" altLang="en-US" sz="1400" b="0" i="0" u="none" strike="noStrike" cap="none" normalizeH="0" baseline="0" dirty="0">
                <a:ln>
                  <a:noFill/>
                </a:ln>
                <a:solidFill>
                  <a:srgbClr val="055BE0"/>
                </a:solidFill>
                <a:effectLst/>
                <a:latin typeface="+mn-lt"/>
              </a:rPr>
              <a:t>=</a:t>
            </a:r>
            <a:r>
              <a:rPr kumimoji="0" lang="en-US" altLang="en-US" sz="1400" b="0" i="0" u="none" strike="noStrike" cap="none" normalizeH="0" baseline="0" dirty="0" err="1">
                <a:ln>
                  <a:noFill/>
                </a:ln>
                <a:solidFill>
                  <a:schemeClr val="tx1"/>
                </a:solidFill>
                <a:effectLst/>
                <a:latin typeface="+mn-lt"/>
              </a:rPr>
              <a:t>tf</a:t>
            </a:r>
            <a:r>
              <a:rPr kumimoji="0" lang="en-US" altLang="en-US" sz="1400" b="0" i="0" u="none" strike="noStrike" cap="none" normalizeH="0" baseline="0" dirty="0" err="1">
                <a:ln>
                  <a:noFill/>
                </a:ln>
                <a:solidFill>
                  <a:srgbClr val="055BE0"/>
                </a:solidFill>
                <a:effectLst/>
                <a:latin typeface="+mn-lt"/>
              </a:rPr>
              <a:t>.</a:t>
            </a:r>
            <a:r>
              <a:rPr kumimoji="0" lang="en-US" altLang="en-US" sz="1400" b="0" i="0" u="none" strike="noStrike" cap="none" normalizeH="0" baseline="0" dirty="0" err="1">
                <a:ln>
                  <a:noFill/>
                </a:ln>
                <a:solidFill>
                  <a:schemeClr val="tx1"/>
                </a:solidFill>
                <a:effectLst/>
                <a:latin typeface="+mn-lt"/>
              </a:rPr>
              <a:t>keras</a:t>
            </a:r>
            <a:r>
              <a:rPr kumimoji="0" lang="en-US" altLang="en-US" sz="1400" b="0" i="0" u="none" strike="noStrike" cap="none" normalizeH="0" baseline="0" dirty="0" err="1">
                <a:ln>
                  <a:noFill/>
                </a:ln>
                <a:solidFill>
                  <a:srgbClr val="055BE0"/>
                </a:solidFill>
                <a:effectLst/>
                <a:latin typeface="+mn-lt"/>
              </a:rPr>
              <a:t>.</a:t>
            </a:r>
            <a:r>
              <a:rPr kumimoji="0" lang="en-US" altLang="en-US" sz="1400" b="0" i="0" u="none" strike="noStrike" cap="none" normalizeH="0" baseline="0" dirty="0" err="1">
                <a:ln>
                  <a:noFill/>
                </a:ln>
                <a:solidFill>
                  <a:schemeClr val="tx1"/>
                </a:solidFill>
                <a:effectLst/>
                <a:latin typeface="+mn-lt"/>
              </a:rPr>
              <a:t>activations</a:t>
            </a:r>
            <a:r>
              <a:rPr kumimoji="0" lang="en-US" altLang="en-US" sz="1400" b="0" i="0" u="none" strike="noStrike" cap="none" normalizeH="0" baseline="0" dirty="0" err="1">
                <a:ln>
                  <a:noFill/>
                </a:ln>
                <a:solidFill>
                  <a:srgbClr val="055BE0"/>
                </a:solidFill>
                <a:effectLst/>
                <a:latin typeface="+mn-lt"/>
              </a:rPr>
              <a:t>.</a:t>
            </a:r>
            <a:r>
              <a:rPr kumimoji="0" lang="en-US" altLang="en-US" sz="1400" b="0" i="0" u="none" strike="noStrike" cap="none" normalizeH="0" baseline="0" dirty="0" err="1">
                <a:ln>
                  <a:noFill/>
                </a:ln>
                <a:solidFill>
                  <a:schemeClr val="tx1"/>
                </a:solidFill>
                <a:effectLst/>
                <a:latin typeface="+mn-lt"/>
              </a:rPr>
              <a:t>relu</a:t>
            </a:r>
            <a:r>
              <a:rPr kumimoji="0" lang="en-US" altLang="en-US" sz="1400" b="0" i="0" u="none" strike="noStrike" cap="none" normalizeH="0" baseline="0" dirty="0">
                <a:ln>
                  <a:noFill/>
                </a:ln>
                <a:solidFill>
                  <a:schemeClr val="tx1"/>
                </a:solidFill>
                <a:effectLst/>
                <a:latin typeface="+mn-lt"/>
              </a:rPr>
              <a:t> ));</a:t>
            </a: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400" b="0" i="0" u="none" strike="noStrike" cap="none" normalizeH="0" baseline="0" dirty="0">
                <a:ln>
                  <a:noFill/>
                </a:ln>
                <a:solidFill>
                  <a:schemeClr val="tx1"/>
                </a:solidFill>
                <a:effectLst/>
                <a:latin typeface="+mn-lt"/>
              </a:rPr>
              <a:t> </a:t>
            </a: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400" b="0" i="0" u="none" strike="noStrike" cap="none" normalizeH="0" baseline="0" dirty="0" err="1">
                <a:ln>
                  <a:noFill/>
                </a:ln>
                <a:solidFill>
                  <a:schemeClr val="tx1"/>
                </a:solidFill>
                <a:effectLst/>
                <a:latin typeface="+mn-lt"/>
              </a:rPr>
              <a:t>model</a:t>
            </a:r>
            <a:r>
              <a:rPr kumimoji="0" lang="en-US" altLang="en-US" sz="1400" b="0" i="0" u="none" strike="noStrike" cap="none" normalizeH="0" baseline="0" dirty="0" err="1">
                <a:ln>
                  <a:noFill/>
                </a:ln>
                <a:solidFill>
                  <a:srgbClr val="055BE0"/>
                </a:solidFill>
                <a:effectLst/>
                <a:latin typeface="+mn-lt"/>
              </a:rPr>
              <a:t>.</a:t>
            </a:r>
            <a:r>
              <a:rPr kumimoji="0" lang="en-US" altLang="en-US" sz="1400" b="0" i="0" u="none" strike="noStrike" cap="none" normalizeH="0" baseline="0" dirty="0" err="1">
                <a:ln>
                  <a:noFill/>
                </a:ln>
                <a:solidFill>
                  <a:schemeClr val="tx1"/>
                </a:solidFill>
                <a:effectLst/>
                <a:latin typeface="+mn-lt"/>
              </a:rPr>
              <a:t>add</a:t>
            </a:r>
            <a:r>
              <a:rPr kumimoji="0" lang="en-US" altLang="en-US" sz="1400" b="0" i="0" u="none" strike="noStrike" cap="none" normalizeH="0" baseline="0" dirty="0">
                <a:ln>
                  <a:noFill/>
                </a:ln>
                <a:solidFill>
                  <a:schemeClr val="tx1"/>
                </a:solidFill>
                <a:effectLst/>
                <a:latin typeface="+mn-lt"/>
              </a:rPr>
              <a:t>(</a:t>
            </a:r>
            <a:r>
              <a:rPr kumimoji="0" lang="en-US" altLang="en-US" sz="1400" b="0" i="0" u="none" strike="noStrike" cap="none" normalizeH="0" baseline="0" dirty="0" err="1">
                <a:ln>
                  <a:noFill/>
                </a:ln>
                <a:solidFill>
                  <a:schemeClr val="tx1"/>
                </a:solidFill>
                <a:effectLst/>
                <a:latin typeface="+mn-lt"/>
              </a:rPr>
              <a:t>tf</a:t>
            </a:r>
            <a:r>
              <a:rPr kumimoji="0" lang="en-US" altLang="en-US" sz="1400" b="0" i="0" u="none" strike="noStrike" cap="none" normalizeH="0" baseline="0" dirty="0" err="1">
                <a:ln>
                  <a:noFill/>
                </a:ln>
                <a:solidFill>
                  <a:srgbClr val="055BE0"/>
                </a:solidFill>
                <a:effectLst/>
                <a:latin typeface="+mn-lt"/>
              </a:rPr>
              <a:t>.</a:t>
            </a:r>
            <a:r>
              <a:rPr kumimoji="0" lang="en-US" altLang="en-US" sz="1400" b="0" i="0" u="none" strike="noStrike" cap="none" normalizeH="0" baseline="0" dirty="0" err="1">
                <a:ln>
                  <a:noFill/>
                </a:ln>
                <a:solidFill>
                  <a:schemeClr val="tx1"/>
                </a:solidFill>
                <a:effectLst/>
                <a:latin typeface="+mn-lt"/>
              </a:rPr>
              <a:t>keras</a:t>
            </a:r>
            <a:r>
              <a:rPr kumimoji="0" lang="en-US" altLang="en-US" sz="1400" b="0" i="0" u="none" strike="noStrike" cap="none" normalizeH="0" baseline="0" dirty="0" err="1">
                <a:ln>
                  <a:noFill/>
                </a:ln>
                <a:solidFill>
                  <a:srgbClr val="055BE0"/>
                </a:solidFill>
                <a:effectLst/>
                <a:latin typeface="+mn-lt"/>
              </a:rPr>
              <a:t>.</a:t>
            </a:r>
            <a:r>
              <a:rPr kumimoji="0" lang="en-US" altLang="en-US" sz="1400" b="0" i="0" u="none" strike="noStrike" cap="none" normalizeH="0" baseline="0" dirty="0" err="1">
                <a:ln>
                  <a:noFill/>
                </a:ln>
                <a:solidFill>
                  <a:schemeClr val="tx1"/>
                </a:solidFill>
                <a:effectLst/>
                <a:latin typeface="+mn-lt"/>
              </a:rPr>
              <a:t>layers</a:t>
            </a:r>
            <a:r>
              <a:rPr kumimoji="0" lang="en-US" altLang="en-US" sz="1400" b="0" i="0" u="none" strike="noStrike" cap="none" normalizeH="0" baseline="0" dirty="0" err="1">
                <a:ln>
                  <a:noFill/>
                </a:ln>
                <a:solidFill>
                  <a:srgbClr val="055BE0"/>
                </a:solidFill>
                <a:effectLst/>
                <a:latin typeface="+mn-lt"/>
              </a:rPr>
              <a:t>.</a:t>
            </a:r>
            <a:r>
              <a:rPr kumimoji="0" lang="en-US" altLang="en-US" sz="1400" b="0" i="0" u="none" strike="noStrike" cap="none" normalizeH="0" baseline="0" dirty="0" err="1">
                <a:ln>
                  <a:noFill/>
                </a:ln>
                <a:solidFill>
                  <a:schemeClr val="tx1"/>
                </a:solidFill>
                <a:effectLst/>
                <a:latin typeface="+mn-lt"/>
              </a:rPr>
              <a:t>Dropout</a:t>
            </a:r>
            <a:r>
              <a:rPr kumimoji="0" lang="en-US" altLang="en-US" sz="1400" b="0" i="0" u="none" strike="noStrike" cap="none" normalizeH="0" baseline="0" dirty="0">
                <a:ln>
                  <a:noFill/>
                </a:ln>
                <a:solidFill>
                  <a:schemeClr val="tx1"/>
                </a:solidFill>
                <a:effectLst/>
                <a:latin typeface="+mn-lt"/>
              </a:rPr>
              <a:t>(</a:t>
            </a:r>
            <a:r>
              <a:rPr kumimoji="0" lang="en-US" altLang="en-US" sz="1400" b="0" i="0" u="none" strike="noStrike" cap="none" normalizeH="0" baseline="0" dirty="0">
                <a:ln>
                  <a:noFill/>
                </a:ln>
                <a:solidFill>
                  <a:srgbClr val="666666"/>
                </a:solidFill>
                <a:effectLst/>
                <a:latin typeface="+mn-lt"/>
              </a:rPr>
              <a:t>0.2</a:t>
            </a:r>
            <a:r>
              <a:rPr kumimoji="0" lang="en-US" altLang="en-US" sz="1400" b="0" i="0" u="none" strike="noStrike" cap="none" normalizeH="0" baseline="0" dirty="0">
                <a:ln>
                  <a:noFill/>
                </a:ln>
                <a:solidFill>
                  <a:schemeClr val="tx1"/>
                </a:solidFill>
                <a:effectLst/>
                <a:latin typeface="+mn-lt"/>
              </a:rPr>
              <a:t>))</a:t>
            </a:r>
          </a:p>
          <a:p>
            <a:pPr marL="0" marR="0" lvl="0" indent="0" algn="l" defTabSz="914400" rtl="0" eaLnBrk="0" fontAlgn="base" latinLnBrk="0" hangingPunct="0">
              <a:lnSpc>
                <a:spcPct val="100000"/>
              </a:lnSpc>
              <a:spcBef>
                <a:spcPct val="3000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400" b="0" i="0" u="none" strike="noStrike" cap="none" normalizeH="0" baseline="0" dirty="0" err="1">
                <a:ln>
                  <a:noFill/>
                </a:ln>
                <a:solidFill>
                  <a:schemeClr val="tx1"/>
                </a:solidFill>
                <a:effectLst/>
                <a:latin typeface="+mn-lt"/>
              </a:rPr>
              <a:t>model</a:t>
            </a:r>
            <a:r>
              <a:rPr kumimoji="0" lang="en-US" altLang="en-US" sz="1400" b="0" i="0" u="none" strike="noStrike" cap="none" normalizeH="0" baseline="0" dirty="0" err="1">
                <a:ln>
                  <a:noFill/>
                </a:ln>
                <a:solidFill>
                  <a:srgbClr val="055BE0"/>
                </a:solidFill>
                <a:effectLst/>
                <a:latin typeface="+mn-lt"/>
              </a:rPr>
              <a:t>.</a:t>
            </a:r>
            <a:r>
              <a:rPr kumimoji="0" lang="en-US" altLang="en-US" sz="1400" b="0" i="0" u="none" strike="noStrike" cap="none" normalizeH="0" baseline="0" dirty="0" err="1">
                <a:ln>
                  <a:noFill/>
                </a:ln>
                <a:solidFill>
                  <a:schemeClr val="tx1"/>
                </a:solidFill>
                <a:effectLst/>
                <a:latin typeface="+mn-lt"/>
              </a:rPr>
              <a:t>add</a:t>
            </a:r>
            <a:r>
              <a:rPr kumimoji="0" lang="en-US" altLang="en-US" sz="1400" b="0" i="0" u="none" strike="noStrike" cap="none" normalizeH="0" baseline="0" dirty="0">
                <a:ln>
                  <a:noFill/>
                </a:ln>
                <a:solidFill>
                  <a:schemeClr val="tx1"/>
                </a:solidFill>
                <a:effectLst/>
                <a:latin typeface="+mn-lt"/>
              </a:rPr>
              <a:t>(</a:t>
            </a:r>
            <a:r>
              <a:rPr kumimoji="0" lang="en-US" altLang="en-US" sz="1400" b="0" i="0" u="none" strike="noStrike" cap="none" normalizeH="0" baseline="0" dirty="0" err="1">
                <a:ln>
                  <a:noFill/>
                </a:ln>
                <a:solidFill>
                  <a:schemeClr val="tx1"/>
                </a:solidFill>
                <a:effectLst/>
                <a:latin typeface="+mn-lt"/>
              </a:rPr>
              <a:t>tf</a:t>
            </a:r>
            <a:r>
              <a:rPr kumimoji="0" lang="en-US" altLang="en-US" sz="1400" b="0" i="0" u="none" strike="noStrike" cap="none" normalizeH="0" baseline="0" dirty="0" err="1">
                <a:ln>
                  <a:noFill/>
                </a:ln>
                <a:solidFill>
                  <a:srgbClr val="055BE0"/>
                </a:solidFill>
                <a:effectLst/>
                <a:latin typeface="+mn-lt"/>
              </a:rPr>
              <a:t>.</a:t>
            </a:r>
            <a:r>
              <a:rPr kumimoji="0" lang="en-US" altLang="en-US" sz="1400" b="0" i="0" u="none" strike="noStrike" cap="none" normalizeH="0" baseline="0" dirty="0" err="1">
                <a:ln>
                  <a:noFill/>
                </a:ln>
                <a:solidFill>
                  <a:schemeClr val="tx1"/>
                </a:solidFill>
                <a:effectLst/>
                <a:latin typeface="+mn-lt"/>
              </a:rPr>
              <a:t>keras</a:t>
            </a:r>
            <a:r>
              <a:rPr kumimoji="0" lang="en-US" altLang="en-US" sz="1400" b="0" i="0" u="none" strike="noStrike" cap="none" normalizeH="0" baseline="0" dirty="0" err="1">
                <a:ln>
                  <a:noFill/>
                </a:ln>
                <a:solidFill>
                  <a:srgbClr val="055BE0"/>
                </a:solidFill>
                <a:effectLst/>
                <a:latin typeface="+mn-lt"/>
              </a:rPr>
              <a:t>.</a:t>
            </a:r>
            <a:r>
              <a:rPr kumimoji="0" lang="en-US" altLang="en-US" sz="1400" b="0" i="0" u="none" strike="noStrike" cap="none" normalizeH="0" baseline="0" dirty="0" err="1">
                <a:ln>
                  <a:noFill/>
                </a:ln>
                <a:solidFill>
                  <a:schemeClr val="tx1"/>
                </a:solidFill>
                <a:effectLst/>
                <a:latin typeface="+mn-lt"/>
              </a:rPr>
              <a:t>layers</a:t>
            </a:r>
            <a:r>
              <a:rPr kumimoji="0" lang="en-US" altLang="en-US" sz="1400" b="0" i="0" u="none" strike="noStrike" cap="none" normalizeH="0" baseline="0" dirty="0" err="1">
                <a:ln>
                  <a:noFill/>
                </a:ln>
                <a:solidFill>
                  <a:srgbClr val="055BE0"/>
                </a:solidFill>
                <a:effectLst/>
                <a:latin typeface="+mn-lt"/>
              </a:rPr>
              <a:t>.</a:t>
            </a:r>
            <a:r>
              <a:rPr kumimoji="0" lang="en-US" altLang="en-US" sz="1400" b="0" i="0" u="none" strike="noStrike" cap="none" normalizeH="0" baseline="0" dirty="0" err="1">
                <a:ln>
                  <a:noFill/>
                </a:ln>
                <a:solidFill>
                  <a:schemeClr val="tx1"/>
                </a:solidFill>
                <a:effectLst/>
                <a:latin typeface="+mn-lt"/>
              </a:rPr>
              <a:t>Dense</a:t>
            </a:r>
            <a:r>
              <a:rPr kumimoji="0" lang="en-US" altLang="en-US" sz="1400" b="0" i="0" u="none" strike="noStrike" cap="none" normalizeH="0" baseline="0" dirty="0">
                <a:ln>
                  <a:noFill/>
                </a:ln>
                <a:solidFill>
                  <a:schemeClr val="tx1"/>
                </a:solidFill>
                <a:effectLst/>
                <a:latin typeface="+mn-lt"/>
              </a:rPr>
              <a:t>( units</a:t>
            </a:r>
            <a:r>
              <a:rPr kumimoji="0" lang="en-US" altLang="en-US" sz="1400" b="0" i="0" u="none" strike="noStrike" cap="none" normalizeH="0" baseline="0" dirty="0">
                <a:ln>
                  <a:noFill/>
                </a:ln>
                <a:solidFill>
                  <a:srgbClr val="055BE0"/>
                </a:solidFill>
                <a:effectLst/>
                <a:latin typeface="+mn-lt"/>
              </a:rPr>
              <a:t>=</a:t>
            </a:r>
            <a:r>
              <a:rPr kumimoji="0" lang="en-US" altLang="en-US" sz="1400" b="0" i="0" u="none" strike="noStrike" cap="none" normalizeH="0" baseline="0" dirty="0">
                <a:ln>
                  <a:noFill/>
                </a:ln>
                <a:solidFill>
                  <a:srgbClr val="666666"/>
                </a:solidFill>
                <a:effectLst/>
                <a:latin typeface="+mn-lt"/>
              </a:rPr>
              <a:t>10</a:t>
            </a:r>
            <a:r>
              <a:rPr kumimoji="0" lang="en-US" altLang="en-US" sz="1400" b="0" i="0" u="none" strike="noStrike" cap="none" normalizeH="0" baseline="0" dirty="0">
                <a:ln>
                  <a:noFill/>
                </a:ln>
                <a:solidFill>
                  <a:schemeClr val="tx1"/>
                </a:solidFill>
                <a:effectLst/>
                <a:latin typeface="+mn-lt"/>
              </a:rPr>
              <a:t>, activation</a:t>
            </a:r>
            <a:r>
              <a:rPr kumimoji="0" lang="en-US" altLang="en-US" sz="1400" b="0" i="0" u="none" strike="noStrike" cap="none" normalizeH="0" baseline="0" dirty="0">
                <a:ln>
                  <a:noFill/>
                </a:ln>
                <a:solidFill>
                  <a:srgbClr val="055BE0"/>
                </a:solidFill>
                <a:effectLst/>
                <a:latin typeface="+mn-lt"/>
              </a:rPr>
              <a:t>=</a:t>
            </a:r>
            <a:r>
              <a:rPr kumimoji="0" lang="en-US" altLang="en-US" sz="1400" b="0" i="0" u="none" strike="noStrike" cap="none" normalizeH="0" baseline="0" dirty="0" err="1">
                <a:ln>
                  <a:noFill/>
                </a:ln>
                <a:solidFill>
                  <a:schemeClr val="tx1"/>
                </a:solidFill>
                <a:effectLst/>
                <a:latin typeface="+mn-lt"/>
              </a:rPr>
              <a:t>tf</a:t>
            </a:r>
            <a:r>
              <a:rPr kumimoji="0" lang="en-US" altLang="en-US" sz="1400" b="0" i="0" u="none" strike="noStrike" cap="none" normalizeH="0" baseline="0" dirty="0" err="1">
                <a:ln>
                  <a:noFill/>
                </a:ln>
                <a:solidFill>
                  <a:srgbClr val="055BE0"/>
                </a:solidFill>
                <a:effectLst/>
                <a:latin typeface="+mn-lt"/>
              </a:rPr>
              <a:t>.</a:t>
            </a:r>
            <a:r>
              <a:rPr kumimoji="0" lang="en-US" altLang="en-US" sz="1400" b="0" i="0" u="none" strike="noStrike" cap="none" normalizeH="0" baseline="0" dirty="0" err="1">
                <a:ln>
                  <a:noFill/>
                </a:ln>
                <a:solidFill>
                  <a:schemeClr val="tx1"/>
                </a:solidFill>
                <a:effectLst/>
                <a:latin typeface="+mn-lt"/>
              </a:rPr>
              <a:t>keras</a:t>
            </a:r>
            <a:r>
              <a:rPr kumimoji="0" lang="en-US" altLang="en-US" sz="1400" b="0" i="0" u="none" strike="noStrike" cap="none" normalizeH="0" baseline="0" dirty="0" err="1">
                <a:ln>
                  <a:noFill/>
                </a:ln>
                <a:solidFill>
                  <a:srgbClr val="055BE0"/>
                </a:solidFill>
                <a:effectLst/>
                <a:latin typeface="+mn-lt"/>
              </a:rPr>
              <a:t>.</a:t>
            </a:r>
            <a:r>
              <a:rPr kumimoji="0" lang="en-US" altLang="en-US" sz="1400" b="0" i="0" u="none" strike="noStrike" cap="none" normalizeH="0" baseline="0" dirty="0" err="1">
                <a:ln>
                  <a:noFill/>
                </a:ln>
                <a:solidFill>
                  <a:schemeClr val="tx1"/>
                </a:solidFill>
                <a:effectLst/>
                <a:latin typeface="+mn-lt"/>
              </a:rPr>
              <a:t>activations</a:t>
            </a:r>
            <a:r>
              <a:rPr kumimoji="0" lang="en-US" altLang="en-US" sz="1400" b="0" i="0" u="none" strike="noStrike" cap="none" normalizeH="0" baseline="0" dirty="0" err="1">
                <a:ln>
                  <a:noFill/>
                </a:ln>
                <a:solidFill>
                  <a:srgbClr val="055BE0"/>
                </a:solidFill>
                <a:effectLst/>
                <a:latin typeface="+mn-lt"/>
              </a:rPr>
              <a:t>.</a:t>
            </a:r>
            <a:r>
              <a:rPr kumimoji="0" lang="en-US" altLang="en-US" sz="1400" b="0" i="0" u="none" strike="noStrike" cap="none" normalizeH="0" baseline="0" dirty="0" err="1">
                <a:ln>
                  <a:noFill/>
                </a:ln>
                <a:solidFill>
                  <a:schemeClr val="tx1"/>
                </a:solidFill>
                <a:effectLst/>
                <a:latin typeface="+mn-lt"/>
              </a:rPr>
              <a:t>softmax</a:t>
            </a:r>
            <a:r>
              <a:rPr kumimoji="0" lang="en-US" altLang="en-US" sz="1400" b="0" i="0" u="none" strike="noStrike" cap="none" normalizeH="0" baseline="0" dirty="0">
                <a:ln>
                  <a:noFill/>
                </a:ln>
                <a:solidFill>
                  <a:schemeClr val="tx1"/>
                </a:solidFill>
                <a:effectLst/>
                <a:latin typeface="+mn-lt"/>
              </a:rPr>
              <a:t>, </a:t>
            </a: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400" b="0" i="0" u="none" strike="noStrike" cap="none" normalizeH="0" baseline="0" dirty="0" err="1">
                <a:ln>
                  <a:noFill/>
                </a:ln>
                <a:solidFill>
                  <a:schemeClr val="tx1"/>
                </a:solidFill>
                <a:effectLst/>
                <a:latin typeface="+mn-lt"/>
              </a:rPr>
              <a:t>kernel_initializer</a:t>
            </a:r>
            <a:r>
              <a:rPr kumimoji="0" lang="en-US" altLang="en-US" sz="1400" b="0" i="0" u="none" strike="noStrike" cap="none" normalizeH="0" baseline="0" dirty="0">
                <a:ln>
                  <a:noFill/>
                </a:ln>
                <a:solidFill>
                  <a:srgbClr val="055BE0"/>
                </a:solidFill>
                <a:effectLst/>
                <a:latin typeface="+mn-lt"/>
              </a:rPr>
              <a:t>=</a:t>
            </a:r>
            <a:r>
              <a:rPr kumimoji="0" lang="en-US" altLang="en-US" sz="1400" b="0" i="0" u="none" strike="noStrike" cap="none" normalizeH="0" baseline="0" dirty="0" err="1">
                <a:ln>
                  <a:noFill/>
                </a:ln>
                <a:solidFill>
                  <a:schemeClr val="tx1"/>
                </a:solidFill>
                <a:effectLst/>
                <a:latin typeface="+mn-lt"/>
              </a:rPr>
              <a:t>tf</a:t>
            </a:r>
            <a:r>
              <a:rPr kumimoji="0" lang="en-US" altLang="en-US" sz="1400" b="0" i="0" u="none" strike="noStrike" cap="none" normalizeH="0" baseline="0" dirty="0" err="1">
                <a:ln>
                  <a:noFill/>
                </a:ln>
                <a:solidFill>
                  <a:srgbClr val="055BE0"/>
                </a:solidFill>
                <a:effectLst/>
                <a:latin typeface="+mn-lt"/>
              </a:rPr>
              <a:t>.</a:t>
            </a:r>
            <a:r>
              <a:rPr kumimoji="0" lang="en-US" altLang="en-US" sz="1400" b="0" i="0" u="none" strike="noStrike" cap="none" normalizeH="0" baseline="0" dirty="0" err="1">
                <a:ln>
                  <a:noFill/>
                </a:ln>
                <a:solidFill>
                  <a:schemeClr val="tx1"/>
                </a:solidFill>
                <a:effectLst/>
                <a:latin typeface="+mn-lt"/>
              </a:rPr>
              <a:t>keras</a:t>
            </a:r>
            <a:r>
              <a:rPr kumimoji="0" lang="en-US" altLang="en-US" sz="1400" b="0" i="0" u="none" strike="noStrike" cap="none" normalizeH="0" baseline="0" dirty="0" err="1">
                <a:ln>
                  <a:noFill/>
                </a:ln>
                <a:solidFill>
                  <a:srgbClr val="055BE0"/>
                </a:solidFill>
                <a:effectLst/>
                <a:latin typeface="+mn-lt"/>
              </a:rPr>
              <a:t>.</a:t>
            </a:r>
            <a:r>
              <a:rPr kumimoji="0" lang="en-US" altLang="en-US" sz="1400" b="0" i="0" u="none" strike="noStrike" cap="none" normalizeH="0" baseline="0" dirty="0" err="1">
                <a:ln>
                  <a:noFill/>
                </a:ln>
                <a:solidFill>
                  <a:schemeClr val="tx1"/>
                </a:solidFill>
                <a:effectLst/>
                <a:latin typeface="+mn-lt"/>
              </a:rPr>
              <a:t>initializers</a:t>
            </a:r>
            <a:r>
              <a:rPr kumimoji="0" lang="en-US" altLang="en-US" sz="1400" b="0" i="0" u="none" strike="noStrike" cap="none" normalizeH="0" baseline="0" dirty="0" err="1">
                <a:ln>
                  <a:noFill/>
                </a:ln>
                <a:solidFill>
                  <a:srgbClr val="055BE0"/>
                </a:solidFill>
                <a:effectLst/>
                <a:latin typeface="+mn-lt"/>
              </a:rPr>
              <a:t>.</a:t>
            </a:r>
            <a:r>
              <a:rPr kumimoji="0" lang="en-US" altLang="en-US" sz="1400" b="0" i="0" u="none" strike="noStrike" cap="none" normalizeH="0" baseline="0" dirty="0" err="1">
                <a:ln>
                  <a:noFill/>
                </a:ln>
                <a:solidFill>
                  <a:schemeClr val="tx1"/>
                </a:solidFill>
                <a:effectLst/>
                <a:latin typeface="+mn-lt"/>
              </a:rPr>
              <a:t>VarianceScaling</a:t>
            </a:r>
            <a:r>
              <a:rPr kumimoji="0" lang="en-US" altLang="en-US" sz="1400" b="0" i="0" u="none" strike="noStrike" cap="none" normalizeH="0" baseline="0" dirty="0">
                <a:ln>
                  <a:noFill/>
                </a:ln>
                <a:solidFill>
                  <a:schemeClr val="tx1"/>
                </a:solidFill>
                <a:effectLst/>
                <a:latin typeface="+mn-lt"/>
              </a:rPr>
              <a:t>() )) </a:t>
            </a:r>
          </a:p>
          <a:p>
            <a:pPr marL="0" marR="0" lvl="0" indent="0" algn="l" defTabSz="914400" rtl="0" eaLnBrk="0" fontAlgn="base" latinLnBrk="0" hangingPunct="0">
              <a:lnSpc>
                <a:spcPct val="100000"/>
              </a:lnSpc>
              <a:spcBef>
                <a:spcPct val="30000"/>
              </a:spcBef>
              <a:spcAft>
                <a:spcPct val="0"/>
              </a:spcAft>
              <a:buClrTx/>
              <a:buSzTx/>
              <a:buFontTx/>
              <a:buNone/>
              <a:tabLst/>
            </a:pPr>
            <a:br>
              <a:rPr kumimoji="0" lang="en-US" altLang="en-US" sz="1400" b="0" i="0" u="none" strike="noStrike" cap="none" normalizeH="0" baseline="0" dirty="0">
                <a:ln>
                  <a:noFill/>
                </a:ln>
                <a:solidFill>
                  <a:schemeClr val="tx1"/>
                </a:solidFill>
                <a:effectLst/>
                <a:latin typeface="+mn-lt"/>
              </a:rPr>
            </a:br>
            <a:endParaRPr kumimoji="0" lang="en-US" altLang="en-US" sz="1400" b="0" i="0" u="none" strike="noStrike" cap="none" normalizeH="0" baseline="0" dirty="0">
              <a:ln>
                <a:noFill/>
              </a:ln>
              <a:solidFill>
                <a:schemeClr val="tx1"/>
              </a:solidFill>
              <a:effectLst/>
              <a:latin typeface="+mn-lt"/>
            </a:endParaRPr>
          </a:p>
        </p:txBody>
      </p:sp>
    </p:spTree>
    <p:extLst>
      <p:ext uri="{BB962C8B-B14F-4D97-AF65-F5344CB8AC3E}">
        <p14:creationId xmlns:p14="http://schemas.microsoft.com/office/powerpoint/2010/main" val="15263112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4226991-5989-1713-592B-BBCA283EEF55}"/>
              </a:ext>
            </a:extLst>
          </p:cNvPr>
          <p:cNvSpPr txBox="1"/>
          <p:nvPr/>
        </p:nvSpPr>
        <p:spPr>
          <a:xfrm>
            <a:off x="651076" y="654498"/>
            <a:ext cx="6094070" cy="369332"/>
          </a:xfrm>
          <a:prstGeom prst="rect">
            <a:avLst/>
          </a:prstGeom>
          <a:noFill/>
        </p:spPr>
        <p:txBody>
          <a:bodyPr wrap="square">
            <a:spAutoFit/>
          </a:bodyPr>
          <a:lstStyle/>
          <a:p>
            <a:pPr algn="l"/>
            <a:r>
              <a:rPr lang="en-US" b="1" i="0" dirty="0">
                <a:solidFill>
                  <a:srgbClr val="000000"/>
                </a:solidFill>
                <a:effectLst/>
                <a:latin typeface="Inter"/>
              </a:rPr>
              <a:t>Summary of the training model</a:t>
            </a:r>
          </a:p>
        </p:txBody>
      </p:sp>
      <p:sp>
        <p:nvSpPr>
          <p:cNvPr id="4" name="Rectangle 1">
            <a:extLst>
              <a:ext uri="{FF2B5EF4-FFF2-40B4-BE49-F238E27FC236}">
                <a16:creationId xmlns:a16="http://schemas.microsoft.com/office/drawing/2014/main" id="{0758AFCF-D296-7D37-4BA9-E1C97C175C0E}"/>
              </a:ext>
            </a:extLst>
          </p:cNvPr>
          <p:cNvSpPr>
            <a:spLocks noChangeArrowheads="1"/>
          </p:cNvSpPr>
          <p:nvPr/>
        </p:nvSpPr>
        <p:spPr bwMode="auto">
          <a:xfrm>
            <a:off x="725347" y="1339658"/>
            <a:ext cx="5370653" cy="215444"/>
          </a:xfrm>
          <a:prstGeom prst="rect">
            <a:avLst/>
          </a:prstGeom>
          <a:solidFill>
            <a:srgbClr val="F7F7F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30000"/>
              </a:spcBef>
              <a:spcAft>
                <a:spcPct val="0"/>
              </a:spcAft>
              <a:defRPr sz="1200">
                <a:solidFill>
                  <a:schemeClr val="tx1"/>
                </a:solidFill>
                <a:latin typeface="Arial" panose="020B0604020202020204" pitchFamily="34" charset="0"/>
              </a:defRPr>
            </a:lvl1pPr>
            <a:lvl2pPr eaLnBrk="0" fontAlgn="base" hangingPunct="0">
              <a:spcBef>
                <a:spcPct val="30000"/>
              </a:spcBef>
              <a:spcAft>
                <a:spcPct val="0"/>
              </a:spcAft>
              <a:defRPr sz="1200">
                <a:solidFill>
                  <a:schemeClr val="tx1"/>
                </a:solidFill>
                <a:latin typeface="Arial" panose="020B0604020202020204" pitchFamily="34" charset="0"/>
              </a:defRPr>
            </a:lvl2pPr>
            <a:lvl3pPr eaLnBrk="0" fontAlgn="base" hangingPunct="0">
              <a:spcBef>
                <a:spcPct val="30000"/>
              </a:spcBef>
              <a:spcAft>
                <a:spcPct val="0"/>
              </a:spcAft>
              <a:defRPr sz="1200">
                <a:solidFill>
                  <a:schemeClr val="tx1"/>
                </a:solidFill>
                <a:latin typeface="Arial" panose="020B0604020202020204" pitchFamily="34" charset="0"/>
              </a:defRPr>
            </a:lvl3pPr>
            <a:lvl4pPr eaLnBrk="0" fontAlgn="base" hangingPunct="0">
              <a:spcBef>
                <a:spcPct val="30000"/>
              </a:spcBef>
              <a:spcAft>
                <a:spcPct val="0"/>
              </a:spcAft>
              <a:defRPr sz="1200">
                <a:solidFill>
                  <a:schemeClr val="tx1"/>
                </a:solidFill>
                <a:latin typeface="Arial" panose="020B0604020202020204" pitchFamily="34" charset="0"/>
              </a:defRPr>
            </a:lvl4pPr>
            <a:lvl5pPr eaLnBrk="0" fontAlgn="base" hangingPunct="0">
              <a:spcBef>
                <a:spcPct val="30000"/>
              </a:spcBef>
              <a:spcAft>
                <a:spcPct val="0"/>
              </a:spcAft>
              <a:defRPr sz="1200">
                <a:solidFill>
                  <a:schemeClr val="tx1"/>
                </a:solidFill>
                <a:latin typeface="Arial" panose="020B0604020202020204" pitchFamily="34" charset="0"/>
              </a:defRPr>
            </a:lvl5pPr>
            <a:lvl6pPr eaLnBrk="0" fontAlgn="base" hangingPunct="0">
              <a:spcBef>
                <a:spcPct val="30000"/>
              </a:spcBef>
              <a:spcAft>
                <a:spcPct val="0"/>
              </a:spcAft>
              <a:defRPr sz="1200">
                <a:solidFill>
                  <a:schemeClr val="tx1"/>
                </a:solidFill>
                <a:latin typeface="Arial" panose="020B0604020202020204" pitchFamily="34" charset="0"/>
              </a:defRPr>
            </a:lvl6pPr>
            <a:lvl7pPr eaLnBrk="0" fontAlgn="base" hangingPunct="0">
              <a:spcBef>
                <a:spcPct val="30000"/>
              </a:spcBef>
              <a:spcAft>
                <a:spcPct val="0"/>
              </a:spcAft>
              <a:defRPr sz="1200">
                <a:solidFill>
                  <a:schemeClr val="tx1"/>
                </a:solidFill>
                <a:latin typeface="Arial" panose="020B0604020202020204" pitchFamily="34" charset="0"/>
              </a:defRPr>
            </a:lvl7pPr>
            <a:lvl8pPr eaLnBrk="0" fontAlgn="base" hangingPunct="0">
              <a:spcBef>
                <a:spcPct val="30000"/>
              </a:spcBef>
              <a:spcAft>
                <a:spcPct val="0"/>
              </a:spcAft>
              <a:defRPr sz="1200">
                <a:solidFill>
                  <a:schemeClr val="tx1"/>
                </a:solidFill>
                <a:latin typeface="Arial" panose="020B0604020202020204" pitchFamily="34" charset="0"/>
              </a:defRPr>
            </a:lvl8pPr>
            <a:lvl9pPr eaLnBrk="0" fontAlgn="base" hangingPunct="0">
              <a:spcBef>
                <a:spcPct val="30000"/>
              </a:spcBef>
              <a:spcAft>
                <a:spcPct val="0"/>
              </a:spcAft>
              <a:defRPr sz="12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400" b="0" i="0" u="none" strike="noStrike" cap="none" normalizeH="0" baseline="0" dirty="0" err="1">
                <a:ln>
                  <a:noFill/>
                </a:ln>
                <a:solidFill>
                  <a:schemeClr val="tx1"/>
                </a:solidFill>
                <a:effectLst/>
                <a:latin typeface="Arial" panose="020B0604020202020204" pitchFamily="34" charset="0"/>
              </a:rPr>
              <a:t>model</a:t>
            </a:r>
            <a:r>
              <a:rPr kumimoji="0" lang="en-US" altLang="en-US" sz="1400" b="0" i="0" u="none" strike="noStrike" cap="none" normalizeH="0" baseline="0" dirty="0" err="1">
                <a:ln>
                  <a:noFill/>
                </a:ln>
                <a:solidFill>
                  <a:srgbClr val="055BE0"/>
                </a:solidFill>
                <a:effectLst/>
                <a:latin typeface="Arial" panose="020B0604020202020204" pitchFamily="34" charset="0"/>
              </a:rPr>
              <a:t>.</a:t>
            </a:r>
            <a:r>
              <a:rPr kumimoji="0" lang="en-US" altLang="en-US" sz="1400" b="0" i="0" u="none" strike="noStrike" cap="none" normalizeH="0" baseline="0" dirty="0" err="1">
                <a:ln>
                  <a:noFill/>
                </a:ln>
                <a:solidFill>
                  <a:schemeClr val="tx1"/>
                </a:solidFill>
                <a:effectLst/>
                <a:latin typeface="Arial" panose="020B0604020202020204" pitchFamily="34" charset="0"/>
              </a:rPr>
              <a:t>summary</a:t>
            </a:r>
            <a:r>
              <a:rPr kumimoji="0" lang="en-US" altLang="en-US" sz="1400" b="0" i="0" u="none" strike="noStrike" cap="none" normalizeH="0" baseline="0" dirty="0">
                <a:ln>
                  <a:noFill/>
                </a:ln>
                <a:solidFill>
                  <a:schemeClr val="tx1"/>
                </a:solidFill>
                <a:effectLst/>
                <a:latin typeface="Roboto Mono" panose="00000009000000000000" pitchFamily="49" charset="0"/>
              </a:rPr>
              <a:t>()</a:t>
            </a:r>
            <a:r>
              <a:rPr kumimoji="0" lang="en-US" altLang="en-US" sz="1400" b="0" i="0" u="none" strike="noStrike" cap="none" normalizeH="0" baseline="0" dirty="0">
                <a:ln>
                  <a:noFill/>
                </a:ln>
                <a:solidFill>
                  <a:schemeClr val="tx1"/>
                </a:solidFill>
                <a:effectLst/>
              </a:rPr>
              <a:t> </a:t>
            </a: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
        <p:nvSpPr>
          <p:cNvPr id="5" name="Rectangle 2">
            <a:extLst>
              <a:ext uri="{FF2B5EF4-FFF2-40B4-BE49-F238E27FC236}">
                <a16:creationId xmlns:a16="http://schemas.microsoft.com/office/drawing/2014/main" id="{C91FF4E0-3632-FFE7-086D-457A088229A2}"/>
              </a:ext>
            </a:extLst>
          </p:cNvPr>
          <p:cNvSpPr>
            <a:spLocks noChangeArrowheads="1"/>
          </p:cNvSpPr>
          <p:nvPr/>
        </p:nvSpPr>
        <p:spPr bwMode="auto">
          <a:xfrm>
            <a:off x="651076" y="1870930"/>
            <a:ext cx="9850056" cy="443198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3C4043"/>
                </a:solidFill>
                <a:effectLst/>
                <a:latin typeface="Roboto Mono" panose="00000009000000000000" pitchFamily="49" charset="0"/>
              </a:rPr>
              <a:t>Model: "sequential“</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3C4043"/>
                </a:solidFill>
                <a:effectLst/>
                <a:latin typeface="Roboto Mono" panose="00000009000000000000" pitchFamily="49" charset="0"/>
              </a:rPr>
              <a:t>_________________________________________________________________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3C4043"/>
                </a:solidFill>
                <a:effectLst/>
                <a:latin typeface="Roboto Mono" panose="00000009000000000000" pitchFamily="49" charset="0"/>
              </a:rPr>
              <a:t>Layer (type) Output Shape Param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3C4043"/>
                </a:solidFill>
                <a:effectLst/>
                <a:latin typeface="Roboto Mono" panose="00000009000000000000" pitchFamily="49" charset="0"/>
              </a:rPr>
              <a:t>#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3C4043"/>
                </a:solidFill>
                <a:effectLst/>
                <a:latin typeface="Roboto Mono" panose="00000009000000000000" pitchFamily="49" charset="0"/>
              </a:rPr>
              <a:t>conv2d (Conv2D) (None, 24, 24, 8) 208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3C4043"/>
                </a:solidFill>
                <a:effectLst/>
                <a:latin typeface="Roboto Mono" panose="00000009000000000000" pitchFamily="49" charset="0"/>
              </a:rPr>
              <a:t>_________________________________________________________________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3C4043"/>
                </a:solidFill>
                <a:effectLst/>
                <a:latin typeface="Roboto Mono" panose="00000009000000000000" pitchFamily="49" charset="0"/>
              </a:rPr>
              <a:t>max_pooling2d (MaxPooling2D) (None, 12, 12, 8) 0 _________________________________________________________________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3C4043"/>
                </a:solidFill>
                <a:effectLst/>
                <a:latin typeface="Roboto Mono" panose="00000009000000000000" pitchFamily="49" charset="0"/>
              </a:rPr>
              <a:t>conv2d_1 (Conv2D) (None, 8, 8, 16) 3216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3C4043"/>
                </a:solidFill>
                <a:effectLst/>
                <a:latin typeface="Roboto Mono" panose="00000009000000000000" pitchFamily="49" charset="0"/>
              </a:rPr>
              <a:t>_________________________________________________________________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3C4043"/>
                </a:solidFill>
                <a:effectLst/>
                <a:latin typeface="Roboto Mono" panose="00000009000000000000" pitchFamily="49" charset="0"/>
              </a:rPr>
              <a:t>max_pooling2d_1 (MaxPooling2 (None, 4, 4, 16) 0 _________________________________________________________________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3C4043"/>
                </a:solidFill>
                <a:effectLst/>
                <a:latin typeface="Roboto Mono" panose="00000009000000000000" pitchFamily="49" charset="0"/>
              </a:rPr>
              <a:t>flatten (Flatten) (None, 256) 0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3C4043"/>
                </a:solidFill>
                <a:effectLst/>
                <a:latin typeface="Roboto Mono" panose="00000009000000000000" pitchFamily="49" charset="0"/>
              </a:rPr>
              <a:t>_________________________________________________________________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3C4043"/>
                </a:solidFill>
                <a:effectLst/>
                <a:latin typeface="Roboto Mono" panose="00000009000000000000" pitchFamily="49" charset="0"/>
              </a:rPr>
              <a:t>dense (Dense) (None, 128) 32896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3C4043"/>
                </a:solidFill>
                <a:effectLst/>
                <a:latin typeface="Roboto Mono" panose="00000009000000000000" pitchFamily="49" charset="0"/>
              </a:rPr>
              <a:t>_________________________________________________________________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3C4043"/>
                </a:solidFill>
                <a:effectLst/>
                <a:latin typeface="Roboto Mono" panose="00000009000000000000" pitchFamily="49" charset="0"/>
              </a:rPr>
              <a:t>dropout (Dropout) (None, 128) 0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3C4043"/>
                </a:solidFill>
                <a:effectLst/>
                <a:latin typeface="Roboto Mono" panose="00000009000000000000" pitchFamily="49" charset="0"/>
              </a:rPr>
              <a:t>_________________________________________________________________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3C4043"/>
                </a:solidFill>
                <a:effectLst/>
                <a:latin typeface="Roboto Mono" panose="00000009000000000000" pitchFamily="49" charset="0"/>
              </a:rPr>
              <a:t>dense_1 (Dense) (None, 10) 1290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3C4043"/>
                </a:solidFill>
                <a:effectLst/>
                <a:latin typeface="Roboto Mono" panose="00000009000000000000"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3C4043"/>
                </a:solidFill>
                <a:effectLst/>
                <a:latin typeface="Roboto Mono" panose="00000009000000000000" pitchFamily="49" charset="0"/>
              </a:rPr>
              <a:t>Total params: 37,610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3C4043"/>
                </a:solidFill>
                <a:effectLst/>
                <a:latin typeface="Roboto Mono" panose="00000009000000000000" pitchFamily="49" charset="0"/>
              </a:rPr>
              <a:t>Trainable params: 37,610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3C4043"/>
                </a:solidFill>
                <a:effectLst/>
                <a:latin typeface="Roboto Mono" panose="00000009000000000000" pitchFamily="49" charset="0"/>
              </a:rPr>
              <a:t>Non-trainable params: 0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3C4043"/>
                </a:solidFill>
                <a:effectLst/>
                <a:latin typeface="Roboto Mono" panose="00000009000000000000" pitchFamily="49" charset="0"/>
              </a:rPr>
              <a:t>_________________________________________________________________ </a:t>
            </a:r>
            <a:endParaRPr kumimoji="0" lang="en-US" altLang="en-US" sz="12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37250687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289E84F-7F49-E5E5-1C3D-4864E99842F8}"/>
              </a:ext>
            </a:extLst>
          </p:cNvPr>
          <p:cNvSpPr txBox="1"/>
          <p:nvPr/>
        </p:nvSpPr>
        <p:spPr>
          <a:xfrm>
            <a:off x="535330" y="504027"/>
            <a:ext cx="6094070" cy="369332"/>
          </a:xfrm>
          <a:prstGeom prst="rect">
            <a:avLst/>
          </a:prstGeom>
          <a:noFill/>
        </p:spPr>
        <p:txBody>
          <a:bodyPr wrap="square">
            <a:spAutoFit/>
          </a:bodyPr>
          <a:lstStyle/>
          <a:p>
            <a:pPr algn="l"/>
            <a:r>
              <a:rPr lang="en-US" b="1" i="0" dirty="0">
                <a:solidFill>
                  <a:srgbClr val="000000"/>
                </a:solidFill>
                <a:effectLst/>
                <a:latin typeface="Inter"/>
              </a:rPr>
              <a:t>Visualization of the model</a:t>
            </a:r>
          </a:p>
        </p:txBody>
      </p:sp>
      <p:sp>
        <p:nvSpPr>
          <p:cNvPr id="5" name="TextBox 4">
            <a:extLst>
              <a:ext uri="{FF2B5EF4-FFF2-40B4-BE49-F238E27FC236}">
                <a16:creationId xmlns:a16="http://schemas.microsoft.com/office/drawing/2014/main" id="{D20B94EF-DE38-D919-7311-71B241AAE307}"/>
              </a:ext>
            </a:extLst>
          </p:cNvPr>
          <p:cNvSpPr txBox="1"/>
          <p:nvPr/>
        </p:nvSpPr>
        <p:spPr>
          <a:xfrm>
            <a:off x="535330" y="1014107"/>
            <a:ext cx="8342452" cy="584775"/>
          </a:xfrm>
          <a:prstGeom prst="rect">
            <a:avLst/>
          </a:prstGeom>
          <a:noFill/>
        </p:spPr>
        <p:txBody>
          <a:bodyPr wrap="square">
            <a:spAutoFit/>
          </a:bodyPr>
          <a:lstStyle/>
          <a:p>
            <a:pPr algn="l"/>
            <a:r>
              <a:rPr lang="en-US" sz="1600" b="0" i="0" dirty="0">
                <a:effectLst/>
                <a:latin typeface="Inter"/>
              </a:rPr>
              <a:t>To plot the model the </a:t>
            </a:r>
            <a:r>
              <a:rPr lang="en-US" sz="1600" b="0" i="0" dirty="0" err="1">
                <a:effectLst/>
                <a:latin typeface="Inter"/>
              </a:rPr>
              <a:t>graphviz</a:t>
            </a:r>
            <a:r>
              <a:rPr lang="en-US" sz="1600" b="0" i="0" dirty="0">
                <a:effectLst/>
                <a:latin typeface="Inter"/>
              </a:rPr>
              <a:t> should be installed.</a:t>
            </a:r>
          </a:p>
          <a:p>
            <a:pPr algn="l"/>
            <a:r>
              <a:rPr lang="en-US" sz="1600" b="0" i="0" dirty="0">
                <a:effectLst/>
                <a:latin typeface="Inter"/>
              </a:rPr>
              <a:t>A model summary that describes the various layers defined in the model.</a:t>
            </a:r>
          </a:p>
        </p:txBody>
      </p:sp>
      <p:sp>
        <p:nvSpPr>
          <p:cNvPr id="6" name="Rectangle 1">
            <a:extLst>
              <a:ext uri="{FF2B5EF4-FFF2-40B4-BE49-F238E27FC236}">
                <a16:creationId xmlns:a16="http://schemas.microsoft.com/office/drawing/2014/main" id="{1B6E63F6-04F2-AC75-6FFE-0FF71764EB49}"/>
              </a:ext>
            </a:extLst>
          </p:cNvPr>
          <p:cNvSpPr>
            <a:spLocks noChangeArrowheads="1"/>
          </p:cNvSpPr>
          <p:nvPr/>
        </p:nvSpPr>
        <p:spPr bwMode="auto">
          <a:xfrm>
            <a:off x="535330" y="1739630"/>
            <a:ext cx="6227180" cy="276999"/>
          </a:xfrm>
          <a:prstGeom prst="rect">
            <a:avLst/>
          </a:prstGeom>
          <a:solidFill>
            <a:srgbClr val="F7F7F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30000"/>
              </a:spcBef>
              <a:spcAft>
                <a:spcPct val="0"/>
              </a:spcAft>
              <a:defRPr sz="1200">
                <a:solidFill>
                  <a:schemeClr val="tx1"/>
                </a:solidFill>
                <a:latin typeface="Arial" panose="020B0604020202020204" pitchFamily="34" charset="0"/>
              </a:defRPr>
            </a:lvl1pPr>
            <a:lvl2pPr eaLnBrk="0" fontAlgn="base" hangingPunct="0">
              <a:spcBef>
                <a:spcPct val="30000"/>
              </a:spcBef>
              <a:spcAft>
                <a:spcPct val="0"/>
              </a:spcAft>
              <a:defRPr sz="1200">
                <a:solidFill>
                  <a:schemeClr val="tx1"/>
                </a:solidFill>
                <a:latin typeface="Arial" panose="020B0604020202020204" pitchFamily="34" charset="0"/>
              </a:defRPr>
            </a:lvl2pPr>
            <a:lvl3pPr eaLnBrk="0" fontAlgn="base" hangingPunct="0">
              <a:spcBef>
                <a:spcPct val="30000"/>
              </a:spcBef>
              <a:spcAft>
                <a:spcPct val="0"/>
              </a:spcAft>
              <a:defRPr sz="1200">
                <a:solidFill>
                  <a:schemeClr val="tx1"/>
                </a:solidFill>
                <a:latin typeface="Arial" panose="020B0604020202020204" pitchFamily="34" charset="0"/>
              </a:defRPr>
            </a:lvl3pPr>
            <a:lvl4pPr eaLnBrk="0" fontAlgn="base" hangingPunct="0">
              <a:spcBef>
                <a:spcPct val="30000"/>
              </a:spcBef>
              <a:spcAft>
                <a:spcPct val="0"/>
              </a:spcAft>
              <a:defRPr sz="1200">
                <a:solidFill>
                  <a:schemeClr val="tx1"/>
                </a:solidFill>
                <a:latin typeface="Arial" panose="020B0604020202020204" pitchFamily="34" charset="0"/>
              </a:defRPr>
            </a:lvl4pPr>
            <a:lvl5pPr eaLnBrk="0" fontAlgn="base" hangingPunct="0">
              <a:spcBef>
                <a:spcPct val="30000"/>
              </a:spcBef>
              <a:spcAft>
                <a:spcPct val="0"/>
              </a:spcAft>
              <a:defRPr sz="1200">
                <a:solidFill>
                  <a:schemeClr val="tx1"/>
                </a:solidFill>
                <a:latin typeface="Arial" panose="020B0604020202020204" pitchFamily="34" charset="0"/>
              </a:defRPr>
            </a:lvl5pPr>
            <a:lvl6pPr eaLnBrk="0" fontAlgn="base" hangingPunct="0">
              <a:spcBef>
                <a:spcPct val="30000"/>
              </a:spcBef>
              <a:spcAft>
                <a:spcPct val="0"/>
              </a:spcAft>
              <a:defRPr sz="1200">
                <a:solidFill>
                  <a:schemeClr val="tx1"/>
                </a:solidFill>
                <a:latin typeface="Arial" panose="020B0604020202020204" pitchFamily="34" charset="0"/>
              </a:defRPr>
            </a:lvl6pPr>
            <a:lvl7pPr eaLnBrk="0" fontAlgn="base" hangingPunct="0">
              <a:spcBef>
                <a:spcPct val="30000"/>
              </a:spcBef>
              <a:spcAft>
                <a:spcPct val="0"/>
              </a:spcAft>
              <a:defRPr sz="1200">
                <a:solidFill>
                  <a:schemeClr val="tx1"/>
                </a:solidFill>
                <a:latin typeface="Arial" panose="020B0604020202020204" pitchFamily="34" charset="0"/>
              </a:defRPr>
            </a:lvl7pPr>
            <a:lvl8pPr eaLnBrk="0" fontAlgn="base" hangingPunct="0">
              <a:spcBef>
                <a:spcPct val="30000"/>
              </a:spcBef>
              <a:spcAft>
                <a:spcPct val="0"/>
              </a:spcAft>
              <a:defRPr sz="1200">
                <a:solidFill>
                  <a:schemeClr val="tx1"/>
                </a:solidFill>
                <a:latin typeface="Arial" panose="020B0604020202020204" pitchFamily="34" charset="0"/>
              </a:defRPr>
            </a:lvl8pPr>
            <a:lvl9pPr eaLnBrk="0" fontAlgn="base" hangingPunct="0">
              <a:spcBef>
                <a:spcPct val="30000"/>
              </a:spcBef>
              <a:spcAft>
                <a:spcPct val="0"/>
              </a:spcAft>
              <a:defRPr sz="12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err="1">
                <a:ln>
                  <a:noFill/>
                </a:ln>
                <a:solidFill>
                  <a:schemeClr val="tx1"/>
                </a:solidFill>
                <a:effectLst/>
                <a:latin typeface="Arial" panose="020B0604020202020204" pitchFamily="34" charset="0"/>
              </a:rPr>
              <a:t>tf</a:t>
            </a:r>
            <a:r>
              <a:rPr kumimoji="0" lang="en-US" altLang="en-US" sz="1800" b="0" i="0" u="none" strike="noStrike" cap="none" normalizeH="0" baseline="0" dirty="0" err="1">
                <a:ln>
                  <a:noFill/>
                </a:ln>
                <a:solidFill>
                  <a:srgbClr val="055BE0"/>
                </a:solidFill>
                <a:effectLst/>
                <a:latin typeface="Arial" panose="020B0604020202020204" pitchFamily="34" charset="0"/>
              </a:rPr>
              <a:t>.</a:t>
            </a:r>
            <a:r>
              <a:rPr kumimoji="0" lang="en-US" altLang="en-US" sz="1200" b="0" i="0" u="none" strike="noStrike" cap="none" normalizeH="0" baseline="0" dirty="0" err="1">
                <a:ln>
                  <a:noFill/>
                </a:ln>
                <a:solidFill>
                  <a:schemeClr val="tx1"/>
                </a:solidFill>
                <a:effectLst/>
                <a:latin typeface="Arial" panose="020B0604020202020204" pitchFamily="34" charset="0"/>
              </a:rPr>
              <a:t>keras</a:t>
            </a:r>
            <a:r>
              <a:rPr kumimoji="0" lang="en-US" altLang="en-US" sz="1800" b="0" i="0" u="none" strike="noStrike" cap="none" normalizeH="0" baseline="0" dirty="0" err="1">
                <a:ln>
                  <a:noFill/>
                </a:ln>
                <a:solidFill>
                  <a:srgbClr val="055BE0"/>
                </a:solidFill>
                <a:effectLst/>
                <a:latin typeface="Arial" panose="020B0604020202020204" pitchFamily="34" charset="0"/>
              </a:rPr>
              <a:t>.</a:t>
            </a:r>
            <a:r>
              <a:rPr kumimoji="0" lang="en-US" altLang="en-US" sz="1200" b="0" i="0" u="none" strike="noStrike" cap="none" normalizeH="0" baseline="0" dirty="0" err="1">
                <a:ln>
                  <a:noFill/>
                </a:ln>
                <a:solidFill>
                  <a:schemeClr val="tx1"/>
                </a:solidFill>
                <a:effectLst/>
                <a:latin typeface="Arial" panose="020B0604020202020204" pitchFamily="34" charset="0"/>
              </a:rPr>
              <a:t>utils</a:t>
            </a:r>
            <a:r>
              <a:rPr kumimoji="0" lang="en-US" altLang="en-US" sz="1800" b="0" i="0" u="none" strike="noStrike" cap="none" normalizeH="0" baseline="0" dirty="0" err="1">
                <a:ln>
                  <a:noFill/>
                </a:ln>
                <a:solidFill>
                  <a:srgbClr val="055BE0"/>
                </a:solidFill>
                <a:effectLst/>
                <a:latin typeface="Arial" panose="020B0604020202020204" pitchFamily="34" charset="0"/>
              </a:rPr>
              <a:t>.</a:t>
            </a:r>
            <a:r>
              <a:rPr kumimoji="0" lang="en-US" altLang="en-US" sz="1200" b="0" i="0" u="none" strike="noStrike" cap="none" normalizeH="0" baseline="0" dirty="0" err="1">
                <a:ln>
                  <a:noFill/>
                </a:ln>
                <a:solidFill>
                  <a:schemeClr val="tx1"/>
                </a:solidFill>
                <a:effectLst/>
                <a:latin typeface="Arial" panose="020B0604020202020204" pitchFamily="34" charset="0"/>
              </a:rPr>
              <a:t>plot_model</a:t>
            </a:r>
            <a:r>
              <a:rPr kumimoji="0" lang="en-US" altLang="en-US" sz="1000" b="0" i="0" u="none" strike="noStrike" cap="none" normalizeH="0" baseline="0" dirty="0">
                <a:ln>
                  <a:noFill/>
                </a:ln>
                <a:solidFill>
                  <a:schemeClr val="tx1"/>
                </a:solidFill>
                <a:effectLst/>
                <a:latin typeface="Roboto Mono" panose="00000009000000000000" pitchFamily="49" charset="0"/>
              </a:rPr>
              <a:t>( </a:t>
            </a:r>
            <a:r>
              <a:rPr kumimoji="0" lang="en-US" altLang="en-US" sz="1200" b="0" i="0" u="none" strike="noStrike" cap="none" normalizeH="0" baseline="0" dirty="0">
                <a:ln>
                  <a:noFill/>
                </a:ln>
                <a:solidFill>
                  <a:schemeClr val="tx1"/>
                </a:solidFill>
                <a:effectLst/>
                <a:latin typeface="Arial" panose="020B0604020202020204" pitchFamily="34" charset="0"/>
              </a:rPr>
              <a:t>model</a:t>
            </a:r>
            <a:r>
              <a:rPr kumimoji="0" lang="en-US" altLang="en-US" sz="1000" b="0" i="0" u="none" strike="noStrike" cap="none" normalizeH="0" baseline="0" dirty="0">
                <a:ln>
                  <a:noFill/>
                </a:ln>
                <a:solidFill>
                  <a:schemeClr val="tx1"/>
                </a:solidFill>
                <a:effectLst/>
                <a:latin typeface="Roboto Mono" panose="00000009000000000000" pitchFamily="49" charset="0"/>
              </a:rPr>
              <a:t>, </a:t>
            </a:r>
            <a:r>
              <a:rPr kumimoji="0" lang="en-US" altLang="en-US" sz="1200" b="0" i="0" u="none" strike="noStrike" cap="none" normalizeH="0" baseline="0" dirty="0" err="1">
                <a:ln>
                  <a:noFill/>
                </a:ln>
                <a:solidFill>
                  <a:schemeClr val="tx1"/>
                </a:solidFill>
                <a:effectLst/>
                <a:latin typeface="Arial" panose="020B0604020202020204" pitchFamily="34" charset="0"/>
              </a:rPr>
              <a:t>show_shapes</a:t>
            </a:r>
            <a:r>
              <a:rPr kumimoji="0" lang="en-US" altLang="en-US" sz="1800" b="0" i="0" u="none" strike="noStrike" cap="none" normalizeH="0" baseline="0" dirty="0">
                <a:ln>
                  <a:noFill/>
                </a:ln>
                <a:solidFill>
                  <a:srgbClr val="055BE0"/>
                </a:solidFill>
                <a:effectLst/>
                <a:latin typeface="Arial" panose="020B0604020202020204" pitchFamily="34" charset="0"/>
              </a:rPr>
              <a:t>=</a:t>
            </a:r>
            <a:r>
              <a:rPr kumimoji="0" lang="en-US" altLang="en-US" sz="1000" b="0" i="0" u="none" strike="noStrike" cap="none" normalizeH="0" baseline="0" dirty="0">
                <a:ln>
                  <a:noFill/>
                </a:ln>
                <a:solidFill>
                  <a:srgbClr val="3D7E7E"/>
                </a:solidFill>
                <a:effectLst/>
                <a:latin typeface="Roboto Mono" panose="00000009000000000000" pitchFamily="49" charset="0"/>
              </a:rPr>
              <a:t>True</a:t>
            </a:r>
            <a:r>
              <a:rPr kumimoji="0" lang="en-US" altLang="en-US" sz="1000" b="0" i="0" u="none" strike="noStrike" cap="none" normalizeH="0" baseline="0" dirty="0">
                <a:ln>
                  <a:noFill/>
                </a:ln>
                <a:solidFill>
                  <a:schemeClr val="tx1"/>
                </a:solidFill>
                <a:effectLst/>
                <a:latin typeface="Roboto Mono" panose="00000009000000000000" pitchFamily="49" charset="0"/>
              </a:rPr>
              <a:t>, </a:t>
            </a:r>
            <a:r>
              <a:rPr kumimoji="0" lang="en-US" altLang="en-US" sz="1200" b="0" i="0" u="none" strike="noStrike" cap="none" normalizeH="0" baseline="0" dirty="0" err="1">
                <a:ln>
                  <a:noFill/>
                </a:ln>
                <a:solidFill>
                  <a:schemeClr val="tx1"/>
                </a:solidFill>
                <a:effectLst/>
                <a:latin typeface="Arial" panose="020B0604020202020204" pitchFamily="34" charset="0"/>
              </a:rPr>
              <a:t>show_layer_names</a:t>
            </a:r>
            <a:r>
              <a:rPr kumimoji="0" lang="en-US" altLang="en-US" sz="1800" b="0" i="0" u="none" strike="noStrike" cap="none" normalizeH="0" baseline="0" dirty="0">
                <a:ln>
                  <a:noFill/>
                </a:ln>
                <a:solidFill>
                  <a:srgbClr val="055BE0"/>
                </a:solidFill>
                <a:effectLst/>
                <a:latin typeface="Arial" panose="020B0604020202020204" pitchFamily="34" charset="0"/>
              </a:rPr>
              <a:t>=</a:t>
            </a:r>
            <a:r>
              <a:rPr kumimoji="0" lang="en-US" altLang="en-US" sz="1000" b="0" i="0" u="none" strike="noStrike" cap="none" normalizeH="0" baseline="0" dirty="0">
                <a:ln>
                  <a:noFill/>
                </a:ln>
                <a:solidFill>
                  <a:srgbClr val="3D7E7E"/>
                </a:solidFill>
                <a:effectLst/>
                <a:latin typeface="Roboto Mono" panose="00000009000000000000" pitchFamily="49" charset="0"/>
              </a:rPr>
              <a:t>True</a:t>
            </a:r>
            <a:r>
              <a:rPr kumimoji="0" lang="en-US" altLang="en-US" sz="1000" b="0" i="0" u="none" strike="noStrike" cap="none" normalizeH="0" baseline="0" dirty="0">
                <a:ln>
                  <a:noFill/>
                </a:ln>
                <a:solidFill>
                  <a:schemeClr val="tx1"/>
                </a:solidFill>
                <a:effectLst/>
                <a:latin typeface="Roboto Mono" panose="00000009000000000000" pitchFamily="49" charset="0"/>
              </a:rPr>
              <a:t>, )</a:t>
            </a:r>
            <a:r>
              <a:rPr kumimoji="0" lang="en-US" altLang="en-US" sz="800" b="0" i="0" u="none" strike="noStrike" cap="none" normalizeH="0" baseline="0" dirty="0">
                <a:ln>
                  <a:noFill/>
                </a:ln>
                <a:solidFill>
                  <a:schemeClr val="tx1"/>
                </a:solidFill>
                <a:effectLst/>
              </a:rPr>
              <a:t> </a:t>
            </a:r>
            <a:endParaRPr kumimoji="0" lang="en-US" altLang="en-US" sz="1200" b="0" i="0" u="none" strike="noStrike" cap="none" normalizeH="0" baseline="0" dirty="0">
              <a:ln>
                <a:noFill/>
              </a:ln>
              <a:solidFill>
                <a:schemeClr val="tx1"/>
              </a:solidFill>
              <a:effectLst/>
              <a:latin typeface="Arial" panose="020B0604020202020204" pitchFamily="34" charset="0"/>
            </a:endParaRPr>
          </a:p>
        </p:txBody>
      </p:sp>
      <p:pic>
        <p:nvPicPr>
          <p:cNvPr id="24579" name="Picture 3">
            <a:extLst>
              <a:ext uri="{FF2B5EF4-FFF2-40B4-BE49-F238E27FC236}">
                <a16:creationId xmlns:a16="http://schemas.microsoft.com/office/drawing/2014/main" id="{7E0B1694-AD8F-CD32-9B76-086954EC1C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41912" y="2049294"/>
            <a:ext cx="2754087" cy="43437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398477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21AF618-E249-569E-88BB-2825575F613E}"/>
              </a:ext>
            </a:extLst>
          </p:cNvPr>
          <p:cNvSpPr txBox="1"/>
          <p:nvPr/>
        </p:nvSpPr>
        <p:spPr>
          <a:xfrm>
            <a:off x="523755" y="561900"/>
            <a:ext cx="6094070" cy="400110"/>
          </a:xfrm>
          <a:prstGeom prst="rect">
            <a:avLst/>
          </a:prstGeom>
          <a:noFill/>
        </p:spPr>
        <p:txBody>
          <a:bodyPr wrap="square">
            <a:spAutoFit/>
          </a:bodyPr>
          <a:lstStyle/>
          <a:p>
            <a:pPr algn="l"/>
            <a:r>
              <a:rPr lang="en-US" sz="2000" b="1" i="0" dirty="0">
                <a:solidFill>
                  <a:srgbClr val="000000"/>
                </a:solidFill>
                <a:effectLst/>
                <a:latin typeface="Inter"/>
              </a:rPr>
              <a:t>Compile the model using </a:t>
            </a:r>
            <a:r>
              <a:rPr lang="en-US" sz="2000" b="1" i="0" dirty="0" err="1">
                <a:solidFill>
                  <a:srgbClr val="000000"/>
                </a:solidFill>
                <a:effectLst/>
                <a:latin typeface="Inter"/>
              </a:rPr>
              <a:t>keras.optimizers.Adam</a:t>
            </a:r>
            <a:endParaRPr lang="en-US" sz="2000" b="1" i="0" dirty="0">
              <a:solidFill>
                <a:srgbClr val="000000"/>
              </a:solidFill>
              <a:effectLst/>
              <a:latin typeface="Inter"/>
            </a:endParaRPr>
          </a:p>
        </p:txBody>
      </p:sp>
      <p:sp>
        <p:nvSpPr>
          <p:cNvPr id="4" name="Rectangle 1">
            <a:extLst>
              <a:ext uri="{FF2B5EF4-FFF2-40B4-BE49-F238E27FC236}">
                <a16:creationId xmlns:a16="http://schemas.microsoft.com/office/drawing/2014/main" id="{A71EF620-0DBC-46F3-EAE4-D1CD3BBA22F9}"/>
              </a:ext>
            </a:extLst>
          </p:cNvPr>
          <p:cNvSpPr>
            <a:spLocks noChangeArrowheads="1"/>
          </p:cNvSpPr>
          <p:nvPr/>
        </p:nvSpPr>
        <p:spPr bwMode="auto">
          <a:xfrm>
            <a:off x="523755" y="1152739"/>
            <a:ext cx="9144000" cy="738664"/>
          </a:xfrm>
          <a:prstGeom prst="rect">
            <a:avLst/>
          </a:prstGeom>
          <a:solidFill>
            <a:srgbClr val="F7F7F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30000"/>
              </a:spcBef>
              <a:spcAft>
                <a:spcPct val="0"/>
              </a:spcAft>
              <a:defRPr sz="1200">
                <a:solidFill>
                  <a:schemeClr val="tx1"/>
                </a:solidFill>
                <a:latin typeface="Arial" panose="020B0604020202020204" pitchFamily="34" charset="0"/>
              </a:defRPr>
            </a:lvl1pPr>
            <a:lvl2pPr eaLnBrk="0" fontAlgn="base" hangingPunct="0">
              <a:spcBef>
                <a:spcPct val="30000"/>
              </a:spcBef>
              <a:spcAft>
                <a:spcPct val="0"/>
              </a:spcAft>
              <a:defRPr sz="1200">
                <a:solidFill>
                  <a:schemeClr val="tx1"/>
                </a:solidFill>
                <a:latin typeface="Arial" panose="020B0604020202020204" pitchFamily="34" charset="0"/>
              </a:defRPr>
            </a:lvl2pPr>
            <a:lvl3pPr eaLnBrk="0" fontAlgn="base" hangingPunct="0">
              <a:spcBef>
                <a:spcPct val="30000"/>
              </a:spcBef>
              <a:spcAft>
                <a:spcPct val="0"/>
              </a:spcAft>
              <a:defRPr sz="1200">
                <a:solidFill>
                  <a:schemeClr val="tx1"/>
                </a:solidFill>
                <a:latin typeface="Arial" panose="020B0604020202020204" pitchFamily="34" charset="0"/>
              </a:defRPr>
            </a:lvl3pPr>
            <a:lvl4pPr eaLnBrk="0" fontAlgn="base" hangingPunct="0">
              <a:spcBef>
                <a:spcPct val="30000"/>
              </a:spcBef>
              <a:spcAft>
                <a:spcPct val="0"/>
              </a:spcAft>
              <a:defRPr sz="1200">
                <a:solidFill>
                  <a:schemeClr val="tx1"/>
                </a:solidFill>
                <a:latin typeface="Arial" panose="020B0604020202020204" pitchFamily="34" charset="0"/>
              </a:defRPr>
            </a:lvl4pPr>
            <a:lvl5pPr eaLnBrk="0" fontAlgn="base" hangingPunct="0">
              <a:spcBef>
                <a:spcPct val="30000"/>
              </a:spcBef>
              <a:spcAft>
                <a:spcPct val="0"/>
              </a:spcAft>
              <a:defRPr sz="1200">
                <a:solidFill>
                  <a:schemeClr val="tx1"/>
                </a:solidFill>
                <a:latin typeface="Arial" panose="020B0604020202020204" pitchFamily="34" charset="0"/>
              </a:defRPr>
            </a:lvl5pPr>
            <a:lvl6pPr eaLnBrk="0" fontAlgn="base" hangingPunct="0">
              <a:spcBef>
                <a:spcPct val="30000"/>
              </a:spcBef>
              <a:spcAft>
                <a:spcPct val="0"/>
              </a:spcAft>
              <a:defRPr sz="1200">
                <a:solidFill>
                  <a:schemeClr val="tx1"/>
                </a:solidFill>
                <a:latin typeface="Arial" panose="020B0604020202020204" pitchFamily="34" charset="0"/>
              </a:defRPr>
            </a:lvl6pPr>
            <a:lvl7pPr eaLnBrk="0" fontAlgn="base" hangingPunct="0">
              <a:spcBef>
                <a:spcPct val="30000"/>
              </a:spcBef>
              <a:spcAft>
                <a:spcPct val="0"/>
              </a:spcAft>
              <a:defRPr sz="1200">
                <a:solidFill>
                  <a:schemeClr val="tx1"/>
                </a:solidFill>
                <a:latin typeface="Arial" panose="020B0604020202020204" pitchFamily="34" charset="0"/>
              </a:defRPr>
            </a:lvl7pPr>
            <a:lvl8pPr eaLnBrk="0" fontAlgn="base" hangingPunct="0">
              <a:spcBef>
                <a:spcPct val="30000"/>
              </a:spcBef>
              <a:spcAft>
                <a:spcPct val="0"/>
              </a:spcAft>
              <a:defRPr sz="1200">
                <a:solidFill>
                  <a:schemeClr val="tx1"/>
                </a:solidFill>
                <a:latin typeface="Arial" panose="020B0604020202020204" pitchFamily="34" charset="0"/>
              </a:defRPr>
            </a:lvl8pPr>
            <a:lvl9pPr eaLnBrk="0" fontAlgn="base" hangingPunct="0">
              <a:spcBef>
                <a:spcPct val="30000"/>
              </a:spcBef>
              <a:spcAft>
                <a:spcPct val="0"/>
              </a:spcAft>
              <a:defRPr sz="12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err="1">
                <a:ln>
                  <a:noFill/>
                </a:ln>
                <a:solidFill>
                  <a:schemeClr val="tx1"/>
                </a:solidFill>
                <a:effectLst/>
                <a:latin typeface="+mn-lt"/>
              </a:rPr>
              <a:t>adam_optimizer</a:t>
            </a:r>
            <a:r>
              <a:rPr kumimoji="0" lang="en-US" altLang="en-US" sz="1600" b="0" i="0" u="none" strike="noStrike" cap="none" normalizeH="0" baseline="0" dirty="0">
                <a:ln>
                  <a:noFill/>
                </a:ln>
                <a:solidFill>
                  <a:schemeClr val="tx1"/>
                </a:solidFill>
                <a:effectLst/>
                <a:latin typeface="+mn-lt"/>
              </a:rPr>
              <a:t> </a:t>
            </a:r>
            <a:r>
              <a:rPr kumimoji="0" lang="en-US" altLang="en-US" sz="1600" b="0" i="0" u="none" strike="noStrike" cap="none" normalizeH="0" baseline="0" dirty="0">
                <a:ln>
                  <a:noFill/>
                </a:ln>
                <a:solidFill>
                  <a:srgbClr val="055BE0"/>
                </a:solidFill>
                <a:effectLst/>
                <a:latin typeface="+mn-lt"/>
              </a:rPr>
              <a:t>=</a:t>
            </a:r>
            <a:r>
              <a:rPr kumimoji="0" lang="en-US" altLang="en-US" sz="1600" b="0" i="0" u="none" strike="noStrike" cap="none" normalizeH="0" baseline="0" dirty="0">
                <a:ln>
                  <a:noFill/>
                </a:ln>
                <a:solidFill>
                  <a:schemeClr val="tx1"/>
                </a:solidFill>
                <a:effectLst/>
                <a:latin typeface="+mn-lt"/>
              </a:rPr>
              <a:t> </a:t>
            </a:r>
            <a:r>
              <a:rPr kumimoji="0" lang="en-US" altLang="en-US" sz="1600" b="0" i="0" u="none" strike="noStrike" cap="none" normalizeH="0" baseline="0" dirty="0" err="1">
                <a:ln>
                  <a:noFill/>
                </a:ln>
                <a:solidFill>
                  <a:schemeClr val="tx1"/>
                </a:solidFill>
                <a:effectLst/>
                <a:latin typeface="+mn-lt"/>
              </a:rPr>
              <a:t>tf</a:t>
            </a:r>
            <a:r>
              <a:rPr kumimoji="0" lang="en-US" altLang="en-US" sz="1600" b="0" i="0" u="none" strike="noStrike" cap="none" normalizeH="0" baseline="0" dirty="0" err="1">
                <a:ln>
                  <a:noFill/>
                </a:ln>
                <a:solidFill>
                  <a:srgbClr val="055BE0"/>
                </a:solidFill>
                <a:effectLst/>
                <a:latin typeface="+mn-lt"/>
              </a:rPr>
              <a:t>.</a:t>
            </a:r>
            <a:r>
              <a:rPr kumimoji="0" lang="en-US" altLang="en-US" sz="1600" b="0" i="0" u="none" strike="noStrike" cap="none" normalizeH="0" baseline="0" dirty="0" err="1">
                <a:ln>
                  <a:noFill/>
                </a:ln>
                <a:solidFill>
                  <a:schemeClr val="tx1"/>
                </a:solidFill>
                <a:effectLst/>
                <a:latin typeface="+mn-lt"/>
              </a:rPr>
              <a:t>keras</a:t>
            </a:r>
            <a:r>
              <a:rPr kumimoji="0" lang="en-US" altLang="en-US" sz="1600" b="0" i="0" u="none" strike="noStrike" cap="none" normalizeH="0" baseline="0" dirty="0" err="1">
                <a:ln>
                  <a:noFill/>
                </a:ln>
                <a:solidFill>
                  <a:srgbClr val="055BE0"/>
                </a:solidFill>
                <a:effectLst/>
                <a:latin typeface="+mn-lt"/>
              </a:rPr>
              <a:t>.</a:t>
            </a:r>
            <a:r>
              <a:rPr kumimoji="0" lang="en-US" altLang="en-US" sz="1600" b="0" i="0" u="none" strike="noStrike" cap="none" normalizeH="0" baseline="0" dirty="0" err="1">
                <a:ln>
                  <a:noFill/>
                </a:ln>
                <a:solidFill>
                  <a:schemeClr val="tx1"/>
                </a:solidFill>
                <a:effectLst/>
                <a:latin typeface="+mn-lt"/>
              </a:rPr>
              <a:t>optimizers</a:t>
            </a:r>
            <a:r>
              <a:rPr kumimoji="0" lang="en-US" altLang="en-US" sz="1600" b="0" i="0" u="none" strike="noStrike" cap="none" normalizeH="0" baseline="0" dirty="0" err="1">
                <a:ln>
                  <a:noFill/>
                </a:ln>
                <a:solidFill>
                  <a:srgbClr val="055BE0"/>
                </a:solidFill>
                <a:effectLst/>
                <a:latin typeface="+mn-lt"/>
              </a:rPr>
              <a:t>.</a:t>
            </a:r>
            <a:r>
              <a:rPr kumimoji="0" lang="en-US" altLang="en-US" sz="1600" b="0" i="0" u="none" strike="noStrike" cap="none" normalizeH="0" baseline="0" dirty="0" err="1">
                <a:ln>
                  <a:noFill/>
                </a:ln>
                <a:solidFill>
                  <a:schemeClr val="tx1"/>
                </a:solidFill>
                <a:effectLst/>
                <a:latin typeface="+mn-lt"/>
              </a:rPr>
              <a:t>Adam</a:t>
            </a:r>
            <a:r>
              <a:rPr kumimoji="0" lang="en-US" altLang="en-US" sz="1600" b="0" i="0" u="none" strike="noStrike" cap="none" normalizeH="0" baseline="0" dirty="0">
                <a:ln>
                  <a:noFill/>
                </a:ln>
                <a:solidFill>
                  <a:schemeClr val="tx1"/>
                </a:solidFill>
                <a:effectLst/>
                <a:latin typeface="+mn-lt"/>
              </a:rPr>
              <a:t>(</a:t>
            </a:r>
            <a:r>
              <a:rPr kumimoji="0" lang="en-US" altLang="en-US" sz="1600" b="0" i="0" u="none" strike="noStrike" cap="none" normalizeH="0" baseline="0" dirty="0" err="1">
                <a:ln>
                  <a:noFill/>
                </a:ln>
                <a:solidFill>
                  <a:schemeClr val="tx1"/>
                </a:solidFill>
                <a:effectLst/>
                <a:latin typeface="+mn-lt"/>
              </a:rPr>
              <a:t>learning_rate</a:t>
            </a:r>
            <a:r>
              <a:rPr kumimoji="0" lang="en-US" altLang="en-US" sz="1600" b="0" i="0" u="none" strike="noStrike" cap="none" normalizeH="0" baseline="0" dirty="0">
                <a:ln>
                  <a:noFill/>
                </a:ln>
                <a:solidFill>
                  <a:srgbClr val="055BE0"/>
                </a:solidFill>
                <a:effectLst/>
                <a:latin typeface="+mn-lt"/>
              </a:rPr>
              <a:t>=</a:t>
            </a:r>
            <a:r>
              <a:rPr kumimoji="0" lang="en-US" altLang="en-US" sz="1600" b="0" i="0" u="none" strike="noStrike" cap="none" normalizeH="0" baseline="0" dirty="0">
                <a:ln>
                  <a:noFill/>
                </a:ln>
                <a:solidFill>
                  <a:srgbClr val="666666"/>
                </a:solidFill>
                <a:effectLst/>
                <a:latin typeface="+mn-lt"/>
              </a:rPr>
              <a:t>0.001</a:t>
            </a:r>
            <a:r>
              <a:rPr kumimoji="0" lang="en-US" altLang="en-US" sz="1600" b="0" i="0" u="none" strike="noStrike" cap="none" normalizeH="0" baseline="0" dirty="0">
                <a:ln>
                  <a:noFill/>
                </a:ln>
                <a:solidFill>
                  <a:schemeClr val="tx1"/>
                </a:solidFill>
                <a:effectLst/>
                <a:latin typeface="+mn-lt"/>
              </a:rPr>
              <a:t>) </a:t>
            </a:r>
            <a:r>
              <a:rPr kumimoji="0" lang="en-US" altLang="en-US" sz="1600" b="0" i="0" u="none" strike="noStrike" cap="none" normalizeH="0" baseline="0" dirty="0" err="1">
                <a:ln>
                  <a:noFill/>
                </a:ln>
                <a:solidFill>
                  <a:schemeClr val="tx1"/>
                </a:solidFill>
                <a:effectLst/>
                <a:latin typeface="+mn-lt"/>
              </a:rPr>
              <a:t>model</a:t>
            </a:r>
            <a:r>
              <a:rPr kumimoji="0" lang="en-US" altLang="en-US" sz="1600" b="0" i="0" u="none" strike="noStrike" cap="none" normalizeH="0" baseline="0" dirty="0" err="1">
                <a:ln>
                  <a:noFill/>
                </a:ln>
                <a:solidFill>
                  <a:srgbClr val="055BE0"/>
                </a:solidFill>
                <a:effectLst/>
                <a:latin typeface="+mn-lt"/>
              </a:rPr>
              <a:t>.</a:t>
            </a:r>
            <a:r>
              <a:rPr kumimoji="0" lang="en-US" altLang="en-US" sz="1600" b="0" i="0" u="none" strike="noStrike" cap="none" normalizeH="0" baseline="0" dirty="0" err="1">
                <a:ln>
                  <a:noFill/>
                </a:ln>
                <a:solidFill>
                  <a:schemeClr val="tx1"/>
                </a:solidFill>
                <a:effectLst/>
                <a:latin typeface="+mn-lt"/>
              </a:rPr>
              <a:t>compile</a:t>
            </a:r>
            <a:r>
              <a:rPr kumimoji="0" lang="en-US" altLang="en-US" sz="1600" b="0" i="0" u="none" strike="noStrike" cap="none" normalizeH="0" baseline="0" dirty="0">
                <a:ln>
                  <a:noFill/>
                </a:ln>
                <a:solidFill>
                  <a:schemeClr val="tx1"/>
                </a:solidFill>
                <a:effectLst/>
                <a:latin typeface="+mn-lt"/>
              </a:rPr>
              <a:t>( optimizer</a:t>
            </a:r>
            <a:r>
              <a:rPr kumimoji="0" lang="en-US" altLang="en-US" sz="1600" b="0" i="0" u="none" strike="noStrike" cap="none" normalizeH="0" baseline="0" dirty="0">
                <a:ln>
                  <a:noFill/>
                </a:ln>
                <a:solidFill>
                  <a:srgbClr val="055BE0"/>
                </a:solidFill>
                <a:effectLst/>
                <a:latin typeface="+mn-lt"/>
              </a:rPr>
              <a:t>=</a:t>
            </a:r>
            <a:r>
              <a:rPr kumimoji="0" lang="en-US" altLang="en-US" sz="1600" b="0" i="0" u="none" strike="noStrike" cap="none" normalizeH="0" baseline="0" dirty="0" err="1">
                <a:ln>
                  <a:noFill/>
                </a:ln>
                <a:solidFill>
                  <a:schemeClr val="tx1"/>
                </a:solidFill>
                <a:effectLst/>
                <a:latin typeface="+mn-lt"/>
              </a:rPr>
              <a:t>adam_optimizer</a:t>
            </a:r>
            <a:r>
              <a:rPr kumimoji="0" lang="en-US" altLang="en-US" sz="1600" b="0" i="0" u="none" strike="noStrike" cap="none" normalizeH="0" baseline="0" dirty="0">
                <a:ln>
                  <a:noFill/>
                </a:ln>
                <a:solidFill>
                  <a:schemeClr val="tx1"/>
                </a:solidFill>
                <a:effectLst/>
                <a:latin typeface="+mn-lt"/>
              </a:rPr>
              <a:t>, loss</a:t>
            </a:r>
            <a:r>
              <a:rPr kumimoji="0" lang="en-US" altLang="en-US" sz="1600" b="0" i="0" u="none" strike="noStrike" cap="none" normalizeH="0" baseline="0" dirty="0">
                <a:ln>
                  <a:noFill/>
                </a:ln>
                <a:solidFill>
                  <a:srgbClr val="055BE0"/>
                </a:solidFill>
                <a:effectLst/>
                <a:latin typeface="+mn-lt"/>
              </a:rPr>
              <a:t>=</a:t>
            </a:r>
            <a:r>
              <a:rPr kumimoji="0" lang="en-US" altLang="en-US" sz="1600" b="0" i="0" u="none" strike="noStrike" cap="none" normalizeH="0" baseline="0" dirty="0" err="1">
                <a:ln>
                  <a:noFill/>
                </a:ln>
                <a:solidFill>
                  <a:schemeClr val="tx1"/>
                </a:solidFill>
                <a:effectLst/>
                <a:latin typeface="+mn-lt"/>
              </a:rPr>
              <a:t>tf</a:t>
            </a:r>
            <a:r>
              <a:rPr kumimoji="0" lang="en-US" altLang="en-US" sz="1600" b="0" i="0" u="none" strike="noStrike" cap="none" normalizeH="0" baseline="0" dirty="0" err="1">
                <a:ln>
                  <a:noFill/>
                </a:ln>
                <a:solidFill>
                  <a:srgbClr val="055BE0"/>
                </a:solidFill>
                <a:effectLst/>
                <a:latin typeface="+mn-lt"/>
              </a:rPr>
              <a:t>.</a:t>
            </a:r>
            <a:r>
              <a:rPr kumimoji="0" lang="en-US" altLang="en-US" sz="1600" b="0" i="0" u="none" strike="noStrike" cap="none" normalizeH="0" baseline="0" dirty="0" err="1">
                <a:ln>
                  <a:noFill/>
                </a:ln>
                <a:solidFill>
                  <a:schemeClr val="tx1"/>
                </a:solidFill>
                <a:effectLst/>
                <a:latin typeface="+mn-lt"/>
              </a:rPr>
              <a:t>keras</a:t>
            </a:r>
            <a:r>
              <a:rPr kumimoji="0" lang="en-US" altLang="en-US" sz="1600" b="0" i="0" u="none" strike="noStrike" cap="none" normalizeH="0" baseline="0" dirty="0" err="1">
                <a:ln>
                  <a:noFill/>
                </a:ln>
                <a:solidFill>
                  <a:srgbClr val="055BE0"/>
                </a:solidFill>
                <a:effectLst/>
                <a:latin typeface="+mn-lt"/>
              </a:rPr>
              <a:t>.</a:t>
            </a:r>
            <a:r>
              <a:rPr kumimoji="0" lang="en-US" altLang="en-US" sz="1600" b="0" i="0" u="none" strike="noStrike" cap="none" normalizeH="0" baseline="0" dirty="0" err="1">
                <a:ln>
                  <a:noFill/>
                </a:ln>
                <a:solidFill>
                  <a:schemeClr val="tx1"/>
                </a:solidFill>
                <a:effectLst/>
                <a:latin typeface="+mn-lt"/>
              </a:rPr>
              <a:t>losses</a:t>
            </a:r>
            <a:r>
              <a:rPr kumimoji="0" lang="en-US" altLang="en-US" sz="1600" b="0" i="0" u="none" strike="noStrike" cap="none" normalizeH="0" baseline="0" dirty="0" err="1">
                <a:ln>
                  <a:noFill/>
                </a:ln>
                <a:solidFill>
                  <a:srgbClr val="055BE0"/>
                </a:solidFill>
                <a:effectLst/>
                <a:latin typeface="+mn-lt"/>
              </a:rPr>
              <a:t>.</a:t>
            </a:r>
            <a:r>
              <a:rPr kumimoji="0" lang="en-US" altLang="en-US" sz="1600" b="0" i="0" u="none" strike="noStrike" cap="none" normalizeH="0" baseline="0" dirty="0" err="1">
                <a:ln>
                  <a:noFill/>
                </a:ln>
                <a:solidFill>
                  <a:schemeClr val="tx1"/>
                </a:solidFill>
                <a:effectLst/>
                <a:latin typeface="+mn-lt"/>
              </a:rPr>
              <a:t>sparse_categorical_crossentropy</a:t>
            </a:r>
            <a:r>
              <a:rPr kumimoji="0" lang="en-US" altLang="en-US" sz="1600" b="0" i="0" u="none" strike="noStrike" cap="none" normalizeH="0" baseline="0" dirty="0">
                <a:ln>
                  <a:noFill/>
                </a:ln>
                <a:solidFill>
                  <a:schemeClr val="tx1"/>
                </a:solidFill>
                <a:effectLst/>
                <a:latin typeface="+mn-lt"/>
              </a:rPr>
              <a:t>, metrics</a:t>
            </a:r>
            <a:r>
              <a:rPr kumimoji="0" lang="en-US" altLang="en-US" sz="1600" b="0" i="0" u="none" strike="noStrike" cap="none" normalizeH="0" baseline="0" dirty="0">
                <a:ln>
                  <a:noFill/>
                </a:ln>
                <a:solidFill>
                  <a:srgbClr val="055BE0"/>
                </a:solidFill>
                <a:effectLst/>
                <a:latin typeface="+mn-lt"/>
              </a:rPr>
              <a:t>=</a:t>
            </a:r>
            <a:r>
              <a:rPr kumimoji="0" lang="en-US" altLang="en-US" sz="1600" b="0" i="0" u="none" strike="noStrike" cap="none" normalizeH="0" baseline="0" dirty="0">
                <a:ln>
                  <a:noFill/>
                </a:ln>
                <a:solidFill>
                  <a:schemeClr val="tx1"/>
                </a:solidFill>
                <a:effectLst/>
                <a:latin typeface="+mn-lt"/>
              </a:rPr>
              <a:t>[</a:t>
            </a:r>
            <a:r>
              <a:rPr kumimoji="0" lang="en-US" altLang="en-US" sz="1600" b="0" i="0" u="none" strike="noStrike" cap="none" normalizeH="0" baseline="0" dirty="0">
                <a:ln>
                  <a:noFill/>
                </a:ln>
                <a:solidFill>
                  <a:srgbClr val="BB2323"/>
                </a:solidFill>
                <a:effectLst/>
                <a:latin typeface="+mn-lt"/>
              </a:rPr>
              <a:t>'accuracy'</a:t>
            </a:r>
            <a:r>
              <a:rPr kumimoji="0" lang="en-US" altLang="en-US" sz="1600" b="0" i="0" u="none" strike="noStrike" cap="none" normalizeH="0" baseline="0" dirty="0">
                <a:ln>
                  <a:noFill/>
                </a:ln>
                <a:solidFill>
                  <a:schemeClr val="tx1"/>
                </a:solidFill>
                <a:effectLst/>
                <a:latin typeface="+mn-lt"/>
              </a:rPr>
              <a:t>] ) </a:t>
            </a:r>
          </a:p>
        </p:txBody>
      </p:sp>
      <p:sp>
        <p:nvSpPr>
          <p:cNvPr id="6" name="TextBox 5">
            <a:extLst>
              <a:ext uri="{FF2B5EF4-FFF2-40B4-BE49-F238E27FC236}">
                <a16:creationId xmlns:a16="http://schemas.microsoft.com/office/drawing/2014/main" id="{23CD3A12-3E99-D14F-DBE1-07C1574AED9D}"/>
              </a:ext>
            </a:extLst>
          </p:cNvPr>
          <p:cNvSpPr txBox="1"/>
          <p:nvPr/>
        </p:nvSpPr>
        <p:spPr>
          <a:xfrm>
            <a:off x="523755" y="2830539"/>
            <a:ext cx="6094070" cy="400110"/>
          </a:xfrm>
          <a:prstGeom prst="rect">
            <a:avLst/>
          </a:prstGeom>
          <a:noFill/>
        </p:spPr>
        <p:txBody>
          <a:bodyPr wrap="square">
            <a:spAutoFit/>
          </a:bodyPr>
          <a:lstStyle/>
          <a:p>
            <a:pPr algn="l"/>
            <a:r>
              <a:rPr lang="en-US" sz="2000" b="1" i="0" dirty="0">
                <a:solidFill>
                  <a:srgbClr val="000000"/>
                </a:solidFill>
                <a:effectLst/>
                <a:latin typeface="Inter"/>
              </a:rPr>
              <a:t>Train the model</a:t>
            </a:r>
          </a:p>
        </p:txBody>
      </p:sp>
      <p:sp>
        <p:nvSpPr>
          <p:cNvPr id="7" name="Rectangle 2">
            <a:extLst>
              <a:ext uri="{FF2B5EF4-FFF2-40B4-BE49-F238E27FC236}">
                <a16:creationId xmlns:a16="http://schemas.microsoft.com/office/drawing/2014/main" id="{776B1A29-9D44-114D-AB3B-E0CA2FFC0E4D}"/>
              </a:ext>
            </a:extLst>
          </p:cNvPr>
          <p:cNvSpPr>
            <a:spLocks noChangeArrowheads="1"/>
          </p:cNvSpPr>
          <p:nvPr/>
        </p:nvSpPr>
        <p:spPr bwMode="auto">
          <a:xfrm>
            <a:off x="523755" y="3429000"/>
            <a:ext cx="9144000" cy="2456057"/>
          </a:xfrm>
          <a:prstGeom prst="rect">
            <a:avLst/>
          </a:prstGeom>
          <a:solidFill>
            <a:srgbClr val="F7F7F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30000"/>
              </a:spcBef>
              <a:spcAft>
                <a:spcPct val="0"/>
              </a:spcAft>
              <a:defRPr sz="1200">
                <a:solidFill>
                  <a:schemeClr val="tx1"/>
                </a:solidFill>
                <a:latin typeface="Arial" panose="020B0604020202020204" pitchFamily="34" charset="0"/>
              </a:defRPr>
            </a:lvl1pPr>
            <a:lvl2pPr eaLnBrk="0" fontAlgn="base" hangingPunct="0">
              <a:spcBef>
                <a:spcPct val="30000"/>
              </a:spcBef>
              <a:spcAft>
                <a:spcPct val="0"/>
              </a:spcAft>
              <a:defRPr sz="1200">
                <a:solidFill>
                  <a:schemeClr val="tx1"/>
                </a:solidFill>
                <a:latin typeface="Arial" panose="020B0604020202020204" pitchFamily="34" charset="0"/>
              </a:defRPr>
            </a:lvl2pPr>
            <a:lvl3pPr eaLnBrk="0" fontAlgn="base" hangingPunct="0">
              <a:spcBef>
                <a:spcPct val="30000"/>
              </a:spcBef>
              <a:spcAft>
                <a:spcPct val="0"/>
              </a:spcAft>
              <a:defRPr sz="1200">
                <a:solidFill>
                  <a:schemeClr val="tx1"/>
                </a:solidFill>
                <a:latin typeface="Arial" panose="020B0604020202020204" pitchFamily="34" charset="0"/>
              </a:defRPr>
            </a:lvl3pPr>
            <a:lvl4pPr eaLnBrk="0" fontAlgn="base" hangingPunct="0">
              <a:spcBef>
                <a:spcPct val="30000"/>
              </a:spcBef>
              <a:spcAft>
                <a:spcPct val="0"/>
              </a:spcAft>
              <a:defRPr sz="1200">
                <a:solidFill>
                  <a:schemeClr val="tx1"/>
                </a:solidFill>
                <a:latin typeface="Arial" panose="020B0604020202020204" pitchFamily="34" charset="0"/>
              </a:defRPr>
            </a:lvl4pPr>
            <a:lvl5pPr eaLnBrk="0" fontAlgn="base" hangingPunct="0">
              <a:spcBef>
                <a:spcPct val="30000"/>
              </a:spcBef>
              <a:spcAft>
                <a:spcPct val="0"/>
              </a:spcAft>
              <a:defRPr sz="1200">
                <a:solidFill>
                  <a:schemeClr val="tx1"/>
                </a:solidFill>
                <a:latin typeface="Arial" panose="020B0604020202020204" pitchFamily="34" charset="0"/>
              </a:defRPr>
            </a:lvl5pPr>
            <a:lvl6pPr eaLnBrk="0" fontAlgn="base" hangingPunct="0">
              <a:spcBef>
                <a:spcPct val="30000"/>
              </a:spcBef>
              <a:spcAft>
                <a:spcPct val="0"/>
              </a:spcAft>
              <a:defRPr sz="1200">
                <a:solidFill>
                  <a:schemeClr val="tx1"/>
                </a:solidFill>
                <a:latin typeface="Arial" panose="020B0604020202020204" pitchFamily="34" charset="0"/>
              </a:defRPr>
            </a:lvl6pPr>
            <a:lvl7pPr eaLnBrk="0" fontAlgn="base" hangingPunct="0">
              <a:spcBef>
                <a:spcPct val="30000"/>
              </a:spcBef>
              <a:spcAft>
                <a:spcPct val="0"/>
              </a:spcAft>
              <a:defRPr sz="1200">
                <a:solidFill>
                  <a:schemeClr val="tx1"/>
                </a:solidFill>
                <a:latin typeface="Arial" panose="020B0604020202020204" pitchFamily="34" charset="0"/>
              </a:defRPr>
            </a:lvl7pPr>
            <a:lvl8pPr eaLnBrk="0" fontAlgn="base" hangingPunct="0">
              <a:spcBef>
                <a:spcPct val="30000"/>
              </a:spcBef>
              <a:spcAft>
                <a:spcPct val="0"/>
              </a:spcAft>
              <a:defRPr sz="1200">
                <a:solidFill>
                  <a:schemeClr val="tx1"/>
                </a:solidFill>
                <a:latin typeface="Arial" panose="020B0604020202020204" pitchFamily="34" charset="0"/>
              </a:defRPr>
            </a:lvl8pPr>
            <a:lvl9pPr eaLnBrk="0" fontAlgn="base" hangingPunct="0">
              <a:spcBef>
                <a:spcPct val="30000"/>
              </a:spcBef>
              <a:spcAft>
                <a:spcPct val="0"/>
              </a:spcAft>
              <a:defRPr sz="12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400" b="0" i="0" u="none" strike="noStrike" cap="none" normalizeH="0" baseline="0" dirty="0" err="1">
                <a:ln>
                  <a:noFill/>
                </a:ln>
                <a:solidFill>
                  <a:schemeClr val="tx1"/>
                </a:solidFill>
                <a:effectLst/>
                <a:latin typeface="Arial" panose="020B0604020202020204" pitchFamily="34" charset="0"/>
              </a:rPr>
              <a:t>log_dir</a:t>
            </a:r>
            <a:r>
              <a:rPr kumimoji="0" lang="en-US" altLang="en-US" sz="1400" b="0" i="0" u="none" strike="noStrike" cap="none" normalizeH="0" baseline="0" dirty="0">
                <a:ln>
                  <a:noFill/>
                </a:ln>
                <a:solidFill>
                  <a:srgbClr val="055BE0"/>
                </a:solidFill>
                <a:effectLst/>
                <a:latin typeface="Arial" panose="020B0604020202020204" pitchFamily="34" charset="0"/>
              </a:rPr>
              <a:t>=</a:t>
            </a:r>
            <a:r>
              <a:rPr kumimoji="0" lang="en-US" altLang="en-US" sz="1400" b="0" i="0" u="none" strike="noStrike" cap="none" normalizeH="0" baseline="0" dirty="0">
                <a:ln>
                  <a:noFill/>
                </a:ln>
                <a:solidFill>
                  <a:srgbClr val="BA2121"/>
                </a:solidFill>
                <a:effectLst/>
                <a:latin typeface="Roboto Mono" panose="00000009000000000000" pitchFamily="49" charset="0"/>
              </a:rPr>
              <a:t>".logs/fit/"</a:t>
            </a:r>
            <a:r>
              <a:rPr kumimoji="0" lang="en-US" altLang="en-US" sz="1400" b="0" i="0" u="none" strike="noStrike" cap="none" normalizeH="0" baseline="0" dirty="0">
                <a:ln>
                  <a:noFill/>
                </a:ln>
                <a:solidFill>
                  <a:schemeClr val="tx1"/>
                </a:solidFill>
                <a:effectLst/>
                <a:latin typeface="Roboto Mono" panose="00000009000000000000" pitchFamily="49" charset="0"/>
              </a:rPr>
              <a:t> </a:t>
            </a:r>
            <a:r>
              <a:rPr kumimoji="0" lang="en-US" altLang="en-US" sz="1400" b="0" i="0" u="none" strike="noStrike" cap="none" normalizeH="0" baseline="0" dirty="0">
                <a:ln>
                  <a:noFill/>
                </a:ln>
                <a:solidFill>
                  <a:srgbClr val="055BE0"/>
                </a:solidFill>
                <a:effectLst/>
                <a:latin typeface="Arial" panose="020B0604020202020204" pitchFamily="34" charset="0"/>
              </a:rPr>
              <a:t>+</a:t>
            </a:r>
            <a:r>
              <a:rPr kumimoji="0" lang="en-US" altLang="en-US" sz="1400" b="0" i="0" u="none" strike="noStrike" cap="none" normalizeH="0" baseline="0" dirty="0">
                <a:ln>
                  <a:noFill/>
                </a:ln>
                <a:solidFill>
                  <a:schemeClr val="tx1"/>
                </a:solidFill>
                <a:effectLst/>
                <a:latin typeface="Roboto Mono" panose="00000009000000000000" pitchFamily="49" charset="0"/>
              </a:rPr>
              <a:t> </a:t>
            </a:r>
            <a:r>
              <a:rPr kumimoji="0" lang="en-US" altLang="en-US" sz="1400" b="0" i="0" u="none" strike="noStrike" cap="none" normalizeH="0" baseline="0" dirty="0" err="1">
                <a:ln>
                  <a:noFill/>
                </a:ln>
                <a:solidFill>
                  <a:schemeClr val="tx1"/>
                </a:solidFill>
                <a:effectLst/>
                <a:latin typeface="Arial" panose="020B0604020202020204" pitchFamily="34" charset="0"/>
              </a:rPr>
              <a:t>datetime</a:t>
            </a:r>
            <a:r>
              <a:rPr kumimoji="0" lang="en-US" altLang="en-US" sz="1400" b="0" i="0" u="none" strike="noStrike" cap="none" normalizeH="0" baseline="0" dirty="0" err="1">
                <a:ln>
                  <a:noFill/>
                </a:ln>
                <a:solidFill>
                  <a:srgbClr val="055BE0"/>
                </a:solidFill>
                <a:effectLst/>
                <a:latin typeface="Arial" panose="020B0604020202020204" pitchFamily="34" charset="0"/>
              </a:rPr>
              <a:t>.</a:t>
            </a:r>
            <a:r>
              <a:rPr kumimoji="0" lang="en-US" altLang="en-US" sz="1400" b="0" i="0" u="none" strike="noStrike" cap="none" normalizeH="0" baseline="0" dirty="0" err="1">
                <a:ln>
                  <a:noFill/>
                </a:ln>
                <a:solidFill>
                  <a:schemeClr val="tx1"/>
                </a:solidFill>
                <a:effectLst/>
                <a:latin typeface="Arial" panose="020B0604020202020204" pitchFamily="34" charset="0"/>
              </a:rPr>
              <a:t>datetime</a:t>
            </a:r>
            <a:r>
              <a:rPr kumimoji="0" lang="en-US" altLang="en-US" sz="1400" b="0" i="0" u="none" strike="noStrike" cap="none" normalizeH="0" baseline="0" dirty="0" err="1">
                <a:ln>
                  <a:noFill/>
                </a:ln>
                <a:solidFill>
                  <a:srgbClr val="055BE0"/>
                </a:solidFill>
                <a:effectLst/>
                <a:latin typeface="Arial" panose="020B0604020202020204" pitchFamily="34" charset="0"/>
              </a:rPr>
              <a:t>.</a:t>
            </a:r>
            <a:r>
              <a:rPr kumimoji="0" lang="en-US" altLang="en-US" sz="1400" b="0" i="0" u="none" strike="noStrike" cap="none" normalizeH="0" baseline="0" dirty="0" err="1">
                <a:ln>
                  <a:noFill/>
                </a:ln>
                <a:solidFill>
                  <a:schemeClr val="tx1"/>
                </a:solidFill>
                <a:effectLst/>
                <a:latin typeface="Arial" panose="020B0604020202020204" pitchFamily="34" charset="0"/>
              </a:rPr>
              <a:t>now</a:t>
            </a:r>
            <a:r>
              <a:rPr kumimoji="0" lang="en-US" altLang="en-US" sz="1400" b="0" i="0" u="none" strike="noStrike" cap="none" normalizeH="0" baseline="0" dirty="0">
                <a:ln>
                  <a:noFill/>
                </a:ln>
                <a:solidFill>
                  <a:schemeClr val="tx1"/>
                </a:solidFill>
                <a:effectLst/>
                <a:latin typeface="Roboto Mono" panose="00000009000000000000" pitchFamily="49" charset="0"/>
              </a:rPr>
              <a:t>()</a:t>
            </a:r>
            <a:r>
              <a:rPr kumimoji="0" lang="en-US" altLang="en-US" sz="1400" b="0" i="0" u="none" strike="noStrike" cap="none" normalizeH="0" baseline="0" dirty="0">
                <a:ln>
                  <a:noFill/>
                </a:ln>
                <a:solidFill>
                  <a:srgbClr val="055BE0"/>
                </a:solidFill>
                <a:effectLst/>
                <a:latin typeface="Arial" panose="020B0604020202020204" pitchFamily="34" charset="0"/>
              </a:rPr>
              <a:t>.</a:t>
            </a:r>
            <a:r>
              <a:rPr kumimoji="0" lang="en-US" altLang="en-US" sz="1400" b="0" i="0" u="none" strike="noStrike" cap="none" normalizeH="0" baseline="0" dirty="0" err="1">
                <a:ln>
                  <a:noFill/>
                </a:ln>
                <a:solidFill>
                  <a:schemeClr val="tx1"/>
                </a:solidFill>
                <a:effectLst/>
                <a:latin typeface="Arial" panose="020B0604020202020204" pitchFamily="34" charset="0"/>
              </a:rPr>
              <a:t>strftime</a:t>
            </a:r>
            <a:r>
              <a:rPr kumimoji="0" lang="en-US" altLang="en-US" sz="1400" b="0" i="0" u="none" strike="noStrike" cap="none" normalizeH="0" baseline="0" dirty="0">
                <a:ln>
                  <a:noFill/>
                </a:ln>
                <a:solidFill>
                  <a:schemeClr val="tx1"/>
                </a:solidFill>
                <a:effectLst/>
                <a:latin typeface="Roboto Mono" panose="00000009000000000000" pitchFamily="49" charset="0"/>
              </a:rPr>
              <a:t>(</a:t>
            </a:r>
            <a:r>
              <a:rPr kumimoji="0" lang="en-US" altLang="en-US" sz="1400" b="0" i="0" u="none" strike="noStrike" cap="none" normalizeH="0" baseline="0" dirty="0">
                <a:ln>
                  <a:noFill/>
                </a:ln>
                <a:solidFill>
                  <a:srgbClr val="BA2121"/>
                </a:solidFill>
                <a:effectLst/>
                <a:latin typeface="Roboto Mono" panose="00000009000000000000" pitchFamily="49" charset="0"/>
              </a:rPr>
              <a:t>"%</a:t>
            </a:r>
            <a:r>
              <a:rPr kumimoji="0" lang="en-US" altLang="en-US" sz="1400" b="0" i="0" u="none" strike="noStrike" cap="none" normalizeH="0" baseline="0" dirty="0" err="1">
                <a:ln>
                  <a:noFill/>
                </a:ln>
                <a:solidFill>
                  <a:srgbClr val="BA2121"/>
                </a:solidFill>
                <a:effectLst/>
                <a:latin typeface="Roboto Mono" panose="00000009000000000000" pitchFamily="49" charset="0"/>
              </a:rPr>
              <a:t>Y%m</a:t>
            </a:r>
            <a:r>
              <a:rPr kumimoji="0" lang="en-US" altLang="en-US" sz="1400" b="1" i="0" u="none" strike="noStrike" cap="none" normalizeH="0" baseline="0" dirty="0" err="1">
                <a:ln>
                  <a:noFill/>
                </a:ln>
                <a:solidFill>
                  <a:srgbClr val="A45A77"/>
                </a:solidFill>
                <a:effectLst/>
                <a:latin typeface="Roboto Mono" panose="00000009000000000000" pitchFamily="49" charset="0"/>
              </a:rPr>
              <a:t>%d</a:t>
            </a:r>
            <a:r>
              <a:rPr kumimoji="0" lang="en-US" altLang="en-US" sz="1400" b="0" i="0" u="none" strike="noStrike" cap="none" normalizeH="0" baseline="0" dirty="0">
                <a:ln>
                  <a:noFill/>
                </a:ln>
                <a:solidFill>
                  <a:srgbClr val="BA2121"/>
                </a:solidFill>
                <a:effectLst/>
                <a:latin typeface="Roboto Mono" panose="00000009000000000000" pitchFamily="49" charset="0"/>
              </a:rPr>
              <a:t>-%H%M%S"</a:t>
            </a:r>
            <a:r>
              <a:rPr kumimoji="0" lang="en-US" altLang="en-US" sz="1400" b="0" i="0" u="none" strike="noStrike" cap="none" normalizeH="0" baseline="0" dirty="0">
                <a:ln>
                  <a:noFill/>
                </a:ln>
                <a:solidFill>
                  <a:schemeClr val="tx1"/>
                </a:solidFill>
                <a:effectLst/>
                <a:latin typeface="Roboto Mono" panose="00000009000000000000" pitchFamily="49" charset="0"/>
              </a:rPr>
              <a:t>) </a:t>
            </a: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400" b="0" i="0" u="none" strike="noStrike" cap="none" normalizeH="0" baseline="0" dirty="0" err="1">
                <a:ln>
                  <a:noFill/>
                </a:ln>
                <a:solidFill>
                  <a:schemeClr val="tx1"/>
                </a:solidFill>
                <a:effectLst/>
                <a:latin typeface="Arial" panose="020B0604020202020204" pitchFamily="34" charset="0"/>
              </a:rPr>
              <a:t>tensorboard_callback</a:t>
            </a:r>
            <a:r>
              <a:rPr kumimoji="0" lang="en-US" altLang="en-US" sz="1400" b="0" i="0" u="none" strike="noStrike" cap="none" normalizeH="0" baseline="0" dirty="0">
                <a:ln>
                  <a:noFill/>
                </a:ln>
                <a:solidFill>
                  <a:schemeClr val="tx1"/>
                </a:solidFill>
                <a:effectLst/>
                <a:latin typeface="Roboto Mono" panose="00000009000000000000" pitchFamily="49" charset="0"/>
              </a:rPr>
              <a:t> </a:t>
            </a:r>
            <a:r>
              <a:rPr kumimoji="0" lang="en-US" altLang="en-US" sz="1400" b="0" i="0" u="none" strike="noStrike" cap="none" normalizeH="0" baseline="0" dirty="0">
                <a:ln>
                  <a:noFill/>
                </a:ln>
                <a:solidFill>
                  <a:srgbClr val="055BE0"/>
                </a:solidFill>
                <a:effectLst/>
                <a:latin typeface="Arial" panose="020B0604020202020204" pitchFamily="34" charset="0"/>
              </a:rPr>
              <a:t>=</a:t>
            </a:r>
            <a:r>
              <a:rPr kumimoji="0" lang="en-US" altLang="en-US" sz="1400" b="0" i="0" u="none" strike="noStrike" cap="none" normalizeH="0" baseline="0" dirty="0">
                <a:ln>
                  <a:noFill/>
                </a:ln>
                <a:solidFill>
                  <a:schemeClr val="tx1"/>
                </a:solidFill>
                <a:effectLst/>
                <a:latin typeface="Roboto Mono" panose="00000009000000000000" pitchFamily="49" charset="0"/>
              </a:rPr>
              <a:t> </a:t>
            </a:r>
            <a:r>
              <a:rPr kumimoji="0" lang="en-US" altLang="en-US" sz="1400" b="0" i="0" u="none" strike="noStrike" cap="none" normalizeH="0" baseline="0" dirty="0" err="1">
                <a:ln>
                  <a:noFill/>
                </a:ln>
                <a:solidFill>
                  <a:schemeClr val="tx1"/>
                </a:solidFill>
                <a:effectLst/>
                <a:latin typeface="Arial" panose="020B0604020202020204" pitchFamily="34" charset="0"/>
              </a:rPr>
              <a:t>tf</a:t>
            </a:r>
            <a:r>
              <a:rPr kumimoji="0" lang="en-US" altLang="en-US" sz="1400" b="0" i="0" u="none" strike="noStrike" cap="none" normalizeH="0" baseline="0" dirty="0" err="1">
                <a:ln>
                  <a:noFill/>
                </a:ln>
                <a:solidFill>
                  <a:srgbClr val="055BE0"/>
                </a:solidFill>
                <a:effectLst/>
                <a:latin typeface="Arial" panose="020B0604020202020204" pitchFamily="34" charset="0"/>
              </a:rPr>
              <a:t>.</a:t>
            </a:r>
            <a:r>
              <a:rPr kumimoji="0" lang="en-US" altLang="en-US" sz="1400" b="0" i="0" u="none" strike="noStrike" cap="none" normalizeH="0" baseline="0" dirty="0" err="1">
                <a:ln>
                  <a:noFill/>
                </a:ln>
                <a:solidFill>
                  <a:schemeClr val="tx1"/>
                </a:solidFill>
                <a:effectLst/>
                <a:latin typeface="Arial" panose="020B0604020202020204" pitchFamily="34" charset="0"/>
              </a:rPr>
              <a:t>keras</a:t>
            </a:r>
            <a:r>
              <a:rPr kumimoji="0" lang="en-US" altLang="en-US" sz="1400" b="0" i="0" u="none" strike="noStrike" cap="none" normalizeH="0" baseline="0" dirty="0" err="1">
                <a:ln>
                  <a:noFill/>
                </a:ln>
                <a:solidFill>
                  <a:srgbClr val="055BE0"/>
                </a:solidFill>
                <a:effectLst/>
                <a:latin typeface="Arial" panose="020B0604020202020204" pitchFamily="34" charset="0"/>
              </a:rPr>
              <a:t>.</a:t>
            </a:r>
            <a:r>
              <a:rPr kumimoji="0" lang="en-US" altLang="en-US" sz="1400" b="0" i="0" u="none" strike="noStrike" cap="none" normalizeH="0" baseline="0" dirty="0" err="1">
                <a:ln>
                  <a:noFill/>
                </a:ln>
                <a:solidFill>
                  <a:schemeClr val="tx1"/>
                </a:solidFill>
                <a:effectLst/>
                <a:latin typeface="Arial" panose="020B0604020202020204" pitchFamily="34" charset="0"/>
              </a:rPr>
              <a:t>callbacks</a:t>
            </a:r>
            <a:r>
              <a:rPr kumimoji="0" lang="en-US" altLang="en-US" sz="1400" b="0" i="0" u="none" strike="noStrike" cap="none" normalizeH="0" baseline="0" dirty="0" err="1">
                <a:ln>
                  <a:noFill/>
                </a:ln>
                <a:solidFill>
                  <a:srgbClr val="055BE0"/>
                </a:solidFill>
                <a:effectLst/>
                <a:latin typeface="Arial" panose="020B0604020202020204" pitchFamily="34" charset="0"/>
              </a:rPr>
              <a:t>.</a:t>
            </a:r>
            <a:r>
              <a:rPr kumimoji="0" lang="en-US" altLang="en-US" sz="1400" b="0" i="0" u="none" strike="noStrike" cap="none" normalizeH="0" baseline="0" dirty="0" err="1">
                <a:ln>
                  <a:noFill/>
                </a:ln>
                <a:solidFill>
                  <a:schemeClr val="tx1"/>
                </a:solidFill>
                <a:effectLst/>
                <a:latin typeface="Arial" panose="020B0604020202020204" pitchFamily="34" charset="0"/>
              </a:rPr>
              <a:t>TensorBoard</a:t>
            </a: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400" b="0" i="0" u="none" strike="noStrike" cap="none" normalizeH="0" baseline="0" dirty="0">
                <a:ln>
                  <a:noFill/>
                </a:ln>
                <a:solidFill>
                  <a:schemeClr val="tx1"/>
                </a:solidFill>
                <a:effectLst/>
                <a:latin typeface="Roboto Mono" panose="00000009000000000000" pitchFamily="49" charset="0"/>
              </a:rPr>
              <a:t>(</a:t>
            </a:r>
            <a:r>
              <a:rPr kumimoji="0" lang="en-US" altLang="en-US" sz="1400" b="0" i="0" u="none" strike="noStrike" cap="none" normalizeH="0" baseline="0" dirty="0" err="1">
                <a:ln>
                  <a:noFill/>
                </a:ln>
                <a:solidFill>
                  <a:schemeClr val="tx1"/>
                </a:solidFill>
                <a:effectLst/>
                <a:latin typeface="Arial" panose="020B0604020202020204" pitchFamily="34" charset="0"/>
              </a:rPr>
              <a:t>log_dir</a:t>
            </a:r>
            <a:r>
              <a:rPr kumimoji="0" lang="en-US" altLang="en-US" sz="1400" b="0" i="0" u="none" strike="noStrike" cap="none" normalizeH="0" baseline="0" dirty="0">
                <a:ln>
                  <a:noFill/>
                </a:ln>
                <a:solidFill>
                  <a:srgbClr val="055BE0"/>
                </a:solidFill>
                <a:effectLst/>
                <a:latin typeface="Arial" panose="020B0604020202020204" pitchFamily="34" charset="0"/>
              </a:rPr>
              <a:t>=</a:t>
            </a:r>
            <a:r>
              <a:rPr kumimoji="0" lang="en-US" altLang="en-US" sz="1400" b="0" i="0" u="none" strike="noStrike" cap="none" normalizeH="0" baseline="0" dirty="0" err="1">
                <a:ln>
                  <a:noFill/>
                </a:ln>
                <a:solidFill>
                  <a:schemeClr val="tx1"/>
                </a:solidFill>
                <a:effectLst/>
                <a:latin typeface="Arial" panose="020B0604020202020204" pitchFamily="34" charset="0"/>
              </a:rPr>
              <a:t>log_dir</a:t>
            </a:r>
            <a:r>
              <a:rPr kumimoji="0" lang="en-US" altLang="en-US" sz="1400" b="0" i="0" u="none" strike="noStrike" cap="none" normalizeH="0" baseline="0" dirty="0">
                <a:ln>
                  <a:noFill/>
                </a:ln>
                <a:solidFill>
                  <a:schemeClr val="tx1"/>
                </a:solidFill>
                <a:effectLst/>
                <a:latin typeface="Roboto Mono" panose="00000009000000000000" pitchFamily="49" charset="0"/>
              </a:rPr>
              <a:t>, </a:t>
            </a:r>
            <a:r>
              <a:rPr kumimoji="0" lang="en-US" altLang="en-US" sz="1400" b="0" i="0" u="none" strike="noStrike" cap="none" normalizeH="0" baseline="0" dirty="0" err="1">
                <a:ln>
                  <a:noFill/>
                </a:ln>
                <a:solidFill>
                  <a:schemeClr val="tx1"/>
                </a:solidFill>
                <a:effectLst/>
                <a:latin typeface="Arial" panose="020B0604020202020204" pitchFamily="34" charset="0"/>
              </a:rPr>
              <a:t>histogram_freq</a:t>
            </a:r>
            <a:r>
              <a:rPr kumimoji="0" lang="en-US" altLang="en-US" sz="1400" b="0" i="0" u="none" strike="noStrike" cap="none" normalizeH="0" baseline="0" dirty="0">
                <a:ln>
                  <a:noFill/>
                </a:ln>
                <a:solidFill>
                  <a:srgbClr val="055BE0"/>
                </a:solidFill>
                <a:effectLst/>
                <a:latin typeface="Arial" panose="020B0604020202020204" pitchFamily="34" charset="0"/>
              </a:rPr>
              <a:t>=</a:t>
            </a:r>
            <a:r>
              <a:rPr kumimoji="0" lang="en-US" altLang="en-US" sz="1400" b="0" i="0" u="none" strike="noStrike" cap="none" normalizeH="0" baseline="0" dirty="0">
                <a:ln>
                  <a:noFill/>
                </a:ln>
                <a:solidFill>
                  <a:srgbClr val="666666"/>
                </a:solidFill>
                <a:effectLst/>
                <a:latin typeface="Roboto Mono" panose="00000009000000000000" pitchFamily="49" charset="0"/>
              </a:rPr>
              <a:t>1</a:t>
            </a:r>
            <a:r>
              <a:rPr kumimoji="0" lang="en-US" altLang="en-US" sz="1400" b="0" i="0" u="none" strike="noStrike" cap="none" normalizeH="0" baseline="0" dirty="0">
                <a:ln>
                  <a:noFill/>
                </a:ln>
                <a:solidFill>
                  <a:schemeClr val="tx1"/>
                </a:solidFill>
                <a:effectLst/>
                <a:latin typeface="Roboto Mono" panose="00000009000000000000" pitchFamily="49" charset="0"/>
              </a:rPr>
              <a:t>) </a:t>
            </a: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400" b="0" i="0" u="none" strike="noStrike" cap="none" normalizeH="0" baseline="0" dirty="0" err="1">
                <a:ln>
                  <a:noFill/>
                </a:ln>
                <a:solidFill>
                  <a:schemeClr val="tx1"/>
                </a:solidFill>
                <a:effectLst/>
                <a:latin typeface="Arial" panose="020B0604020202020204" pitchFamily="34" charset="0"/>
              </a:rPr>
              <a:t>training_history</a:t>
            </a:r>
            <a:r>
              <a:rPr kumimoji="0" lang="en-US" altLang="en-US" sz="1400" b="0" i="0" u="none" strike="noStrike" cap="none" normalizeH="0" baseline="0" dirty="0">
                <a:ln>
                  <a:noFill/>
                </a:ln>
                <a:solidFill>
                  <a:schemeClr val="tx1"/>
                </a:solidFill>
                <a:effectLst/>
                <a:latin typeface="Roboto Mono" panose="00000009000000000000" pitchFamily="49" charset="0"/>
              </a:rPr>
              <a:t> </a:t>
            </a:r>
            <a:r>
              <a:rPr kumimoji="0" lang="en-US" altLang="en-US" sz="1400" b="0" i="0" u="none" strike="noStrike" cap="none" normalizeH="0" baseline="0" dirty="0">
                <a:ln>
                  <a:noFill/>
                </a:ln>
                <a:solidFill>
                  <a:srgbClr val="055BE0"/>
                </a:solidFill>
                <a:effectLst/>
                <a:latin typeface="Arial" panose="020B0604020202020204" pitchFamily="34" charset="0"/>
              </a:rPr>
              <a:t>=</a:t>
            </a:r>
            <a:r>
              <a:rPr kumimoji="0" lang="en-US" altLang="en-US" sz="1400" b="0" i="0" u="none" strike="noStrike" cap="none" normalizeH="0" baseline="0" dirty="0">
                <a:ln>
                  <a:noFill/>
                </a:ln>
                <a:solidFill>
                  <a:schemeClr val="tx1"/>
                </a:solidFill>
                <a:effectLst/>
                <a:latin typeface="Roboto Mono" panose="00000009000000000000" pitchFamily="49" charset="0"/>
              </a:rPr>
              <a:t> </a:t>
            </a:r>
            <a:r>
              <a:rPr kumimoji="0" lang="en-US" altLang="en-US" sz="1400" b="0" i="0" u="none" strike="noStrike" cap="none" normalizeH="0" baseline="0" dirty="0" err="1">
                <a:ln>
                  <a:noFill/>
                </a:ln>
                <a:solidFill>
                  <a:schemeClr val="tx1"/>
                </a:solidFill>
                <a:effectLst/>
                <a:latin typeface="Arial" panose="020B0604020202020204" pitchFamily="34" charset="0"/>
              </a:rPr>
              <a:t>model</a:t>
            </a:r>
            <a:r>
              <a:rPr kumimoji="0" lang="en-US" altLang="en-US" sz="1400" b="0" i="0" u="none" strike="noStrike" cap="none" normalizeH="0" baseline="0" dirty="0" err="1">
                <a:ln>
                  <a:noFill/>
                </a:ln>
                <a:solidFill>
                  <a:srgbClr val="055BE0"/>
                </a:solidFill>
                <a:effectLst/>
                <a:latin typeface="Arial" panose="020B0604020202020204" pitchFamily="34" charset="0"/>
              </a:rPr>
              <a:t>.</a:t>
            </a:r>
            <a:r>
              <a:rPr kumimoji="0" lang="en-US" altLang="en-US" sz="1400" b="0" i="0" u="none" strike="noStrike" cap="none" normalizeH="0" baseline="0" dirty="0" err="1">
                <a:ln>
                  <a:noFill/>
                </a:ln>
                <a:solidFill>
                  <a:schemeClr val="tx1"/>
                </a:solidFill>
                <a:effectLst/>
                <a:latin typeface="Arial" panose="020B0604020202020204" pitchFamily="34" charset="0"/>
              </a:rPr>
              <a:t>fit</a:t>
            </a:r>
            <a:r>
              <a:rPr kumimoji="0" lang="en-US" altLang="en-US" sz="1400" b="0" i="0" u="none" strike="noStrike" cap="none" normalizeH="0" baseline="0" dirty="0">
                <a:ln>
                  <a:noFill/>
                </a:ln>
                <a:solidFill>
                  <a:schemeClr val="tx1"/>
                </a:solidFill>
                <a:effectLst/>
                <a:latin typeface="Roboto Mono" panose="00000009000000000000" pitchFamily="49" charset="0"/>
              </a:rPr>
              <a:t>( </a:t>
            </a:r>
            <a:r>
              <a:rPr kumimoji="0" lang="en-US" altLang="en-US" sz="1400" b="0" i="0" u="none" strike="noStrike" cap="none" normalizeH="0" baseline="0" dirty="0" err="1">
                <a:ln>
                  <a:noFill/>
                </a:ln>
                <a:solidFill>
                  <a:schemeClr val="tx1"/>
                </a:solidFill>
                <a:effectLst/>
                <a:latin typeface="Arial" panose="020B0604020202020204" pitchFamily="34" charset="0"/>
              </a:rPr>
              <a:t>x_train_normalized</a:t>
            </a:r>
            <a:r>
              <a:rPr kumimoji="0" lang="en-US" altLang="en-US" sz="1400" b="0" i="0" u="none" strike="noStrike" cap="none" normalizeH="0" baseline="0" dirty="0">
                <a:ln>
                  <a:noFill/>
                </a:ln>
                <a:solidFill>
                  <a:schemeClr val="tx1"/>
                </a:solidFill>
                <a:effectLst/>
                <a:latin typeface="Roboto Mono" panose="00000009000000000000" pitchFamily="49" charset="0"/>
              </a:rPr>
              <a:t>, </a:t>
            </a:r>
            <a:r>
              <a:rPr kumimoji="0" lang="en-US" altLang="en-US" sz="1400" b="0" i="0" u="none" strike="noStrike" cap="none" normalizeH="0" baseline="0" dirty="0" err="1">
                <a:ln>
                  <a:noFill/>
                </a:ln>
                <a:solidFill>
                  <a:schemeClr val="tx1"/>
                </a:solidFill>
                <a:effectLst/>
                <a:latin typeface="Arial" panose="020B0604020202020204" pitchFamily="34" charset="0"/>
              </a:rPr>
              <a:t>y_train_re</a:t>
            </a:r>
            <a:r>
              <a:rPr kumimoji="0" lang="en-US" altLang="en-US" sz="1400" b="0" i="0" u="none" strike="noStrike" cap="none" normalizeH="0" baseline="0" dirty="0">
                <a:ln>
                  <a:noFill/>
                </a:ln>
                <a:solidFill>
                  <a:schemeClr val="tx1"/>
                </a:solidFill>
                <a:effectLst/>
                <a:latin typeface="Roboto Mono" panose="00000009000000000000" pitchFamily="49" charset="0"/>
              </a:rPr>
              <a:t>,</a:t>
            </a: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panose="020B0604020202020204" pitchFamily="34" charset="0"/>
              </a:rPr>
              <a:t>epochs</a:t>
            </a:r>
            <a:r>
              <a:rPr kumimoji="0" lang="en-US" altLang="en-US" sz="1400" b="0" i="0" u="none" strike="noStrike" cap="none" normalizeH="0" baseline="0" dirty="0">
                <a:ln>
                  <a:noFill/>
                </a:ln>
                <a:solidFill>
                  <a:srgbClr val="055BE0"/>
                </a:solidFill>
                <a:effectLst/>
                <a:latin typeface="Arial" panose="020B0604020202020204" pitchFamily="34" charset="0"/>
              </a:rPr>
              <a:t>=</a:t>
            </a:r>
            <a:r>
              <a:rPr kumimoji="0" lang="en-US" altLang="en-US" sz="1400" b="0" i="0" u="none" strike="noStrike" cap="none" normalizeH="0" baseline="0" dirty="0">
                <a:ln>
                  <a:noFill/>
                </a:ln>
                <a:solidFill>
                  <a:srgbClr val="666666"/>
                </a:solidFill>
                <a:effectLst/>
                <a:latin typeface="Roboto Mono" panose="00000009000000000000" pitchFamily="49" charset="0"/>
              </a:rPr>
              <a:t>10</a:t>
            </a:r>
            <a:r>
              <a:rPr kumimoji="0" lang="en-US" altLang="en-US" sz="1400" b="0" i="0" u="none" strike="noStrike" cap="none" normalizeH="0" baseline="0" dirty="0">
                <a:ln>
                  <a:noFill/>
                </a:ln>
                <a:solidFill>
                  <a:schemeClr val="tx1"/>
                </a:solidFill>
                <a:effectLst/>
                <a:latin typeface="Roboto Mono" panose="00000009000000000000" pitchFamily="49" charset="0"/>
              </a:rPr>
              <a:t>, </a:t>
            </a: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400" b="0" i="0" u="none" strike="noStrike" cap="none" normalizeH="0" baseline="0" dirty="0" err="1">
                <a:ln>
                  <a:noFill/>
                </a:ln>
                <a:solidFill>
                  <a:schemeClr val="tx1"/>
                </a:solidFill>
                <a:effectLst/>
                <a:latin typeface="Arial" panose="020B0604020202020204" pitchFamily="34" charset="0"/>
              </a:rPr>
              <a:t>validation_data</a:t>
            </a:r>
            <a:r>
              <a:rPr kumimoji="0" lang="en-US" altLang="en-US" sz="1400" b="0" i="0" u="none" strike="noStrike" cap="none" normalizeH="0" baseline="0" dirty="0">
                <a:ln>
                  <a:noFill/>
                </a:ln>
                <a:solidFill>
                  <a:srgbClr val="055BE0"/>
                </a:solidFill>
                <a:effectLst/>
                <a:latin typeface="Arial" panose="020B0604020202020204" pitchFamily="34" charset="0"/>
              </a:rPr>
              <a:t>=</a:t>
            </a:r>
            <a:r>
              <a:rPr kumimoji="0" lang="en-US" altLang="en-US" sz="1400" b="0" i="0" u="none" strike="noStrike" cap="none" normalizeH="0" baseline="0" dirty="0">
                <a:ln>
                  <a:noFill/>
                </a:ln>
                <a:solidFill>
                  <a:schemeClr val="tx1"/>
                </a:solidFill>
                <a:effectLst/>
                <a:latin typeface="Roboto Mono" panose="00000009000000000000" pitchFamily="49" charset="0"/>
              </a:rPr>
              <a:t>(</a:t>
            </a:r>
            <a:r>
              <a:rPr kumimoji="0" lang="en-US" altLang="en-US" sz="1400" b="0" i="0" u="none" strike="noStrike" cap="none" normalizeH="0" baseline="0" dirty="0" err="1">
                <a:ln>
                  <a:noFill/>
                </a:ln>
                <a:solidFill>
                  <a:schemeClr val="tx1"/>
                </a:solidFill>
                <a:effectLst/>
                <a:latin typeface="Arial" panose="020B0604020202020204" pitchFamily="34" charset="0"/>
              </a:rPr>
              <a:t>x_validation_normalized</a:t>
            </a:r>
            <a:r>
              <a:rPr kumimoji="0" lang="en-US" altLang="en-US" sz="1400" b="0" i="0" u="none" strike="noStrike" cap="none" normalizeH="0" baseline="0" dirty="0">
                <a:ln>
                  <a:noFill/>
                </a:ln>
                <a:solidFill>
                  <a:schemeClr val="tx1"/>
                </a:solidFill>
                <a:effectLst/>
                <a:latin typeface="Roboto Mono" panose="00000009000000000000" pitchFamily="49" charset="0"/>
              </a:rPr>
              <a:t>, </a:t>
            </a:r>
            <a:r>
              <a:rPr kumimoji="0" lang="en-US" altLang="en-US" sz="1400" b="0" i="0" u="none" strike="noStrike" cap="none" normalizeH="0" baseline="0" dirty="0" err="1">
                <a:ln>
                  <a:noFill/>
                </a:ln>
                <a:solidFill>
                  <a:schemeClr val="tx1"/>
                </a:solidFill>
                <a:effectLst/>
                <a:latin typeface="Arial" panose="020B0604020202020204" pitchFamily="34" charset="0"/>
              </a:rPr>
              <a:t>y_validation_re</a:t>
            </a:r>
            <a:r>
              <a:rPr kumimoji="0" lang="en-US" altLang="en-US" sz="1400" b="0" i="0" u="none" strike="noStrike" cap="none" normalizeH="0" baseline="0" dirty="0">
                <a:ln>
                  <a:noFill/>
                </a:ln>
                <a:solidFill>
                  <a:schemeClr val="tx1"/>
                </a:solidFill>
                <a:effectLst/>
                <a:latin typeface="Roboto Mono" panose="00000009000000000000" pitchFamily="49" charset="0"/>
              </a:rPr>
              <a:t>), </a:t>
            </a: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panose="020B0604020202020204" pitchFamily="34" charset="0"/>
              </a:rPr>
              <a:t>callbacks</a:t>
            </a:r>
            <a:r>
              <a:rPr kumimoji="0" lang="en-US" altLang="en-US" sz="1400" b="0" i="0" u="none" strike="noStrike" cap="none" normalizeH="0" baseline="0" dirty="0">
                <a:ln>
                  <a:noFill/>
                </a:ln>
                <a:solidFill>
                  <a:srgbClr val="055BE0"/>
                </a:solidFill>
                <a:effectLst/>
                <a:latin typeface="Arial" panose="020B0604020202020204" pitchFamily="34" charset="0"/>
              </a:rPr>
              <a:t>=</a:t>
            </a:r>
            <a:r>
              <a:rPr kumimoji="0" lang="en-US" altLang="en-US" sz="1400" b="0" i="0" u="none" strike="noStrike" cap="none" normalizeH="0" baseline="0" dirty="0">
                <a:ln>
                  <a:noFill/>
                </a:ln>
                <a:solidFill>
                  <a:schemeClr val="tx1"/>
                </a:solidFill>
                <a:effectLst/>
                <a:latin typeface="Roboto Mono" panose="00000009000000000000" pitchFamily="49" charset="0"/>
              </a:rPr>
              <a:t>[</a:t>
            </a:r>
            <a:r>
              <a:rPr kumimoji="0" lang="en-US" altLang="en-US" sz="1400" b="0" i="0" u="none" strike="noStrike" cap="none" normalizeH="0" baseline="0" dirty="0" err="1">
                <a:ln>
                  <a:noFill/>
                </a:ln>
                <a:solidFill>
                  <a:schemeClr val="tx1"/>
                </a:solidFill>
                <a:effectLst/>
                <a:latin typeface="Arial" panose="020B0604020202020204" pitchFamily="34" charset="0"/>
              </a:rPr>
              <a:t>tensorboard_callback</a:t>
            </a:r>
            <a:r>
              <a:rPr kumimoji="0" lang="en-US" altLang="en-US" sz="1400" b="0" i="0" u="none" strike="noStrike" cap="none" normalizeH="0" baseline="0" dirty="0">
                <a:ln>
                  <a:noFill/>
                </a:ln>
                <a:solidFill>
                  <a:schemeClr val="tx1"/>
                </a:solidFill>
                <a:effectLst/>
                <a:latin typeface="Roboto Mono" panose="00000009000000000000" pitchFamily="49" charset="0"/>
              </a:rPr>
              <a:t>] </a:t>
            </a: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400" b="0" i="0" u="none" strike="noStrike" cap="none" normalizeH="0" baseline="0" dirty="0">
                <a:ln>
                  <a:noFill/>
                </a:ln>
                <a:solidFill>
                  <a:schemeClr val="tx1"/>
                </a:solidFill>
                <a:effectLst/>
                <a:latin typeface="Roboto Mono" panose="00000009000000000000" pitchFamily="49" charset="0"/>
              </a:rPr>
              <a:t>) </a:t>
            </a:r>
            <a:endParaRPr kumimoji="0" lang="en-US" altLang="en-US" sz="1400" b="0" i="0" u="none" strike="noStrike" cap="none" normalizeH="0" baseline="0" dirty="0">
              <a:ln>
                <a:noFill/>
              </a:ln>
              <a:solidFill>
                <a:srgbClr val="008000"/>
              </a:solidFill>
              <a:effectLst/>
              <a:latin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400" b="0" i="0" u="none" strike="noStrike" cap="none" normalizeH="0" baseline="0" dirty="0">
                <a:ln>
                  <a:noFill/>
                </a:ln>
                <a:solidFill>
                  <a:schemeClr val="tx1"/>
                </a:solidFill>
                <a:effectLst/>
                <a:latin typeface="Roboto Mono" panose="00000009000000000000" pitchFamily="49" charset="0"/>
              </a:rPr>
              <a:t>(</a:t>
            </a:r>
            <a:r>
              <a:rPr kumimoji="0" lang="en-US" altLang="en-US" sz="1400" b="0" i="0" u="none" strike="noStrike" cap="none" normalizeH="0" baseline="0" dirty="0">
                <a:ln>
                  <a:noFill/>
                </a:ln>
                <a:solidFill>
                  <a:srgbClr val="BA2121"/>
                </a:solidFill>
                <a:effectLst/>
                <a:latin typeface="Roboto Mono" panose="00000009000000000000" pitchFamily="49" charset="0"/>
              </a:rPr>
              <a:t>"The model has successfully trained"</a:t>
            </a:r>
            <a:r>
              <a:rPr kumimoji="0" lang="en-US" altLang="en-US" sz="1400" b="0" i="0" u="none" strike="noStrike" cap="none" normalizeH="0" baseline="0" dirty="0">
                <a:ln>
                  <a:noFill/>
                </a:ln>
                <a:solidFill>
                  <a:schemeClr val="tx1"/>
                </a:solidFill>
                <a:effectLst/>
                <a:latin typeface="Roboto Mono" panose="00000009000000000000" pitchFamily="49" charset="0"/>
              </a:rPr>
              <a:t>)</a:t>
            </a:r>
            <a:r>
              <a:rPr kumimoji="0" lang="en-US" altLang="en-US" sz="1400" b="0" i="0" u="none" strike="noStrike" cap="none" normalizeH="0" baseline="0" dirty="0">
                <a:ln>
                  <a:noFill/>
                </a:ln>
                <a:solidFill>
                  <a:schemeClr val="tx1"/>
                </a:solidFill>
                <a:effectLst/>
              </a:rPr>
              <a:t> </a:t>
            </a: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645294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C6B644-9182-7793-CBAE-CC5BDA5E0DC7}"/>
              </a:ext>
            </a:extLst>
          </p:cNvPr>
          <p:cNvSpPr>
            <a:spLocks noChangeArrowheads="1"/>
          </p:cNvSpPr>
          <p:nvPr/>
        </p:nvSpPr>
        <p:spPr bwMode="auto">
          <a:xfrm>
            <a:off x="601882" y="412790"/>
            <a:ext cx="9525965" cy="60324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3C4043"/>
                </a:solidFill>
                <a:effectLst/>
                <a:latin typeface="Roboto Mono" panose="00000009000000000000" pitchFamily="49" charset="0"/>
              </a:rPr>
              <a:t>Epoch 1/10 1050/1050 [==============================] - 8s 7ms/step - loss: 0.2722 - accuracy: 0.9155 - </a:t>
            </a:r>
            <a:r>
              <a:rPr kumimoji="0" lang="en-US" altLang="en-US" sz="1400" b="0" i="0" u="none" strike="noStrike" cap="none" normalizeH="0" baseline="0" dirty="0" err="1">
                <a:ln>
                  <a:noFill/>
                </a:ln>
                <a:solidFill>
                  <a:srgbClr val="3C4043"/>
                </a:solidFill>
                <a:effectLst/>
                <a:latin typeface="Roboto Mono" panose="00000009000000000000" pitchFamily="49" charset="0"/>
              </a:rPr>
              <a:t>val_loss</a:t>
            </a:r>
            <a:r>
              <a:rPr kumimoji="0" lang="en-US" altLang="en-US" sz="1400" b="0" i="0" u="none" strike="noStrike" cap="none" normalizeH="0" baseline="0" dirty="0">
                <a:ln>
                  <a:noFill/>
                </a:ln>
                <a:solidFill>
                  <a:srgbClr val="3C4043"/>
                </a:solidFill>
                <a:effectLst/>
                <a:latin typeface="Roboto Mono" panose="00000009000000000000" pitchFamily="49" charset="0"/>
              </a:rPr>
              <a:t>: 0.0906 - </a:t>
            </a:r>
            <a:r>
              <a:rPr kumimoji="0" lang="en-US" altLang="en-US" sz="1400" b="0" i="0" u="none" strike="noStrike" cap="none" normalizeH="0" baseline="0" dirty="0" err="1">
                <a:ln>
                  <a:noFill/>
                </a:ln>
                <a:solidFill>
                  <a:srgbClr val="3C4043"/>
                </a:solidFill>
                <a:effectLst/>
                <a:latin typeface="Roboto Mono" panose="00000009000000000000" pitchFamily="49" charset="0"/>
              </a:rPr>
              <a:t>val_accuracy</a:t>
            </a:r>
            <a:r>
              <a:rPr kumimoji="0" lang="en-US" altLang="en-US" sz="1400" b="0" i="0" u="none" strike="noStrike" cap="none" normalizeH="0" baseline="0" dirty="0">
                <a:ln>
                  <a:noFill/>
                </a:ln>
                <a:solidFill>
                  <a:srgbClr val="3C4043"/>
                </a:solidFill>
                <a:effectLst/>
                <a:latin typeface="Roboto Mono" panose="00000009000000000000" pitchFamily="49" charset="0"/>
              </a:rPr>
              <a:t>: 0.9715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rgbClr val="3C4043"/>
              </a:solidFill>
              <a:effectLst/>
              <a:latin typeface="Roboto Mono" panose="00000009000000000000"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3C4043"/>
                </a:solidFill>
                <a:effectLst/>
                <a:latin typeface="Roboto Mono" panose="00000009000000000000" pitchFamily="49" charset="0"/>
              </a:rPr>
              <a:t>Epoch 2/10 1050/1050 [==============================] - 7s 7ms/step - loss: 0.0937 - accuracy: 0.9706 - </a:t>
            </a:r>
            <a:r>
              <a:rPr kumimoji="0" lang="en-US" altLang="en-US" sz="1400" b="0" i="0" u="none" strike="noStrike" cap="none" normalizeH="0" baseline="0" dirty="0" err="1">
                <a:ln>
                  <a:noFill/>
                </a:ln>
                <a:solidFill>
                  <a:srgbClr val="3C4043"/>
                </a:solidFill>
                <a:effectLst/>
                <a:latin typeface="Roboto Mono" panose="00000009000000000000" pitchFamily="49" charset="0"/>
              </a:rPr>
              <a:t>val_loss</a:t>
            </a:r>
            <a:r>
              <a:rPr kumimoji="0" lang="en-US" altLang="en-US" sz="1400" b="0" i="0" u="none" strike="noStrike" cap="none" normalizeH="0" baseline="0" dirty="0">
                <a:ln>
                  <a:noFill/>
                </a:ln>
                <a:solidFill>
                  <a:srgbClr val="3C4043"/>
                </a:solidFill>
                <a:effectLst/>
                <a:latin typeface="Roboto Mono" panose="00000009000000000000" pitchFamily="49" charset="0"/>
              </a:rPr>
              <a:t>: 0.0592 - </a:t>
            </a:r>
            <a:r>
              <a:rPr kumimoji="0" lang="en-US" altLang="en-US" sz="1400" b="0" i="0" u="none" strike="noStrike" cap="none" normalizeH="0" baseline="0" dirty="0" err="1">
                <a:ln>
                  <a:noFill/>
                </a:ln>
                <a:solidFill>
                  <a:srgbClr val="3C4043"/>
                </a:solidFill>
                <a:effectLst/>
                <a:latin typeface="Roboto Mono" panose="00000009000000000000" pitchFamily="49" charset="0"/>
              </a:rPr>
              <a:t>val_accuracy</a:t>
            </a:r>
            <a:r>
              <a:rPr kumimoji="0" lang="en-US" altLang="en-US" sz="1400" b="0" i="0" u="none" strike="noStrike" cap="none" normalizeH="0" baseline="0" dirty="0">
                <a:ln>
                  <a:noFill/>
                </a:ln>
                <a:solidFill>
                  <a:srgbClr val="3C4043"/>
                </a:solidFill>
                <a:effectLst/>
                <a:latin typeface="Roboto Mono" panose="00000009000000000000" pitchFamily="49" charset="0"/>
              </a:rPr>
              <a:t>: 0.9805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rgbClr val="3C4043"/>
              </a:solidFill>
              <a:effectLst/>
              <a:latin typeface="Roboto Mono" panose="00000009000000000000"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3C4043"/>
                </a:solidFill>
                <a:effectLst/>
                <a:latin typeface="Roboto Mono" panose="00000009000000000000" pitchFamily="49" charset="0"/>
              </a:rPr>
              <a:t>Epoch 3/10 1050/1050 [==============================] - 8s 7ms/step - loss: 0.0677 - accuracy: 0.9780 - </a:t>
            </a:r>
            <a:r>
              <a:rPr kumimoji="0" lang="en-US" altLang="en-US" sz="1400" b="0" i="0" u="none" strike="noStrike" cap="none" normalizeH="0" baseline="0" dirty="0" err="1">
                <a:ln>
                  <a:noFill/>
                </a:ln>
                <a:solidFill>
                  <a:srgbClr val="3C4043"/>
                </a:solidFill>
                <a:effectLst/>
                <a:latin typeface="Roboto Mono" panose="00000009000000000000" pitchFamily="49" charset="0"/>
              </a:rPr>
              <a:t>val_loss</a:t>
            </a:r>
            <a:r>
              <a:rPr kumimoji="0" lang="en-US" altLang="en-US" sz="1400" b="0" i="0" u="none" strike="noStrike" cap="none" normalizeH="0" baseline="0" dirty="0">
                <a:ln>
                  <a:noFill/>
                </a:ln>
                <a:solidFill>
                  <a:srgbClr val="3C4043"/>
                </a:solidFill>
                <a:effectLst/>
                <a:latin typeface="Roboto Mono" panose="00000009000000000000" pitchFamily="49" charset="0"/>
              </a:rPr>
              <a:t>: 0.0538 - </a:t>
            </a:r>
            <a:r>
              <a:rPr kumimoji="0" lang="en-US" altLang="en-US" sz="1400" b="0" i="0" u="none" strike="noStrike" cap="none" normalizeH="0" baseline="0" dirty="0" err="1">
                <a:ln>
                  <a:noFill/>
                </a:ln>
                <a:solidFill>
                  <a:srgbClr val="3C4043"/>
                </a:solidFill>
                <a:effectLst/>
                <a:latin typeface="Roboto Mono" panose="00000009000000000000" pitchFamily="49" charset="0"/>
              </a:rPr>
              <a:t>val_accuracy</a:t>
            </a:r>
            <a:r>
              <a:rPr kumimoji="0" lang="en-US" altLang="en-US" sz="1400" b="0" i="0" u="none" strike="noStrike" cap="none" normalizeH="0" baseline="0" dirty="0">
                <a:ln>
                  <a:noFill/>
                </a:ln>
                <a:solidFill>
                  <a:srgbClr val="3C4043"/>
                </a:solidFill>
                <a:effectLst/>
                <a:latin typeface="Roboto Mono" panose="00000009000000000000" pitchFamily="49" charset="0"/>
              </a:rPr>
              <a:t>: 0.9837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rgbClr val="3C4043"/>
              </a:solidFill>
              <a:effectLst/>
              <a:latin typeface="Roboto Mono" panose="00000009000000000000"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3C4043"/>
                </a:solidFill>
                <a:effectLst/>
                <a:latin typeface="Roboto Mono" panose="00000009000000000000" pitchFamily="49" charset="0"/>
              </a:rPr>
              <a:t>Epoch 4/10 1050/1050 [==============================] - 7s 6ms/step - loss: 0.0540 - accuracy: 0.9838 - </a:t>
            </a:r>
            <a:r>
              <a:rPr kumimoji="0" lang="en-US" altLang="en-US" sz="1400" b="0" i="0" u="none" strike="noStrike" cap="none" normalizeH="0" baseline="0" dirty="0" err="1">
                <a:ln>
                  <a:noFill/>
                </a:ln>
                <a:solidFill>
                  <a:srgbClr val="3C4043"/>
                </a:solidFill>
                <a:effectLst/>
                <a:latin typeface="Roboto Mono" panose="00000009000000000000" pitchFamily="49" charset="0"/>
              </a:rPr>
              <a:t>val_loss</a:t>
            </a:r>
            <a:r>
              <a:rPr kumimoji="0" lang="en-US" altLang="en-US" sz="1400" b="0" i="0" u="none" strike="noStrike" cap="none" normalizeH="0" baseline="0" dirty="0">
                <a:ln>
                  <a:noFill/>
                </a:ln>
                <a:solidFill>
                  <a:srgbClr val="3C4043"/>
                </a:solidFill>
                <a:effectLst/>
                <a:latin typeface="Roboto Mono" panose="00000009000000000000" pitchFamily="49" charset="0"/>
              </a:rPr>
              <a:t>: 0.0536 - </a:t>
            </a:r>
            <a:r>
              <a:rPr kumimoji="0" lang="en-US" altLang="en-US" sz="1400" b="0" i="0" u="none" strike="noStrike" cap="none" normalizeH="0" baseline="0" dirty="0" err="1">
                <a:ln>
                  <a:noFill/>
                </a:ln>
                <a:solidFill>
                  <a:srgbClr val="3C4043"/>
                </a:solidFill>
                <a:effectLst/>
                <a:latin typeface="Roboto Mono" panose="00000009000000000000" pitchFamily="49" charset="0"/>
              </a:rPr>
              <a:t>val_accuracy</a:t>
            </a:r>
            <a:r>
              <a:rPr kumimoji="0" lang="en-US" altLang="en-US" sz="1400" b="0" i="0" u="none" strike="noStrike" cap="none" normalizeH="0" baseline="0" dirty="0">
                <a:ln>
                  <a:noFill/>
                </a:ln>
                <a:solidFill>
                  <a:srgbClr val="3C4043"/>
                </a:solidFill>
                <a:effectLst/>
                <a:latin typeface="Roboto Mono" panose="00000009000000000000" pitchFamily="49" charset="0"/>
              </a:rPr>
              <a:t>: 0.9826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rgbClr val="3C4043"/>
              </a:solidFill>
              <a:effectLst/>
              <a:latin typeface="Roboto Mono" panose="00000009000000000000"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3C4043"/>
                </a:solidFill>
                <a:effectLst/>
                <a:latin typeface="Roboto Mono" panose="00000009000000000000" pitchFamily="49" charset="0"/>
              </a:rPr>
              <a:t>Epoch 5/10 1050/1050 [==============================] - 7s 6ms/step - loss: 0.0444 - accuracy: 0.9857 - </a:t>
            </a:r>
            <a:r>
              <a:rPr kumimoji="0" lang="en-US" altLang="en-US" sz="1400" b="0" i="0" u="none" strike="noStrike" cap="none" normalizeH="0" baseline="0" dirty="0" err="1">
                <a:ln>
                  <a:noFill/>
                </a:ln>
                <a:solidFill>
                  <a:srgbClr val="3C4043"/>
                </a:solidFill>
                <a:effectLst/>
                <a:latin typeface="Roboto Mono" panose="00000009000000000000" pitchFamily="49" charset="0"/>
              </a:rPr>
              <a:t>val_loss</a:t>
            </a:r>
            <a:r>
              <a:rPr kumimoji="0" lang="en-US" altLang="en-US" sz="1400" b="0" i="0" u="none" strike="noStrike" cap="none" normalizeH="0" baseline="0" dirty="0">
                <a:ln>
                  <a:noFill/>
                </a:ln>
                <a:solidFill>
                  <a:srgbClr val="3C4043"/>
                </a:solidFill>
                <a:effectLst/>
                <a:latin typeface="Roboto Mono" panose="00000009000000000000" pitchFamily="49" charset="0"/>
              </a:rPr>
              <a:t>: 0.0581 - </a:t>
            </a:r>
            <a:r>
              <a:rPr kumimoji="0" lang="en-US" altLang="en-US" sz="1400" b="0" i="0" u="none" strike="noStrike" cap="none" normalizeH="0" baseline="0" dirty="0" err="1">
                <a:ln>
                  <a:noFill/>
                </a:ln>
                <a:solidFill>
                  <a:srgbClr val="3C4043"/>
                </a:solidFill>
                <a:effectLst/>
                <a:latin typeface="Roboto Mono" panose="00000009000000000000" pitchFamily="49" charset="0"/>
              </a:rPr>
              <a:t>val_accuracy</a:t>
            </a:r>
            <a:r>
              <a:rPr kumimoji="0" lang="en-US" altLang="en-US" sz="1400" b="0" i="0" u="none" strike="noStrike" cap="none" normalizeH="0" baseline="0" dirty="0">
                <a:ln>
                  <a:noFill/>
                </a:ln>
                <a:solidFill>
                  <a:srgbClr val="3C4043"/>
                </a:solidFill>
                <a:effectLst/>
                <a:latin typeface="Roboto Mono" panose="00000009000000000000" pitchFamily="49" charset="0"/>
              </a:rPr>
              <a:t>: 0.9831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rgbClr val="3C4043"/>
              </a:solidFill>
              <a:effectLst/>
              <a:latin typeface="Roboto Mono" panose="00000009000000000000"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3C4043"/>
                </a:solidFill>
                <a:effectLst/>
                <a:latin typeface="Roboto Mono" panose="00000009000000000000" pitchFamily="49" charset="0"/>
              </a:rPr>
              <a:t>Epoch 6/10 1050/1050 [==============================] - 7s 7ms/step - loss: 0.0373 - accuracy: 0.9878 - </a:t>
            </a:r>
            <a:r>
              <a:rPr kumimoji="0" lang="en-US" altLang="en-US" sz="1400" b="0" i="0" u="none" strike="noStrike" cap="none" normalizeH="0" baseline="0" dirty="0" err="1">
                <a:ln>
                  <a:noFill/>
                </a:ln>
                <a:solidFill>
                  <a:srgbClr val="3C4043"/>
                </a:solidFill>
                <a:effectLst/>
                <a:latin typeface="Roboto Mono" panose="00000009000000000000" pitchFamily="49" charset="0"/>
              </a:rPr>
              <a:t>val_loss</a:t>
            </a:r>
            <a:r>
              <a:rPr kumimoji="0" lang="en-US" altLang="en-US" sz="1400" b="0" i="0" u="none" strike="noStrike" cap="none" normalizeH="0" baseline="0" dirty="0">
                <a:ln>
                  <a:noFill/>
                </a:ln>
                <a:solidFill>
                  <a:srgbClr val="3C4043"/>
                </a:solidFill>
                <a:effectLst/>
                <a:latin typeface="Roboto Mono" panose="00000009000000000000" pitchFamily="49" charset="0"/>
              </a:rPr>
              <a:t>: 0.0614 - </a:t>
            </a:r>
            <a:r>
              <a:rPr kumimoji="0" lang="en-US" altLang="en-US" sz="1400" b="0" i="0" u="none" strike="noStrike" cap="none" normalizeH="0" baseline="0" dirty="0" err="1">
                <a:ln>
                  <a:noFill/>
                </a:ln>
                <a:solidFill>
                  <a:srgbClr val="3C4043"/>
                </a:solidFill>
                <a:effectLst/>
                <a:latin typeface="Roboto Mono" panose="00000009000000000000" pitchFamily="49" charset="0"/>
              </a:rPr>
              <a:t>val_accuracy</a:t>
            </a:r>
            <a:r>
              <a:rPr kumimoji="0" lang="en-US" altLang="en-US" sz="1400" b="0" i="0" u="none" strike="noStrike" cap="none" normalizeH="0" baseline="0" dirty="0">
                <a:ln>
                  <a:noFill/>
                </a:ln>
                <a:solidFill>
                  <a:srgbClr val="3C4043"/>
                </a:solidFill>
                <a:effectLst/>
                <a:latin typeface="Roboto Mono" panose="00000009000000000000" pitchFamily="49" charset="0"/>
              </a:rPr>
              <a:t>: 0.9835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rgbClr val="3C4043"/>
              </a:solidFill>
              <a:effectLst/>
              <a:latin typeface="Roboto Mono" panose="00000009000000000000"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3C4043"/>
                </a:solidFill>
                <a:effectLst/>
                <a:latin typeface="Roboto Mono" panose="00000009000000000000" pitchFamily="49" charset="0"/>
              </a:rPr>
              <a:t>Epoch 7/10 1050/1050 [==============================] - 7s 7ms/step - loss: 0.0332 - accuracy: 0.9891 - </a:t>
            </a:r>
            <a:r>
              <a:rPr kumimoji="0" lang="en-US" altLang="en-US" sz="1400" b="0" i="0" u="none" strike="noStrike" cap="none" normalizeH="0" baseline="0" dirty="0" err="1">
                <a:ln>
                  <a:noFill/>
                </a:ln>
                <a:solidFill>
                  <a:srgbClr val="3C4043"/>
                </a:solidFill>
                <a:effectLst/>
                <a:latin typeface="Roboto Mono" panose="00000009000000000000" pitchFamily="49" charset="0"/>
              </a:rPr>
              <a:t>val_loss</a:t>
            </a:r>
            <a:r>
              <a:rPr kumimoji="0" lang="en-US" altLang="en-US" sz="1400" b="0" i="0" u="none" strike="noStrike" cap="none" normalizeH="0" baseline="0" dirty="0">
                <a:ln>
                  <a:noFill/>
                </a:ln>
                <a:solidFill>
                  <a:srgbClr val="3C4043"/>
                </a:solidFill>
                <a:effectLst/>
                <a:latin typeface="Roboto Mono" panose="00000009000000000000" pitchFamily="49" charset="0"/>
              </a:rPr>
              <a:t>: 0.0505 - </a:t>
            </a:r>
            <a:r>
              <a:rPr kumimoji="0" lang="en-US" altLang="en-US" sz="1400" b="0" i="0" u="none" strike="noStrike" cap="none" normalizeH="0" baseline="0" dirty="0" err="1">
                <a:ln>
                  <a:noFill/>
                </a:ln>
                <a:solidFill>
                  <a:srgbClr val="3C4043"/>
                </a:solidFill>
                <a:effectLst/>
                <a:latin typeface="Roboto Mono" panose="00000009000000000000" pitchFamily="49" charset="0"/>
              </a:rPr>
              <a:t>val_accuracy</a:t>
            </a:r>
            <a:r>
              <a:rPr kumimoji="0" lang="en-US" altLang="en-US" sz="1400" b="0" i="0" u="none" strike="noStrike" cap="none" normalizeH="0" baseline="0" dirty="0">
                <a:ln>
                  <a:noFill/>
                </a:ln>
                <a:solidFill>
                  <a:srgbClr val="3C4043"/>
                </a:solidFill>
                <a:effectLst/>
                <a:latin typeface="Roboto Mono" panose="00000009000000000000" pitchFamily="49" charset="0"/>
              </a:rPr>
              <a:t>: 0.9869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rgbClr val="3C4043"/>
              </a:solidFill>
              <a:effectLst/>
              <a:latin typeface="Roboto Mono" panose="00000009000000000000"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3C4043"/>
                </a:solidFill>
                <a:effectLst/>
                <a:latin typeface="Roboto Mono" panose="00000009000000000000" pitchFamily="49" charset="0"/>
              </a:rPr>
              <a:t>Epoch 8/10 1050/1050 [==============================] - 7s 7ms/step - loss: 0.0272 - accuracy: 0.9911 - </a:t>
            </a:r>
            <a:r>
              <a:rPr kumimoji="0" lang="en-US" altLang="en-US" sz="1400" b="0" i="0" u="none" strike="noStrike" cap="none" normalizeH="0" baseline="0" dirty="0" err="1">
                <a:ln>
                  <a:noFill/>
                </a:ln>
                <a:solidFill>
                  <a:srgbClr val="3C4043"/>
                </a:solidFill>
                <a:effectLst/>
                <a:latin typeface="Roboto Mono" panose="00000009000000000000" pitchFamily="49" charset="0"/>
              </a:rPr>
              <a:t>val_loss</a:t>
            </a:r>
            <a:r>
              <a:rPr kumimoji="0" lang="en-US" altLang="en-US" sz="1400" b="0" i="0" u="none" strike="noStrike" cap="none" normalizeH="0" baseline="0" dirty="0">
                <a:ln>
                  <a:noFill/>
                </a:ln>
                <a:solidFill>
                  <a:srgbClr val="3C4043"/>
                </a:solidFill>
                <a:effectLst/>
                <a:latin typeface="Roboto Mono" panose="00000009000000000000" pitchFamily="49" charset="0"/>
              </a:rPr>
              <a:t>: 0.0467 - </a:t>
            </a:r>
            <a:r>
              <a:rPr kumimoji="0" lang="en-US" altLang="en-US" sz="1400" b="0" i="0" u="none" strike="noStrike" cap="none" normalizeH="0" baseline="0" dirty="0" err="1">
                <a:ln>
                  <a:noFill/>
                </a:ln>
                <a:solidFill>
                  <a:srgbClr val="3C4043"/>
                </a:solidFill>
                <a:effectLst/>
                <a:latin typeface="Roboto Mono" panose="00000009000000000000" pitchFamily="49" charset="0"/>
              </a:rPr>
              <a:t>val_accuracy</a:t>
            </a:r>
            <a:r>
              <a:rPr kumimoji="0" lang="en-US" altLang="en-US" sz="1400" b="0" i="0" u="none" strike="noStrike" cap="none" normalizeH="0" baseline="0" dirty="0">
                <a:ln>
                  <a:noFill/>
                </a:ln>
                <a:solidFill>
                  <a:srgbClr val="3C4043"/>
                </a:solidFill>
                <a:effectLst/>
                <a:latin typeface="Roboto Mono" panose="00000009000000000000" pitchFamily="49" charset="0"/>
              </a:rPr>
              <a:t>: 0.9873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3C4043"/>
                </a:solidFill>
                <a:effectLst/>
                <a:latin typeface="Roboto Mono" panose="00000009000000000000" pitchFamily="49" charset="0"/>
              </a:rPr>
              <a:t>Epoch 9/10 1050/1050 [==============================] - 7s 7ms/step - loss: 0.0246 - accuracy: 0.9920 - </a:t>
            </a:r>
            <a:r>
              <a:rPr kumimoji="0" lang="en-US" altLang="en-US" sz="1400" b="0" i="0" u="none" strike="noStrike" cap="none" normalizeH="0" baseline="0" dirty="0" err="1">
                <a:ln>
                  <a:noFill/>
                </a:ln>
                <a:solidFill>
                  <a:srgbClr val="3C4043"/>
                </a:solidFill>
                <a:effectLst/>
                <a:latin typeface="Roboto Mono" panose="00000009000000000000" pitchFamily="49" charset="0"/>
              </a:rPr>
              <a:t>val_loss</a:t>
            </a:r>
            <a:r>
              <a:rPr kumimoji="0" lang="en-US" altLang="en-US" sz="1400" b="0" i="0" u="none" strike="noStrike" cap="none" normalizeH="0" baseline="0" dirty="0">
                <a:ln>
                  <a:noFill/>
                </a:ln>
                <a:solidFill>
                  <a:srgbClr val="3C4043"/>
                </a:solidFill>
                <a:effectLst/>
                <a:latin typeface="Roboto Mono" panose="00000009000000000000" pitchFamily="49" charset="0"/>
              </a:rPr>
              <a:t>: 0.0493 - </a:t>
            </a:r>
            <a:r>
              <a:rPr kumimoji="0" lang="en-US" altLang="en-US" sz="1400" b="0" i="0" u="none" strike="noStrike" cap="none" normalizeH="0" baseline="0" dirty="0" err="1">
                <a:ln>
                  <a:noFill/>
                </a:ln>
                <a:solidFill>
                  <a:srgbClr val="3C4043"/>
                </a:solidFill>
                <a:effectLst/>
                <a:latin typeface="Roboto Mono" panose="00000009000000000000" pitchFamily="49" charset="0"/>
              </a:rPr>
              <a:t>val_accuracy</a:t>
            </a:r>
            <a:r>
              <a:rPr kumimoji="0" lang="en-US" altLang="en-US" sz="1400" b="0" i="0" u="none" strike="noStrike" cap="none" normalizeH="0" baseline="0" dirty="0">
                <a:ln>
                  <a:noFill/>
                </a:ln>
                <a:solidFill>
                  <a:srgbClr val="3C4043"/>
                </a:solidFill>
                <a:effectLst/>
                <a:latin typeface="Roboto Mono" panose="00000009000000000000" pitchFamily="49" charset="0"/>
              </a:rPr>
              <a:t>: 0.9869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3C4043"/>
                </a:solidFill>
                <a:effectLst/>
                <a:latin typeface="Roboto Mono" panose="00000009000000000000" pitchFamily="49" charset="0"/>
              </a:rPr>
              <a:t>Epoch 10/10 1050/1050 [==============================] - 7s 7ms/step - loss: 0.0218 - accuracy: 0.9925 - </a:t>
            </a:r>
            <a:r>
              <a:rPr kumimoji="0" lang="en-US" altLang="en-US" sz="1400" b="0" i="0" u="none" strike="noStrike" cap="none" normalizeH="0" baseline="0" dirty="0" err="1">
                <a:ln>
                  <a:noFill/>
                </a:ln>
                <a:solidFill>
                  <a:srgbClr val="3C4043"/>
                </a:solidFill>
                <a:effectLst/>
                <a:latin typeface="Roboto Mono" panose="00000009000000000000" pitchFamily="49" charset="0"/>
              </a:rPr>
              <a:t>val_loss</a:t>
            </a:r>
            <a:r>
              <a:rPr kumimoji="0" lang="en-US" altLang="en-US" sz="1400" b="0" i="0" u="none" strike="noStrike" cap="none" normalizeH="0" baseline="0" dirty="0">
                <a:ln>
                  <a:noFill/>
                </a:ln>
                <a:solidFill>
                  <a:srgbClr val="3C4043"/>
                </a:solidFill>
                <a:effectLst/>
                <a:latin typeface="Roboto Mono" panose="00000009000000000000" pitchFamily="49" charset="0"/>
              </a:rPr>
              <a:t>: 0.0462 - </a:t>
            </a:r>
            <a:r>
              <a:rPr kumimoji="0" lang="en-US" altLang="en-US" sz="1400" b="0" i="0" u="none" strike="noStrike" cap="none" normalizeH="0" baseline="0" dirty="0" err="1">
                <a:ln>
                  <a:noFill/>
                </a:ln>
                <a:solidFill>
                  <a:srgbClr val="3C4043"/>
                </a:solidFill>
                <a:effectLst/>
                <a:latin typeface="Roboto Mono" panose="00000009000000000000" pitchFamily="49" charset="0"/>
              </a:rPr>
              <a:t>val_accuracy</a:t>
            </a:r>
            <a:r>
              <a:rPr kumimoji="0" lang="en-US" altLang="en-US" sz="1400" b="0" i="0" u="none" strike="noStrike" cap="none" normalizeH="0" baseline="0" dirty="0">
                <a:ln>
                  <a:noFill/>
                </a:ln>
                <a:solidFill>
                  <a:srgbClr val="3C4043"/>
                </a:solidFill>
                <a:effectLst/>
                <a:latin typeface="Roboto Mono" panose="00000009000000000000" pitchFamily="49" charset="0"/>
              </a:rPr>
              <a:t>: 0.9882 The model has successfully trained </a:t>
            </a:r>
            <a:endParaRPr kumimoji="0" lang="en-US" altLang="en-US" sz="14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18642308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810F8-96D7-DEE8-209E-53552717F45F}"/>
              </a:ext>
            </a:extLst>
          </p:cNvPr>
          <p:cNvSpPr>
            <a:spLocks noGrp="1"/>
          </p:cNvSpPr>
          <p:nvPr>
            <p:ph type="title"/>
          </p:nvPr>
        </p:nvSpPr>
        <p:spPr>
          <a:xfrm>
            <a:off x="1066800" y="538422"/>
            <a:ext cx="10058400" cy="723219"/>
          </a:xfrm>
        </p:spPr>
        <p:txBody>
          <a:bodyPr/>
          <a:lstStyle/>
          <a:p>
            <a:pPr algn="ctr"/>
            <a:r>
              <a:rPr lang="en-IN" b="1" dirty="0"/>
              <a:t>6 | Model Evaluation</a:t>
            </a:r>
            <a:endParaRPr lang="en-US" b="1" dirty="0"/>
          </a:p>
        </p:txBody>
      </p:sp>
      <p:sp>
        <p:nvSpPr>
          <p:cNvPr id="3" name="Content Placeholder 2">
            <a:extLst>
              <a:ext uri="{FF2B5EF4-FFF2-40B4-BE49-F238E27FC236}">
                <a16:creationId xmlns:a16="http://schemas.microsoft.com/office/drawing/2014/main" id="{4AB3D6C7-5AB7-82C2-22E6-DC0AD008DBE1}"/>
              </a:ext>
            </a:extLst>
          </p:cNvPr>
          <p:cNvSpPr>
            <a:spLocks noGrp="1"/>
          </p:cNvSpPr>
          <p:nvPr>
            <p:ph idx="1"/>
          </p:nvPr>
        </p:nvSpPr>
        <p:spPr>
          <a:xfrm>
            <a:off x="1066800" y="1435261"/>
            <a:ext cx="10058400" cy="1114642"/>
          </a:xfrm>
        </p:spPr>
        <p:txBody>
          <a:bodyPr>
            <a:normAutofit/>
          </a:bodyPr>
          <a:lstStyle/>
          <a:p>
            <a:pPr marL="0" indent="0" algn="l">
              <a:buNone/>
            </a:pPr>
            <a:r>
              <a:rPr lang="en-US" sz="1600" b="1" i="0" dirty="0">
                <a:solidFill>
                  <a:srgbClr val="000000"/>
                </a:solidFill>
                <a:effectLst/>
                <a:latin typeface="Inter"/>
              </a:rPr>
              <a:t>Loss plot curve for training and validation</a:t>
            </a:r>
          </a:p>
          <a:p>
            <a:pPr marL="0" indent="0" algn="l">
              <a:buNone/>
            </a:pPr>
            <a:r>
              <a:rPr lang="en-US" sz="1600" b="0" i="0" dirty="0">
                <a:effectLst/>
                <a:latin typeface="Inter"/>
              </a:rPr>
              <a:t>Let's see how the loss function was changing during the training. We expect it to get smaller and smaller with every next epoch.</a:t>
            </a:r>
          </a:p>
          <a:p>
            <a:endParaRPr lang="en-US" sz="1600" dirty="0"/>
          </a:p>
        </p:txBody>
      </p:sp>
      <p:sp>
        <p:nvSpPr>
          <p:cNvPr id="4" name="Rectangle 1">
            <a:extLst>
              <a:ext uri="{FF2B5EF4-FFF2-40B4-BE49-F238E27FC236}">
                <a16:creationId xmlns:a16="http://schemas.microsoft.com/office/drawing/2014/main" id="{AAA08B3B-A161-D7FC-001A-18380B71F978}"/>
              </a:ext>
            </a:extLst>
          </p:cNvPr>
          <p:cNvSpPr>
            <a:spLocks noChangeArrowheads="1"/>
          </p:cNvSpPr>
          <p:nvPr/>
        </p:nvSpPr>
        <p:spPr bwMode="auto">
          <a:xfrm>
            <a:off x="1066800" y="2549903"/>
            <a:ext cx="8866208" cy="1144929"/>
          </a:xfrm>
          <a:prstGeom prst="rect">
            <a:avLst/>
          </a:prstGeom>
          <a:solidFill>
            <a:srgbClr val="F7F7F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30000"/>
              </a:spcBef>
              <a:spcAft>
                <a:spcPct val="0"/>
              </a:spcAft>
              <a:defRPr sz="1200">
                <a:solidFill>
                  <a:schemeClr val="tx1"/>
                </a:solidFill>
                <a:latin typeface="Arial" panose="020B0604020202020204" pitchFamily="34" charset="0"/>
              </a:defRPr>
            </a:lvl1pPr>
            <a:lvl2pPr eaLnBrk="0" fontAlgn="base" hangingPunct="0">
              <a:spcBef>
                <a:spcPct val="30000"/>
              </a:spcBef>
              <a:spcAft>
                <a:spcPct val="0"/>
              </a:spcAft>
              <a:defRPr sz="1200">
                <a:solidFill>
                  <a:schemeClr val="tx1"/>
                </a:solidFill>
                <a:latin typeface="Arial" panose="020B0604020202020204" pitchFamily="34" charset="0"/>
              </a:defRPr>
            </a:lvl2pPr>
            <a:lvl3pPr eaLnBrk="0" fontAlgn="base" hangingPunct="0">
              <a:spcBef>
                <a:spcPct val="30000"/>
              </a:spcBef>
              <a:spcAft>
                <a:spcPct val="0"/>
              </a:spcAft>
              <a:defRPr sz="1200">
                <a:solidFill>
                  <a:schemeClr val="tx1"/>
                </a:solidFill>
                <a:latin typeface="Arial" panose="020B0604020202020204" pitchFamily="34" charset="0"/>
              </a:defRPr>
            </a:lvl3pPr>
            <a:lvl4pPr eaLnBrk="0" fontAlgn="base" hangingPunct="0">
              <a:spcBef>
                <a:spcPct val="30000"/>
              </a:spcBef>
              <a:spcAft>
                <a:spcPct val="0"/>
              </a:spcAft>
              <a:defRPr sz="1200">
                <a:solidFill>
                  <a:schemeClr val="tx1"/>
                </a:solidFill>
                <a:latin typeface="Arial" panose="020B0604020202020204" pitchFamily="34" charset="0"/>
              </a:defRPr>
            </a:lvl4pPr>
            <a:lvl5pPr eaLnBrk="0" fontAlgn="base" hangingPunct="0">
              <a:spcBef>
                <a:spcPct val="30000"/>
              </a:spcBef>
              <a:spcAft>
                <a:spcPct val="0"/>
              </a:spcAft>
              <a:defRPr sz="1200">
                <a:solidFill>
                  <a:schemeClr val="tx1"/>
                </a:solidFill>
                <a:latin typeface="Arial" panose="020B0604020202020204" pitchFamily="34" charset="0"/>
              </a:defRPr>
            </a:lvl5pPr>
            <a:lvl6pPr eaLnBrk="0" fontAlgn="base" hangingPunct="0">
              <a:spcBef>
                <a:spcPct val="30000"/>
              </a:spcBef>
              <a:spcAft>
                <a:spcPct val="0"/>
              </a:spcAft>
              <a:defRPr sz="1200">
                <a:solidFill>
                  <a:schemeClr val="tx1"/>
                </a:solidFill>
                <a:latin typeface="Arial" panose="020B0604020202020204" pitchFamily="34" charset="0"/>
              </a:defRPr>
            </a:lvl6pPr>
            <a:lvl7pPr eaLnBrk="0" fontAlgn="base" hangingPunct="0">
              <a:spcBef>
                <a:spcPct val="30000"/>
              </a:spcBef>
              <a:spcAft>
                <a:spcPct val="0"/>
              </a:spcAft>
              <a:defRPr sz="1200">
                <a:solidFill>
                  <a:schemeClr val="tx1"/>
                </a:solidFill>
                <a:latin typeface="Arial" panose="020B0604020202020204" pitchFamily="34" charset="0"/>
              </a:defRPr>
            </a:lvl7pPr>
            <a:lvl8pPr eaLnBrk="0" fontAlgn="base" hangingPunct="0">
              <a:spcBef>
                <a:spcPct val="30000"/>
              </a:spcBef>
              <a:spcAft>
                <a:spcPct val="0"/>
              </a:spcAft>
              <a:defRPr sz="1200">
                <a:solidFill>
                  <a:schemeClr val="tx1"/>
                </a:solidFill>
                <a:latin typeface="Arial" panose="020B0604020202020204" pitchFamily="34" charset="0"/>
              </a:defRPr>
            </a:lvl8pPr>
            <a:lvl9pPr eaLnBrk="0" fontAlgn="base" hangingPunct="0">
              <a:spcBef>
                <a:spcPct val="30000"/>
              </a:spcBef>
              <a:spcAft>
                <a:spcPct val="0"/>
              </a:spcAft>
              <a:defRPr sz="12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b="0" i="0" u="none" strike="noStrike" cap="none" normalizeH="0" baseline="0" dirty="0" err="1">
                <a:ln>
                  <a:noFill/>
                </a:ln>
                <a:solidFill>
                  <a:schemeClr val="tx1"/>
                </a:solidFill>
                <a:effectLst/>
                <a:latin typeface="Arial" panose="020B0604020202020204" pitchFamily="34" charset="0"/>
              </a:rPr>
              <a:t>plt</a:t>
            </a:r>
            <a:r>
              <a:rPr kumimoji="0" lang="en-US" altLang="en-US" b="0" i="0" u="none" strike="noStrike" cap="none" normalizeH="0" baseline="0" dirty="0" err="1">
                <a:ln>
                  <a:noFill/>
                </a:ln>
                <a:solidFill>
                  <a:srgbClr val="055BE0"/>
                </a:solidFill>
                <a:effectLst/>
                <a:latin typeface="Arial" panose="020B0604020202020204" pitchFamily="34" charset="0"/>
              </a:rPr>
              <a:t>.</a:t>
            </a:r>
            <a:r>
              <a:rPr kumimoji="0" lang="en-US" altLang="en-US" b="0" i="0" u="none" strike="noStrike" cap="none" normalizeH="0" baseline="0" dirty="0" err="1">
                <a:ln>
                  <a:noFill/>
                </a:ln>
                <a:solidFill>
                  <a:schemeClr val="tx1"/>
                </a:solidFill>
                <a:effectLst/>
                <a:latin typeface="Arial" panose="020B0604020202020204" pitchFamily="34" charset="0"/>
              </a:rPr>
              <a:t>xlabel</a:t>
            </a:r>
            <a:r>
              <a:rPr kumimoji="0" lang="en-US" altLang="en-US" b="0" i="0" u="none" strike="noStrike" cap="none" normalizeH="0" baseline="0" dirty="0">
                <a:ln>
                  <a:noFill/>
                </a:ln>
                <a:solidFill>
                  <a:schemeClr val="tx1"/>
                </a:solidFill>
                <a:effectLst/>
                <a:latin typeface="Roboto Mono" panose="00000009000000000000" pitchFamily="49" charset="0"/>
              </a:rPr>
              <a:t>(</a:t>
            </a:r>
            <a:r>
              <a:rPr kumimoji="0" lang="en-US" altLang="en-US" b="0" i="0" u="none" strike="noStrike" cap="none" normalizeH="0" baseline="0" dirty="0">
                <a:ln>
                  <a:noFill/>
                </a:ln>
                <a:solidFill>
                  <a:srgbClr val="BB2323"/>
                </a:solidFill>
                <a:effectLst/>
                <a:latin typeface="Roboto Mono" panose="00000009000000000000" pitchFamily="49" charset="0"/>
              </a:rPr>
              <a:t>'Epoch Number’</a:t>
            </a:r>
            <a:r>
              <a:rPr kumimoji="0" lang="en-US" altLang="en-US" b="0" i="0" u="none" strike="noStrike" cap="none" normalizeH="0" baseline="0" dirty="0">
                <a:ln>
                  <a:noFill/>
                </a:ln>
                <a:solidFill>
                  <a:schemeClr val="tx1"/>
                </a:solidFill>
                <a:effectLst/>
                <a:latin typeface="Roboto Mono" panose="00000009000000000000" pitchFamily="49" charset="0"/>
              </a:rPr>
              <a:t>) </a:t>
            </a: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b="0" i="0" u="none" strike="noStrike" cap="none" normalizeH="0" baseline="0" dirty="0" err="1">
                <a:ln>
                  <a:noFill/>
                </a:ln>
                <a:solidFill>
                  <a:schemeClr val="tx1"/>
                </a:solidFill>
                <a:effectLst/>
                <a:latin typeface="Arial" panose="020B0604020202020204" pitchFamily="34" charset="0"/>
              </a:rPr>
              <a:t>plt</a:t>
            </a:r>
            <a:r>
              <a:rPr kumimoji="0" lang="en-US" altLang="en-US" b="0" i="0" u="none" strike="noStrike" cap="none" normalizeH="0" baseline="0" dirty="0" err="1">
                <a:ln>
                  <a:noFill/>
                </a:ln>
                <a:solidFill>
                  <a:srgbClr val="055BE0"/>
                </a:solidFill>
                <a:effectLst/>
                <a:latin typeface="Arial" panose="020B0604020202020204" pitchFamily="34" charset="0"/>
              </a:rPr>
              <a:t>.</a:t>
            </a:r>
            <a:r>
              <a:rPr kumimoji="0" lang="en-US" altLang="en-US" b="0" i="0" u="none" strike="noStrike" cap="none" normalizeH="0" baseline="0" dirty="0" err="1">
                <a:ln>
                  <a:noFill/>
                </a:ln>
                <a:solidFill>
                  <a:schemeClr val="tx1"/>
                </a:solidFill>
                <a:effectLst/>
                <a:latin typeface="Arial" panose="020B0604020202020204" pitchFamily="34" charset="0"/>
              </a:rPr>
              <a:t>ylabel</a:t>
            </a:r>
            <a:r>
              <a:rPr kumimoji="0" lang="en-US" altLang="en-US" b="0" i="0" u="none" strike="noStrike" cap="none" normalizeH="0" baseline="0" dirty="0">
                <a:ln>
                  <a:noFill/>
                </a:ln>
                <a:solidFill>
                  <a:schemeClr val="tx1"/>
                </a:solidFill>
                <a:effectLst/>
                <a:latin typeface="Roboto Mono" panose="00000009000000000000" pitchFamily="49" charset="0"/>
              </a:rPr>
              <a:t>(</a:t>
            </a:r>
            <a:r>
              <a:rPr kumimoji="0" lang="en-US" altLang="en-US" b="0" i="0" u="none" strike="noStrike" cap="none" normalizeH="0" baseline="0" dirty="0">
                <a:ln>
                  <a:noFill/>
                </a:ln>
                <a:solidFill>
                  <a:srgbClr val="BB2323"/>
                </a:solidFill>
                <a:effectLst/>
                <a:latin typeface="Roboto Mono" panose="00000009000000000000" pitchFamily="49" charset="0"/>
              </a:rPr>
              <a:t>'Accuracy’</a:t>
            </a:r>
            <a:r>
              <a:rPr kumimoji="0" lang="en-US" altLang="en-US" b="0" i="0" u="none" strike="noStrike" cap="none" normalizeH="0" baseline="0" dirty="0">
                <a:ln>
                  <a:noFill/>
                </a:ln>
                <a:solidFill>
                  <a:schemeClr val="tx1"/>
                </a:solidFill>
                <a:effectLst/>
                <a:latin typeface="Roboto Mono" panose="00000009000000000000" pitchFamily="49" charset="0"/>
              </a:rPr>
              <a:t>) </a:t>
            </a: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b="0" i="0" u="none" strike="noStrike" cap="none" normalizeH="0" baseline="0" dirty="0" err="1">
                <a:ln>
                  <a:noFill/>
                </a:ln>
                <a:solidFill>
                  <a:schemeClr val="tx1"/>
                </a:solidFill>
                <a:effectLst/>
                <a:latin typeface="Arial" panose="020B0604020202020204" pitchFamily="34" charset="0"/>
              </a:rPr>
              <a:t>plt</a:t>
            </a:r>
            <a:r>
              <a:rPr kumimoji="0" lang="en-US" altLang="en-US" b="0" i="0" u="none" strike="noStrike" cap="none" normalizeH="0" baseline="0" dirty="0" err="1">
                <a:ln>
                  <a:noFill/>
                </a:ln>
                <a:solidFill>
                  <a:srgbClr val="055BE0"/>
                </a:solidFill>
                <a:effectLst/>
                <a:latin typeface="Arial" panose="020B0604020202020204" pitchFamily="34" charset="0"/>
              </a:rPr>
              <a:t>.</a:t>
            </a:r>
            <a:r>
              <a:rPr kumimoji="0" lang="en-US" altLang="en-US" b="0" i="0" u="none" strike="noStrike" cap="none" normalizeH="0" baseline="0" dirty="0" err="1">
                <a:ln>
                  <a:noFill/>
                </a:ln>
                <a:solidFill>
                  <a:schemeClr val="tx1"/>
                </a:solidFill>
                <a:effectLst/>
                <a:latin typeface="Arial" panose="020B0604020202020204" pitchFamily="34" charset="0"/>
              </a:rPr>
              <a:t>plot</a:t>
            </a:r>
            <a:r>
              <a:rPr kumimoji="0" lang="en-US" altLang="en-US" b="0" i="0" u="none" strike="noStrike" cap="none" normalizeH="0" baseline="0" dirty="0">
                <a:ln>
                  <a:noFill/>
                </a:ln>
                <a:solidFill>
                  <a:schemeClr val="tx1"/>
                </a:solidFill>
                <a:effectLst/>
                <a:latin typeface="Roboto Mono" panose="00000009000000000000" pitchFamily="49" charset="0"/>
              </a:rPr>
              <a:t>(</a:t>
            </a:r>
            <a:r>
              <a:rPr kumimoji="0" lang="en-US" altLang="en-US" b="0" i="0" u="none" strike="noStrike" cap="none" normalizeH="0" baseline="0" dirty="0" err="1">
                <a:ln>
                  <a:noFill/>
                </a:ln>
                <a:solidFill>
                  <a:schemeClr val="tx1"/>
                </a:solidFill>
                <a:effectLst/>
                <a:latin typeface="Arial" panose="020B0604020202020204" pitchFamily="34" charset="0"/>
              </a:rPr>
              <a:t>training_history</a:t>
            </a:r>
            <a:r>
              <a:rPr kumimoji="0" lang="en-US" altLang="en-US" b="0" i="0" u="none" strike="noStrike" cap="none" normalizeH="0" baseline="0" dirty="0" err="1">
                <a:ln>
                  <a:noFill/>
                </a:ln>
                <a:solidFill>
                  <a:srgbClr val="055BE0"/>
                </a:solidFill>
                <a:effectLst/>
                <a:latin typeface="Arial" panose="020B0604020202020204" pitchFamily="34" charset="0"/>
              </a:rPr>
              <a:t>.</a:t>
            </a:r>
            <a:r>
              <a:rPr kumimoji="0" lang="en-US" altLang="en-US" b="0" i="0" u="none" strike="noStrike" cap="none" normalizeH="0" baseline="0" dirty="0" err="1">
                <a:ln>
                  <a:noFill/>
                </a:ln>
                <a:solidFill>
                  <a:schemeClr val="tx1"/>
                </a:solidFill>
                <a:effectLst/>
                <a:latin typeface="Arial" panose="020B0604020202020204" pitchFamily="34" charset="0"/>
              </a:rPr>
              <a:t>history</a:t>
            </a:r>
            <a:r>
              <a:rPr kumimoji="0" lang="en-US" altLang="en-US" b="0" i="0" u="none" strike="noStrike" cap="none" normalizeH="0" baseline="0" dirty="0">
                <a:ln>
                  <a:noFill/>
                </a:ln>
                <a:solidFill>
                  <a:schemeClr val="tx1"/>
                </a:solidFill>
                <a:effectLst/>
                <a:latin typeface="Roboto Mono" panose="00000009000000000000" pitchFamily="49" charset="0"/>
              </a:rPr>
              <a:t>[</a:t>
            </a:r>
            <a:r>
              <a:rPr kumimoji="0" lang="en-US" altLang="en-US" b="0" i="0" u="none" strike="noStrike" cap="none" normalizeH="0" baseline="0" dirty="0">
                <a:ln>
                  <a:noFill/>
                </a:ln>
                <a:solidFill>
                  <a:srgbClr val="BB2323"/>
                </a:solidFill>
                <a:effectLst/>
                <a:latin typeface="Roboto Mono" panose="00000009000000000000" pitchFamily="49" charset="0"/>
              </a:rPr>
              <a:t>'loss'</a:t>
            </a:r>
            <a:r>
              <a:rPr kumimoji="0" lang="en-US" altLang="en-US" b="0" i="0" u="none" strike="noStrike" cap="none" normalizeH="0" baseline="0" dirty="0">
                <a:ln>
                  <a:noFill/>
                </a:ln>
                <a:solidFill>
                  <a:schemeClr val="tx1"/>
                </a:solidFill>
                <a:effectLst/>
                <a:latin typeface="Roboto Mono" panose="00000009000000000000" pitchFamily="49" charset="0"/>
              </a:rPr>
              <a:t>], </a:t>
            </a:r>
            <a:r>
              <a:rPr kumimoji="0" lang="en-US" altLang="en-US" b="0" i="0" u="none" strike="noStrike" cap="none" normalizeH="0" baseline="0" dirty="0">
                <a:ln>
                  <a:noFill/>
                </a:ln>
                <a:solidFill>
                  <a:schemeClr val="tx1"/>
                </a:solidFill>
                <a:effectLst/>
                <a:latin typeface="Arial" panose="020B0604020202020204" pitchFamily="34" charset="0"/>
              </a:rPr>
              <a:t>label</a:t>
            </a:r>
            <a:r>
              <a:rPr kumimoji="0" lang="en-US" altLang="en-US" b="0" i="0" u="none" strike="noStrike" cap="none" normalizeH="0" baseline="0" dirty="0">
                <a:ln>
                  <a:noFill/>
                </a:ln>
                <a:solidFill>
                  <a:srgbClr val="055BE0"/>
                </a:solidFill>
                <a:effectLst/>
                <a:latin typeface="Arial" panose="020B0604020202020204" pitchFamily="34" charset="0"/>
              </a:rPr>
              <a:t>=</a:t>
            </a:r>
            <a:r>
              <a:rPr kumimoji="0" lang="en-US" altLang="en-US" b="0" i="0" u="none" strike="noStrike" cap="none" normalizeH="0" baseline="0" dirty="0">
                <a:ln>
                  <a:noFill/>
                </a:ln>
                <a:solidFill>
                  <a:srgbClr val="BB2323"/>
                </a:solidFill>
                <a:effectLst/>
                <a:latin typeface="Roboto Mono" panose="00000009000000000000" pitchFamily="49" charset="0"/>
              </a:rPr>
              <a:t>'training set’</a:t>
            </a:r>
            <a:r>
              <a:rPr kumimoji="0" lang="en-US" altLang="en-US" b="0" i="0" u="none" strike="noStrike" cap="none" normalizeH="0" baseline="0" dirty="0">
                <a:ln>
                  <a:noFill/>
                </a:ln>
                <a:solidFill>
                  <a:schemeClr val="tx1"/>
                </a:solidFill>
                <a:effectLst/>
                <a:latin typeface="Roboto Mono" panose="00000009000000000000" pitchFamily="49" charset="0"/>
              </a:rPr>
              <a:t>) </a:t>
            </a: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b="0" i="0" u="none" strike="noStrike" cap="none" normalizeH="0" baseline="0" dirty="0" err="1">
                <a:ln>
                  <a:noFill/>
                </a:ln>
                <a:solidFill>
                  <a:schemeClr val="tx1"/>
                </a:solidFill>
                <a:effectLst/>
                <a:latin typeface="Arial" panose="020B0604020202020204" pitchFamily="34" charset="0"/>
              </a:rPr>
              <a:t>plt</a:t>
            </a:r>
            <a:r>
              <a:rPr kumimoji="0" lang="en-US" altLang="en-US" b="0" i="0" u="none" strike="noStrike" cap="none" normalizeH="0" baseline="0" dirty="0" err="1">
                <a:ln>
                  <a:noFill/>
                </a:ln>
                <a:solidFill>
                  <a:srgbClr val="055BE0"/>
                </a:solidFill>
                <a:effectLst/>
                <a:latin typeface="Arial" panose="020B0604020202020204" pitchFamily="34" charset="0"/>
              </a:rPr>
              <a:t>.</a:t>
            </a:r>
            <a:r>
              <a:rPr kumimoji="0" lang="en-US" altLang="en-US" b="0" i="0" u="none" strike="noStrike" cap="none" normalizeH="0" baseline="0" dirty="0" err="1">
                <a:ln>
                  <a:noFill/>
                </a:ln>
                <a:solidFill>
                  <a:schemeClr val="tx1"/>
                </a:solidFill>
                <a:effectLst/>
                <a:latin typeface="Arial" panose="020B0604020202020204" pitchFamily="34" charset="0"/>
              </a:rPr>
              <a:t>plot</a:t>
            </a:r>
            <a:r>
              <a:rPr kumimoji="0" lang="en-US" altLang="en-US" b="0" i="0" u="none" strike="noStrike" cap="none" normalizeH="0" baseline="0" dirty="0">
                <a:ln>
                  <a:noFill/>
                </a:ln>
                <a:solidFill>
                  <a:schemeClr val="tx1"/>
                </a:solidFill>
                <a:effectLst/>
                <a:latin typeface="Roboto Mono" panose="00000009000000000000" pitchFamily="49" charset="0"/>
              </a:rPr>
              <a:t>(</a:t>
            </a:r>
            <a:r>
              <a:rPr kumimoji="0" lang="en-US" altLang="en-US" b="0" i="0" u="none" strike="noStrike" cap="none" normalizeH="0" baseline="0" dirty="0" err="1">
                <a:ln>
                  <a:noFill/>
                </a:ln>
                <a:solidFill>
                  <a:schemeClr val="tx1"/>
                </a:solidFill>
                <a:effectLst/>
                <a:latin typeface="Arial" panose="020B0604020202020204" pitchFamily="34" charset="0"/>
              </a:rPr>
              <a:t>training_history</a:t>
            </a:r>
            <a:r>
              <a:rPr kumimoji="0" lang="en-US" altLang="en-US" b="0" i="0" u="none" strike="noStrike" cap="none" normalizeH="0" baseline="0" dirty="0" err="1">
                <a:ln>
                  <a:noFill/>
                </a:ln>
                <a:solidFill>
                  <a:srgbClr val="055BE0"/>
                </a:solidFill>
                <a:effectLst/>
                <a:latin typeface="Arial" panose="020B0604020202020204" pitchFamily="34" charset="0"/>
              </a:rPr>
              <a:t>.</a:t>
            </a:r>
            <a:r>
              <a:rPr kumimoji="0" lang="en-US" altLang="en-US" b="0" i="0" u="none" strike="noStrike" cap="none" normalizeH="0" baseline="0" dirty="0" err="1">
                <a:ln>
                  <a:noFill/>
                </a:ln>
                <a:solidFill>
                  <a:schemeClr val="tx1"/>
                </a:solidFill>
                <a:effectLst/>
                <a:latin typeface="Arial" panose="020B0604020202020204" pitchFamily="34" charset="0"/>
              </a:rPr>
              <a:t>history</a:t>
            </a:r>
            <a:r>
              <a:rPr kumimoji="0" lang="en-US" altLang="en-US" b="0" i="0" u="none" strike="noStrike" cap="none" normalizeH="0" baseline="0" dirty="0">
                <a:ln>
                  <a:noFill/>
                </a:ln>
                <a:solidFill>
                  <a:schemeClr val="tx1"/>
                </a:solidFill>
                <a:effectLst/>
                <a:latin typeface="Roboto Mono" panose="00000009000000000000" pitchFamily="49" charset="0"/>
              </a:rPr>
              <a:t>[</a:t>
            </a:r>
            <a:r>
              <a:rPr kumimoji="0" lang="en-US" altLang="en-US" b="0" i="0" u="none" strike="noStrike" cap="none" normalizeH="0" baseline="0" dirty="0">
                <a:ln>
                  <a:noFill/>
                </a:ln>
                <a:solidFill>
                  <a:srgbClr val="BB2323"/>
                </a:solidFill>
                <a:effectLst/>
                <a:latin typeface="Roboto Mono" panose="00000009000000000000" pitchFamily="49" charset="0"/>
              </a:rPr>
              <a:t>'</a:t>
            </a:r>
            <a:r>
              <a:rPr kumimoji="0" lang="en-US" altLang="en-US" b="0" i="0" u="none" strike="noStrike" cap="none" normalizeH="0" baseline="0" dirty="0" err="1">
                <a:ln>
                  <a:noFill/>
                </a:ln>
                <a:solidFill>
                  <a:srgbClr val="BB2323"/>
                </a:solidFill>
                <a:effectLst/>
                <a:latin typeface="Roboto Mono" panose="00000009000000000000" pitchFamily="49" charset="0"/>
              </a:rPr>
              <a:t>val_loss</a:t>
            </a:r>
            <a:r>
              <a:rPr kumimoji="0" lang="en-US" altLang="en-US" b="0" i="0" u="none" strike="noStrike" cap="none" normalizeH="0" baseline="0" dirty="0">
                <a:ln>
                  <a:noFill/>
                </a:ln>
                <a:solidFill>
                  <a:srgbClr val="BB2323"/>
                </a:solidFill>
                <a:effectLst/>
                <a:latin typeface="Roboto Mono" panose="00000009000000000000" pitchFamily="49" charset="0"/>
              </a:rPr>
              <a:t>'</a:t>
            </a:r>
            <a:r>
              <a:rPr kumimoji="0" lang="en-US" altLang="en-US" b="0" i="0" u="none" strike="noStrike" cap="none" normalizeH="0" baseline="0" dirty="0">
                <a:ln>
                  <a:noFill/>
                </a:ln>
                <a:solidFill>
                  <a:schemeClr val="tx1"/>
                </a:solidFill>
                <a:effectLst/>
                <a:latin typeface="Roboto Mono" panose="00000009000000000000" pitchFamily="49" charset="0"/>
              </a:rPr>
              <a:t>], </a:t>
            </a:r>
            <a:r>
              <a:rPr kumimoji="0" lang="en-US" altLang="en-US" b="0" i="0" u="none" strike="noStrike" cap="none" normalizeH="0" baseline="0" dirty="0">
                <a:ln>
                  <a:noFill/>
                </a:ln>
                <a:solidFill>
                  <a:schemeClr val="tx1"/>
                </a:solidFill>
                <a:effectLst/>
                <a:latin typeface="Arial" panose="020B0604020202020204" pitchFamily="34" charset="0"/>
              </a:rPr>
              <a:t>label</a:t>
            </a:r>
            <a:r>
              <a:rPr kumimoji="0" lang="en-US" altLang="en-US" b="0" i="0" u="none" strike="noStrike" cap="none" normalizeH="0" baseline="0" dirty="0">
                <a:ln>
                  <a:noFill/>
                </a:ln>
                <a:solidFill>
                  <a:srgbClr val="055BE0"/>
                </a:solidFill>
                <a:effectLst/>
                <a:latin typeface="Arial" panose="020B0604020202020204" pitchFamily="34" charset="0"/>
              </a:rPr>
              <a:t>=</a:t>
            </a:r>
            <a:r>
              <a:rPr kumimoji="0" lang="en-US" altLang="en-US" b="0" i="0" u="none" strike="noStrike" cap="none" normalizeH="0" baseline="0" dirty="0">
                <a:ln>
                  <a:noFill/>
                </a:ln>
                <a:solidFill>
                  <a:srgbClr val="BB2323"/>
                </a:solidFill>
                <a:effectLst/>
                <a:latin typeface="Roboto Mono" panose="00000009000000000000" pitchFamily="49" charset="0"/>
              </a:rPr>
              <a:t>'validation set’</a:t>
            </a:r>
            <a:r>
              <a:rPr kumimoji="0" lang="en-US" altLang="en-US" b="0" i="0" u="none" strike="noStrike" cap="none" normalizeH="0" baseline="0" dirty="0">
                <a:ln>
                  <a:noFill/>
                </a:ln>
                <a:solidFill>
                  <a:schemeClr val="tx1"/>
                </a:solidFill>
                <a:effectLst/>
                <a:latin typeface="Roboto Mono" panose="00000009000000000000" pitchFamily="49" charset="0"/>
              </a:rPr>
              <a:t>) </a:t>
            </a: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b="0" i="0" u="none" strike="noStrike" cap="none" normalizeH="0" baseline="0" dirty="0" err="1">
                <a:ln>
                  <a:noFill/>
                </a:ln>
                <a:solidFill>
                  <a:schemeClr val="tx1"/>
                </a:solidFill>
                <a:effectLst/>
                <a:latin typeface="Arial" panose="020B0604020202020204" pitchFamily="34" charset="0"/>
              </a:rPr>
              <a:t>plt</a:t>
            </a:r>
            <a:r>
              <a:rPr kumimoji="0" lang="en-US" altLang="en-US" b="0" i="0" u="none" strike="noStrike" cap="none" normalizeH="0" baseline="0" dirty="0" err="1">
                <a:ln>
                  <a:noFill/>
                </a:ln>
                <a:solidFill>
                  <a:srgbClr val="055BE0"/>
                </a:solidFill>
                <a:effectLst/>
                <a:latin typeface="Arial" panose="020B0604020202020204" pitchFamily="34" charset="0"/>
              </a:rPr>
              <a:t>.</a:t>
            </a:r>
            <a:r>
              <a:rPr kumimoji="0" lang="en-US" altLang="en-US" b="0" i="0" u="none" strike="noStrike" cap="none" normalizeH="0" baseline="0" dirty="0" err="1">
                <a:ln>
                  <a:noFill/>
                </a:ln>
                <a:solidFill>
                  <a:schemeClr val="tx1"/>
                </a:solidFill>
                <a:effectLst/>
                <a:latin typeface="Arial" panose="020B0604020202020204" pitchFamily="34" charset="0"/>
              </a:rPr>
              <a:t>legend</a:t>
            </a:r>
            <a:r>
              <a:rPr kumimoji="0" lang="en-US" altLang="en-US" b="0" i="0" u="none" strike="noStrike" cap="none" normalizeH="0" baseline="0" dirty="0">
                <a:ln>
                  <a:noFill/>
                </a:ln>
                <a:solidFill>
                  <a:schemeClr val="tx1"/>
                </a:solidFill>
                <a:effectLst/>
                <a:latin typeface="Roboto Mono" panose="00000009000000000000" pitchFamily="49" charset="0"/>
              </a:rPr>
              <a:t>()</a:t>
            </a:r>
            <a:r>
              <a:rPr kumimoji="0" lang="en-US" altLang="en-US" b="0" i="0" u="none" strike="noStrike" cap="none" normalizeH="0" baseline="0" dirty="0">
                <a:ln>
                  <a:noFill/>
                </a:ln>
                <a:solidFill>
                  <a:schemeClr val="tx1"/>
                </a:solidFill>
                <a:effectLst/>
              </a:rPr>
              <a:t> </a:t>
            </a:r>
            <a:endParaRPr kumimoji="0" lang="en-US" altLang="en-US" b="0" i="0" u="none" strike="noStrike" cap="none" normalizeH="0" baseline="0" dirty="0">
              <a:ln>
                <a:noFill/>
              </a:ln>
              <a:solidFill>
                <a:schemeClr val="tx1"/>
              </a:solidFill>
              <a:effectLst/>
              <a:latin typeface="Arial" panose="020B0604020202020204" pitchFamily="34" charset="0"/>
            </a:endParaRPr>
          </a:p>
        </p:txBody>
      </p:sp>
      <p:pic>
        <p:nvPicPr>
          <p:cNvPr id="27651" name="Picture 3">
            <a:extLst>
              <a:ext uri="{FF2B5EF4-FFF2-40B4-BE49-F238E27FC236}">
                <a16:creationId xmlns:a16="http://schemas.microsoft.com/office/drawing/2014/main" id="{D7810066-16A7-D528-A10D-365C9B9B46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33004" y="3824028"/>
            <a:ext cx="3733800" cy="2495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8422931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F30F1BA-2106-7EC8-E439-6CA926B269F3}"/>
              </a:ext>
            </a:extLst>
          </p:cNvPr>
          <p:cNvSpPr txBox="1"/>
          <p:nvPr/>
        </p:nvSpPr>
        <p:spPr>
          <a:xfrm>
            <a:off x="604777" y="839693"/>
            <a:ext cx="6094070" cy="400110"/>
          </a:xfrm>
          <a:prstGeom prst="rect">
            <a:avLst/>
          </a:prstGeom>
          <a:noFill/>
        </p:spPr>
        <p:txBody>
          <a:bodyPr wrap="square">
            <a:spAutoFit/>
          </a:bodyPr>
          <a:lstStyle/>
          <a:p>
            <a:pPr algn="l"/>
            <a:r>
              <a:rPr lang="en-US" sz="2000" b="1" i="0" dirty="0">
                <a:solidFill>
                  <a:srgbClr val="000000"/>
                </a:solidFill>
                <a:effectLst/>
                <a:latin typeface="Inter"/>
              </a:rPr>
              <a:t>Accuracy plot curve for training and validation</a:t>
            </a:r>
          </a:p>
        </p:txBody>
      </p:sp>
      <p:sp>
        <p:nvSpPr>
          <p:cNvPr id="4" name="Rectangle 1">
            <a:extLst>
              <a:ext uri="{FF2B5EF4-FFF2-40B4-BE49-F238E27FC236}">
                <a16:creationId xmlns:a16="http://schemas.microsoft.com/office/drawing/2014/main" id="{49867296-3015-35BC-6DC9-FBCFD49D493D}"/>
              </a:ext>
            </a:extLst>
          </p:cNvPr>
          <p:cNvSpPr>
            <a:spLocks noChangeArrowheads="1"/>
          </p:cNvSpPr>
          <p:nvPr/>
        </p:nvSpPr>
        <p:spPr bwMode="auto">
          <a:xfrm>
            <a:off x="604777" y="1838620"/>
            <a:ext cx="9120851" cy="1055674"/>
          </a:xfrm>
          <a:prstGeom prst="rect">
            <a:avLst/>
          </a:prstGeom>
          <a:solidFill>
            <a:srgbClr val="F7F7F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30000"/>
              </a:spcBef>
              <a:spcAft>
                <a:spcPct val="0"/>
              </a:spcAft>
              <a:defRPr sz="1200">
                <a:solidFill>
                  <a:schemeClr val="tx1"/>
                </a:solidFill>
                <a:latin typeface="Arial" panose="020B0604020202020204" pitchFamily="34" charset="0"/>
              </a:defRPr>
            </a:lvl1pPr>
            <a:lvl2pPr eaLnBrk="0" fontAlgn="base" hangingPunct="0">
              <a:spcBef>
                <a:spcPct val="30000"/>
              </a:spcBef>
              <a:spcAft>
                <a:spcPct val="0"/>
              </a:spcAft>
              <a:defRPr sz="1200">
                <a:solidFill>
                  <a:schemeClr val="tx1"/>
                </a:solidFill>
                <a:latin typeface="Arial" panose="020B0604020202020204" pitchFamily="34" charset="0"/>
              </a:defRPr>
            </a:lvl2pPr>
            <a:lvl3pPr eaLnBrk="0" fontAlgn="base" hangingPunct="0">
              <a:spcBef>
                <a:spcPct val="30000"/>
              </a:spcBef>
              <a:spcAft>
                <a:spcPct val="0"/>
              </a:spcAft>
              <a:defRPr sz="1200">
                <a:solidFill>
                  <a:schemeClr val="tx1"/>
                </a:solidFill>
                <a:latin typeface="Arial" panose="020B0604020202020204" pitchFamily="34" charset="0"/>
              </a:defRPr>
            </a:lvl3pPr>
            <a:lvl4pPr eaLnBrk="0" fontAlgn="base" hangingPunct="0">
              <a:spcBef>
                <a:spcPct val="30000"/>
              </a:spcBef>
              <a:spcAft>
                <a:spcPct val="0"/>
              </a:spcAft>
              <a:defRPr sz="1200">
                <a:solidFill>
                  <a:schemeClr val="tx1"/>
                </a:solidFill>
                <a:latin typeface="Arial" panose="020B0604020202020204" pitchFamily="34" charset="0"/>
              </a:defRPr>
            </a:lvl4pPr>
            <a:lvl5pPr eaLnBrk="0" fontAlgn="base" hangingPunct="0">
              <a:spcBef>
                <a:spcPct val="30000"/>
              </a:spcBef>
              <a:spcAft>
                <a:spcPct val="0"/>
              </a:spcAft>
              <a:defRPr sz="1200">
                <a:solidFill>
                  <a:schemeClr val="tx1"/>
                </a:solidFill>
                <a:latin typeface="Arial" panose="020B0604020202020204" pitchFamily="34" charset="0"/>
              </a:defRPr>
            </a:lvl5pPr>
            <a:lvl6pPr eaLnBrk="0" fontAlgn="base" hangingPunct="0">
              <a:spcBef>
                <a:spcPct val="30000"/>
              </a:spcBef>
              <a:spcAft>
                <a:spcPct val="0"/>
              </a:spcAft>
              <a:defRPr sz="1200">
                <a:solidFill>
                  <a:schemeClr val="tx1"/>
                </a:solidFill>
                <a:latin typeface="Arial" panose="020B0604020202020204" pitchFamily="34" charset="0"/>
              </a:defRPr>
            </a:lvl6pPr>
            <a:lvl7pPr eaLnBrk="0" fontAlgn="base" hangingPunct="0">
              <a:spcBef>
                <a:spcPct val="30000"/>
              </a:spcBef>
              <a:spcAft>
                <a:spcPct val="0"/>
              </a:spcAft>
              <a:defRPr sz="1200">
                <a:solidFill>
                  <a:schemeClr val="tx1"/>
                </a:solidFill>
                <a:latin typeface="Arial" panose="020B0604020202020204" pitchFamily="34" charset="0"/>
              </a:defRPr>
            </a:lvl7pPr>
            <a:lvl8pPr eaLnBrk="0" fontAlgn="base" hangingPunct="0">
              <a:spcBef>
                <a:spcPct val="30000"/>
              </a:spcBef>
              <a:spcAft>
                <a:spcPct val="0"/>
              </a:spcAft>
              <a:defRPr sz="1200">
                <a:solidFill>
                  <a:schemeClr val="tx1"/>
                </a:solidFill>
                <a:latin typeface="Arial" panose="020B0604020202020204" pitchFamily="34" charset="0"/>
              </a:defRPr>
            </a:lvl8pPr>
            <a:lvl9pPr eaLnBrk="0" fontAlgn="base" hangingPunct="0">
              <a:spcBef>
                <a:spcPct val="30000"/>
              </a:spcBef>
              <a:spcAft>
                <a:spcPct val="0"/>
              </a:spcAft>
              <a:defRPr sz="12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400" b="0" i="0" u="none" strike="noStrike" cap="none" normalizeH="0" baseline="0" dirty="0" err="1">
                <a:ln>
                  <a:noFill/>
                </a:ln>
                <a:solidFill>
                  <a:schemeClr val="tx1"/>
                </a:solidFill>
                <a:effectLst/>
                <a:latin typeface="Arial" panose="020B0604020202020204" pitchFamily="34" charset="0"/>
              </a:rPr>
              <a:t>plt</a:t>
            </a:r>
            <a:r>
              <a:rPr kumimoji="0" lang="en-US" altLang="en-US" sz="1400" b="0" i="0" u="none" strike="noStrike" cap="none" normalizeH="0" baseline="0" dirty="0" err="1">
                <a:ln>
                  <a:noFill/>
                </a:ln>
                <a:solidFill>
                  <a:srgbClr val="055BE0"/>
                </a:solidFill>
                <a:effectLst/>
                <a:latin typeface="Arial" panose="020B0604020202020204" pitchFamily="34" charset="0"/>
              </a:rPr>
              <a:t>.</a:t>
            </a:r>
            <a:r>
              <a:rPr kumimoji="0" lang="en-US" altLang="en-US" sz="1400" b="0" i="0" u="none" strike="noStrike" cap="none" normalizeH="0" baseline="0" dirty="0" err="1">
                <a:ln>
                  <a:noFill/>
                </a:ln>
                <a:solidFill>
                  <a:schemeClr val="tx1"/>
                </a:solidFill>
                <a:effectLst/>
                <a:latin typeface="Arial" panose="020B0604020202020204" pitchFamily="34" charset="0"/>
              </a:rPr>
              <a:t>xlabel</a:t>
            </a:r>
            <a:r>
              <a:rPr kumimoji="0" lang="en-US" altLang="en-US" sz="1400" b="0" i="0" u="none" strike="noStrike" cap="none" normalizeH="0" baseline="0" dirty="0">
                <a:ln>
                  <a:noFill/>
                </a:ln>
                <a:solidFill>
                  <a:schemeClr val="tx1"/>
                </a:solidFill>
                <a:effectLst/>
                <a:latin typeface="Roboto Mono" panose="00000009000000000000" pitchFamily="49" charset="0"/>
              </a:rPr>
              <a:t>(</a:t>
            </a:r>
            <a:r>
              <a:rPr kumimoji="0" lang="en-US" altLang="en-US" sz="1400" b="0" i="0" u="none" strike="noStrike" cap="none" normalizeH="0" baseline="0" dirty="0">
                <a:ln>
                  <a:noFill/>
                </a:ln>
                <a:solidFill>
                  <a:srgbClr val="BB2323"/>
                </a:solidFill>
                <a:effectLst/>
                <a:latin typeface="Roboto Mono" panose="00000009000000000000" pitchFamily="49" charset="0"/>
              </a:rPr>
              <a:t>'Epoch Number'</a:t>
            </a:r>
            <a:r>
              <a:rPr kumimoji="0" lang="en-US" altLang="en-US" sz="1400" b="0" i="0" u="none" strike="noStrike" cap="none" normalizeH="0" baseline="0" dirty="0">
                <a:ln>
                  <a:noFill/>
                </a:ln>
                <a:solidFill>
                  <a:schemeClr val="tx1"/>
                </a:solidFill>
                <a:effectLst/>
                <a:latin typeface="Roboto Mono" panose="00000009000000000000" pitchFamily="49" charset="0"/>
              </a:rPr>
              <a:t>) </a:t>
            </a:r>
            <a:r>
              <a:rPr kumimoji="0" lang="en-US" altLang="en-US" sz="1400" b="0" i="0" u="none" strike="noStrike" cap="none" normalizeH="0" baseline="0" dirty="0" err="1">
                <a:ln>
                  <a:noFill/>
                </a:ln>
                <a:solidFill>
                  <a:schemeClr val="tx1"/>
                </a:solidFill>
                <a:effectLst/>
                <a:latin typeface="Arial" panose="020B0604020202020204" pitchFamily="34" charset="0"/>
              </a:rPr>
              <a:t>plt</a:t>
            </a:r>
            <a:r>
              <a:rPr kumimoji="0" lang="en-US" altLang="en-US" sz="1400" b="0" i="0" u="none" strike="noStrike" cap="none" normalizeH="0" baseline="0" dirty="0" err="1">
                <a:ln>
                  <a:noFill/>
                </a:ln>
                <a:solidFill>
                  <a:srgbClr val="055BE0"/>
                </a:solidFill>
                <a:effectLst/>
                <a:latin typeface="Arial" panose="020B0604020202020204" pitchFamily="34" charset="0"/>
              </a:rPr>
              <a:t>.</a:t>
            </a:r>
            <a:r>
              <a:rPr kumimoji="0" lang="en-US" altLang="en-US" sz="1400" b="0" i="0" u="none" strike="noStrike" cap="none" normalizeH="0" baseline="0" dirty="0" err="1">
                <a:ln>
                  <a:noFill/>
                </a:ln>
                <a:solidFill>
                  <a:schemeClr val="tx1"/>
                </a:solidFill>
                <a:effectLst/>
                <a:latin typeface="Arial" panose="020B0604020202020204" pitchFamily="34" charset="0"/>
              </a:rPr>
              <a:t>ylabel</a:t>
            </a:r>
            <a:r>
              <a:rPr kumimoji="0" lang="en-US" altLang="en-US" sz="1400" b="0" i="0" u="none" strike="noStrike" cap="none" normalizeH="0" baseline="0" dirty="0">
                <a:ln>
                  <a:noFill/>
                </a:ln>
                <a:solidFill>
                  <a:schemeClr val="tx1"/>
                </a:solidFill>
                <a:effectLst/>
                <a:latin typeface="Roboto Mono" panose="00000009000000000000" pitchFamily="49" charset="0"/>
              </a:rPr>
              <a:t>(</a:t>
            </a:r>
            <a:r>
              <a:rPr kumimoji="0" lang="en-US" altLang="en-US" sz="1400" b="0" i="0" u="none" strike="noStrike" cap="none" normalizeH="0" baseline="0" dirty="0">
                <a:ln>
                  <a:noFill/>
                </a:ln>
                <a:solidFill>
                  <a:srgbClr val="BB2323"/>
                </a:solidFill>
                <a:effectLst/>
                <a:latin typeface="Roboto Mono" panose="00000009000000000000" pitchFamily="49" charset="0"/>
              </a:rPr>
              <a:t>'Accuracy’</a:t>
            </a:r>
            <a:r>
              <a:rPr kumimoji="0" lang="en-US" altLang="en-US" sz="1400" b="0" i="0" u="none" strike="noStrike" cap="none" normalizeH="0" baseline="0" dirty="0">
                <a:ln>
                  <a:noFill/>
                </a:ln>
                <a:solidFill>
                  <a:schemeClr val="tx1"/>
                </a:solidFill>
                <a:effectLst/>
                <a:latin typeface="Roboto Mono" panose="00000009000000000000" pitchFamily="49" charset="0"/>
              </a:rPr>
              <a:t>) </a:t>
            </a: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400" b="0" i="0" u="none" strike="noStrike" cap="none" normalizeH="0" baseline="0" dirty="0" err="1">
                <a:ln>
                  <a:noFill/>
                </a:ln>
                <a:solidFill>
                  <a:schemeClr val="tx1"/>
                </a:solidFill>
                <a:effectLst/>
                <a:latin typeface="Arial" panose="020B0604020202020204" pitchFamily="34" charset="0"/>
              </a:rPr>
              <a:t>plt</a:t>
            </a:r>
            <a:r>
              <a:rPr kumimoji="0" lang="en-US" altLang="en-US" sz="1400" b="0" i="0" u="none" strike="noStrike" cap="none" normalizeH="0" baseline="0" dirty="0" err="1">
                <a:ln>
                  <a:noFill/>
                </a:ln>
                <a:solidFill>
                  <a:srgbClr val="055BE0"/>
                </a:solidFill>
                <a:effectLst/>
                <a:latin typeface="Arial" panose="020B0604020202020204" pitchFamily="34" charset="0"/>
              </a:rPr>
              <a:t>.</a:t>
            </a:r>
            <a:r>
              <a:rPr kumimoji="0" lang="en-US" altLang="en-US" sz="1400" b="0" i="0" u="none" strike="noStrike" cap="none" normalizeH="0" baseline="0" dirty="0" err="1">
                <a:ln>
                  <a:noFill/>
                </a:ln>
                <a:solidFill>
                  <a:schemeClr val="tx1"/>
                </a:solidFill>
                <a:effectLst/>
                <a:latin typeface="Arial" panose="020B0604020202020204" pitchFamily="34" charset="0"/>
              </a:rPr>
              <a:t>plot</a:t>
            </a:r>
            <a:r>
              <a:rPr kumimoji="0" lang="en-US" altLang="en-US" sz="1400" b="0" i="0" u="none" strike="noStrike" cap="none" normalizeH="0" baseline="0" dirty="0">
                <a:ln>
                  <a:noFill/>
                </a:ln>
                <a:solidFill>
                  <a:schemeClr val="tx1"/>
                </a:solidFill>
                <a:effectLst/>
                <a:latin typeface="Roboto Mono" panose="00000009000000000000" pitchFamily="49" charset="0"/>
              </a:rPr>
              <a:t>(</a:t>
            </a:r>
            <a:r>
              <a:rPr kumimoji="0" lang="en-US" altLang="en-US" sz="1400" b="0" i="0" u="none" strike="noStrike" cap="none" normalizeH="0" baseline="0" dirty="0" err="1">
                <a:ln>
                  <a:noFill/>
                </a:ln>
                <a:solidFill>
                  <a:schemeClr val="tx1"/>
                </a:solidFill>
                <a:effectLst/>
                <a:latin typeface="Arial" panose="020B0604020202020204" pitchFamily="34" charset="0"/>
              </a:rPr>
              <a:t>training_history</a:t>
            </a:r>
            <a:r>
              <a:rPr kumimoji="0" lang="en-US" altLang="en-US" sz="1400" b="0" i="0" u="none" strike="noStrike" cap="none" normalizeH="0" baseline="0" dirty="0" err="1">
                <a:ln>
                  <a:noFill/>
                </a:ln>
                <a:solidFill>
                  <a:srgbClr val="055BE0"/>
                </a:solidFill>
                <a:effectLst/>
                <a:latin typeface="Arial" panose="020B0604020202020204" pitchFamily="34" charset="0"/>
              </a:rPr>
              <a:t>.</a:t>
            </a:r>
            <a:r>
              <a:rPr kumimoji="0" lang="en-US" altLang="en-US" sz="1400" b="0" i="0" u="none" strike="noStrike" cap="none" normalizeH="0" baseline="0" dirty="0" err="1">
                <a:ln>
                  <a:noFill/>
                </a:ln>
                <a:solidFill>
                  <a:schemeClr val="tx1"/>
                </a:solidFill>
                <a:effectLst/>
                <a:latin typeface="Arial" panose="020B0604020202020204" pitchFamily="34" charset="0"/>
              </a:rPr>
              <a:t>history</a:t>
            </a:r>
            <a:r>
              <a:rPr kumimoji="0" lang="en-US" altLang="en-US" sz="1400" b="0" i="0" u="none" strike="noStrike" cap="none" normalizeH="0" baseline="0" dirty="0">
                <a:ln>
                  <a:noFill/>
                </a:ln>
                <a:solidFill>
                  <a:schemeClr val="tx1"/>
                </a:solidFill>
                <a:effectLst/>
                <a:latin typeface="Roboto Mono" panose="00000009000000000000" pitchFamily="49" charset="0"/>
              </a:rPr>
              <a:t>[</a:t>
            </a:r>
            <a:r>
              <a:rPr kumimoji="0" lang="en-US" altLang="en-US" sz="1400" b="0" i="0" u="none" strike="noStrike" cap="none" normalizeH="0" baseline="0" dirty="0">
                <a:ln>
                  <a:noFill/>
                </a:ln>
                <a:solidFill>
                  <a:srgbClr val="BB2323"/>
                </a:solidFill>
                <a:effectLst/>
                <a:latin typeface="Roboto Mono" panose="00000009000000000000" pitchFamily="49" charset="0"/>
              </a:rPr>
              <a:t>'accuracy'</a:t>
            </a:r>
            <a:r>
              <a:rPr kumimoji="0" lang="en-US" altLang="en-US" sz="1400" b="0" i="0" u="none" strike="noStrike" cap="none" normalizeH="0" baseline="0" dirty="0">
                <a:ln>
                  <a:noFill/>
                </a:ln>
                <a:solidFill>
                  <a:schemeClr val="tx1"/>
                </a:solidFill>
                <a:effectLst/>
                <a:latin typeface="Roboto Mono" panose="00000009000000000000" pitchFamily="49" charset="0"/>
              </a:rPr>
              <a:t>], </a:t>
            </a:r>
            <a:r>
              <a:rPr kumimoji="0" lang="en-US" altLang="en-US" sz="1400" b="0" i="0" u="none" strike="noStrike" cap="none" normalizeH="0" baseline="0" dirty="0">
                <a:ln>
                  <a:noFill/>
                </a:ln>
                <a:solidFill>
                  <a:schemeClr val="tx1"/>
                </a:solidFill>
                <a:effectLst/>
                <a:latin typeface="Arial" panose="020B0604020202020204" pitchFamily="34" charset="0"/>
              </a:rPr>
              <a:t>label</a:t>
            </a:r>
            <a:r>
              <a:rPr kumimoji="0" lang="en-US" altLang="en-US" sz="1400" b="0" i="0" u="none" strike="noStrike" cap="none" normalizeH="0" baseline="0" dirty="0">
                <a:ln>
                  <a:noFill/>
                </a:ln>
                <a:solidFill>
                  <a:srgbClr val="055BE0"/>
                </a:solidFill>
                <a:effectLst/>
                <a:latin typeface="Arial" panose="020B0604020202020204" pitchFamily="34" charset="0"/>
              </a:rPr>
              <a:t>=</a:t>
            </a:r>
            <a:r>
              <a:rPr kumimoji="0" lang="en-US" altLang="en-US" sz="1400" b="0" i="0" u="none" strike="noStrike" cap="none" normalizeH="0" baseline="0" dirty="0">
                <a:ln>
                  <a:noFill/>
                </a:ln>
                <a:solidFill>
                  <a:srgbClr val="BB2323"/>
                </a:solidFill>
                <a:effectLst/>
                <a:latin typeface="Roboto Mono" panose="00000009000000000000" pitchFamily="49" charset="0"/>
              </a:rPr>
              <a:t>'training set’</a:t>
            </a:r>
            <a:r>
              <a:rPr kumimoji="0" lang="en-US" altLang="en-US" sz="1400" b="0" i="0" u="none" strike="noStrike" cap="none" normalizeH="0" baseline="0" dirty="0">
                <a:ln>
                  <a:noFill/>
                </a:ln>
                <a:solidFill>
                  <a:schemeClr val="tx1"/>
                </a:solidFill>
                <a:effectLst/>
                <a:latin typeface="Roboto Mono" panose="00000009000000000000" pitchFamily="49" charset="0"/>
              </a:rPr>
              <a:t>) </a:t>
            </a: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400" b="0" i="0" u="none" strike="noStrike" cap="none" normalizeH="0" baseline="0" dirty="0" err="1">
                <a:ln>
                  <a:noFill/>
                </a:ln>
                <a:solidFill>
                  <a:schemeClr val="tx1"/>
                </a:solidFill>
                <a:effectLst/>
                <a:latin typeface="Arial" panose="020B0604020202020204" pitchFamily="34" charset="0"/>
              </a:rPr>
              <a:t>plt</a:t>
            </a:r>
            <a:r>
              <a:rPr kumimoji="0" lang="en-US" altLang="en-US" sz="1400" b="0" i="0" u="none" strike="noStrike" cap="none" normalizeH="0" baseline="0" dirty="0" err="1">
                <a:ln>
                  <a:noFill/>
                </a:ln>
                <a:solidFill>
                  <a:srgbClr val="055BE0"/>
                </a:solidFill>
                <a:effectLst/>
                <a:latin typeface="Arial" panose="020B0604020202020204" pitchFamily="34" charset="0"/>
              </a:rPr>
              <a:t>.</a:t>
            </a:r>
            <a:r>
              <a:rPr kumimoji="0" lang="en-US" altLang="en-US" sz="1400" b="0" i="0" u="none" strike="noStrike" cap="none" normalizeH="0" baseline="0" dirty="0" err="1">
                <a:ln>
                  <a:noFill/>
                </a:ln>
                <a:solidFill>
                  <a:schemeClr val="tx1"/>
                </a:solidFill>
                <a:effectLst/>
                <a:latin typeface="Arial" panose="020B0604020202020204" pitchFamily="34" charset="0"/>
              </a:rPr>
              <a:t>plot</a:t>
            </a:r>
            <a:r>
              <a:rPr kumimoji="0" lang="en-US" altLang="en-US" sz="1400" b="0" i="0" u="none" strike="noStrike" cap="none" normalizeH="0" baseline="0" dirty="0">
                <a:ln>
                  <a:noFill/>
                </a:ln>
                <a:solidFill>
                  <a:schemeClr val="tx1"/>
                </a:solidFill>
                <a:effectLst/>
                <a:latin typeface="Roboto Mono" panose="00000009000000000000" pitchFamily="49" charset="0"/>
              </a:rPr>
              <a:t>(</a:t>
            </a:r>
            <a:r>
              <a:rPr kumimoji="0" lang="en-US" altLang="en-US" sz="1400" b="0" i="0" u="none" strike="noStrike" cap="none" normalizeH="0" baseline="0" dirty="0" err="1">
                <a:ln>
                  <a:noFill/>
                </a:ln>
                <a:solidFill>
                  <a:schemeClr val="tx1"/>
                </a:solidFill>
                <a:effectLst/>
                <a:latin typeface="Arial" panose="020B0604020202020204" pitchFamily="34" charset="0"/>
              </a:rPr>
              <a:t>training_history</a:t>
            </a:r>
            <a:r>
              <a:rPr kumimoji="0" lang="en-US" altLang="en-US" sz="1400" b="0" i="0" u="none" strike="noStrike" cap="none" normalizeH="0" baseline="0" dirty="0" err="1">
                <a:ln>
                  <a:noFill/>
                </a:ln>
                <a:solidFill>
                  <a:srgbClr val="055BE0"/>
                </a:solidFill>
                <a:effectLst/>
                <a:latin typeface="Arial" panose="020B0604020202020204" pitchFamily="34" charset="0"/>
              </a:rPr>
              <a:t>.</a:t>
            </a:r>
            <a:r>
              <a:rPr kumimoji="0" lang="en-US" altLang="en-US" sz="1400" b="0" i="0" u="none" strike="noStrike" cap="none" normalizeH="0" baseline="0" dirty="0" err="1">
                <a:ln>
                  <a:noFill/>
                </a:ln>
                <a:solidFill>
                  <a:schemeClr val="tx1"/>
                </a:solidFill>
                <a:effectLst/>
                <a:latin typeface="Arial" panose="020B0604020202020204" pitchFamily="34" charset="0"/>
              </a:rPr>
              <a:t>history</a:t>
            </a:r>
            <a:r>
              <a:rPr kumimoji="0" lang="en-US" altLang="en-US" sz="1400" b="0" i="0" u="none" strike="noStrike" cap="none" normalizeH="0" baseline="0" dirty="0">
                <a:ln>
                  <a:noFill/>
                </a:ln>
                <a:solidFill>
                  <a:schemeClr val="tx1"/>
                </a:solidFill>
                <a:effectLst/>
                <a:latin typeface="Roboto Mono" panose="00000009000000000000" pitchFamily="49" charset="0"/>
              </a:rPr>
              <a:t>[</a:t>
            </a:r>
            <a:r>
              <a:rPr kumimoji="0" lang="en-US" altLang="en-US" sz="1400" b="0" i="0" u="none" strike="noStrike" cap="none" normalizeH="0" baseline="0" dirty="0">
                <a:ln>
                  <a:noFill/>
                </a:ln>
                <a:solidFill>
                  <a:srgbClr val="BB2323"/>
                </a:solidFill>
                <a:effectLst/>
                <a:latin typeface="Roboto Mono" panose="00000009000000000000" pitchFamily="49" charset="0"/>
              </a:rPr>
              <a:t>'</a:t>
            </a:r>
            <a:r>
              <a:rPr kumimoji="0" lang="en-US" altLang="en-US" sz="1400" b="0" i="0" u="none" strike="noStrike" cap="none" normalizeH="0" baseline="0" dirty="0" err="1">
                <a:ln>
                  <a:noFill/>
                </a:ln>
                <a:solidFill>
                  <a:srgbClr val="BB2323"/>
                </a:solidFill>
                <a:effectLst/>
                <a:latin typeface="Roboto Mono" panose="00000009000000000000" pitchFamily="49" charset="0"/>
              </a:rPr>
              <a:t>val_accuracy</a:t>
            </a:r>
            <a:r>
              <a:rPr kumimoji="0" lang="en-US" altLang="en-US" sz="1400" b="0" i="0" u="none" strike="noStrike" cap="none" normalizeH="0" baseline="0" dirty="0">
                <a:ln>
                  <a:noFill/>
                </a:ln>
                <a:solidFill>
                  <a:srgbClr val="BB2323"/>
                </a:solidFill>
                <a:effectLst/>
                <a:latin typeface="Roboto Mono" panose="00000009000000000000" pitchFamily="49" charset="0"/>
              </a:rPr>
              <a:t>'</a:t>
            </a:r>
            <a:r>
              <a:rPr kumimoji="0" lang="en-US" altLang="en-US" sz="1400" b="0" i="0" u="none" strike="noStrike" cap="none" normalizeH="0" baseline="0" dirty="0">
                <a:ln>
                  <a:noFill/>
                </a:ln>
                <a:solidFill>
                  <a:schemeClr val="tx1"/>
                </a:solidFill>
                <a:effectLst/>
                <a:latin typeface="Roboto Mono" panose="00000009000000000000" pitchFamily="49" charset="0"/>
              </a:rPr>
              <a:t>], </a:t>
            </a:r>
            <a:r>
              <a:rPr kumimoji="0" lang="en-US" altLang="en-US" sz="1400" b="0" i="0" u="none" strike="noStrike" cap="none" normalizeH="0" baseline="0" dirty="0">
                <a:ln>
                  <a:noFill/>
                </a:ln>
                <a:solidFill>
                  <a:schemeClr val="tx1"/>
                </a:solidFill>
                <a:effectLst/>
                <a:latin typeface="Arial" panose="020B0604020202020204" pitchFamily="34" charset="0"/>
              </a:rPr>
              <a:t>label</a:t>
            </a:r>
            <a:r>
              <a:rPr kumimoji="0" lang="en-US" altLang="en-US" sz="1400" b="0" i="0" u="none" strike="noStrike" cap="none" normalizeH="0" baseline="0" dirty="0">
                <a:ln>
                  <a:noFill/>
                </a:ln>
                <a:solidFill>
                  <a:srgbClr val="055BE0"/>
                </a:solidFill>
                <a:effectLst/>
                <a:latin typeface="Arial" panose="020B0604020202020204" pitchFamily="34" charset="0"/>
              </a:rPr>
              <a:t>=</a:t>
            </a:r>
            <a:r>
              <a:rPr kumimoji="0" lang="en-US" altLang="en-US" sz="1400" b="0" i="0" u="none" strike="noStrike" cap="none" normalizeH="0" baseline="0" dirty="0">
                <a:ln>
                  <a:noFill/>
                </a:ln>
                <a:solidFill>
                  <a:srgbClr val="BB2323"/>
                </a:solidFill>
                <a:effectLst/>
                <a:latin typeface="Roboto Mono" panose="00000009000000000000" pitchFamily="49" charset="0"/>
              </a:rPr>
              <a:t>'validation set’</a:t>
            </a:r>
            <a:r>
              <a:rPr kumimoji="0" lang="en-US" altLang="en-US" sz="1400" b="0" i="0" u="none" strike="noStrike" cap="none" normalizeH="0" baseline="0" dirty="0">
                <a:ln>
                  <a:noFill/>
                </a:ln>
                <a:solidFill>
                  <a:schemeClr val="tx1"/>
                </a:solidFill>
                <a:effectLst/>
                <a:latin typeface="Roboto Mono" panose="00000009000000000000" pitchFamily="49" charset="0"/>
              </a:rPr>
              <a:t>) </a:t>
            </a: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400" b="0" i="0" u="none" strike="noStrike" cap="none" normalizeH="0" baseline="0" dirty="0" err="1">
                <a:ln>
                  <a:noFill/>
                </a:ln>
                <a:solidFill>
                  <a:schemeClr val="tx1"/>
                </a:solidFill>
                <a:effectLst/>
                <a:latin typeface="Arial" panose="020B0604020202020204" pitchFamily="34" charset="0"/>
              </a:rPr>
              <a:t>plt</a:t>
            </a:r>
            <a:r>
              <a:rPr kumimoji="0" lang="en-US" altLang="en-US" sz="1400" b="0" i="0" u="none" strike="noStrike" cap="none" normalizeH="0" baseline="0" dirty="0" err="1">
                <a:ln>
                  <a:noFill/>
                </a:ln>
                <a:solidFill>
                  <a:srgbClr val="055BE0"/>
                </a:solidFill>
                <a:effectLst/>
                <a:latin typeface="Arial" panose="020B0604020202020204" pitchFamily="34" charset="0"/>
              </a:rPr>
              <a:t>.</a:t>
            </a:r>
            <a:r>
              <a:rPr kumimoji="0" lang="en-US" altLang="en-US" sz="1400" b="0" i="0" u="none" strike="noStrike" cap="none" normalizeH="0" baseline="0" dirty="0" err="1">
                <a:ln>
                  <a:noFill/>
                </a:ln>
                <a:solidFill>
                  <a:schemeClr val="tx1"/>
                </a:solidFill>
                <a:effectLst/>
                <a:latin typeface="Arial" panose="020B0604020202020204" pitchFamily="34" charset="0"/>
              </a:rPr>
              <a:t>legend</a:t>
            </a:r>
            <a:r>
              <a:rPr kumimoji="0" lang="en-US" altLang="en-US" sz="1400" b="0" i="0" u="none" strike="noStrike" cap="none" normalizeH="0" baseline="0" dirty="0">
                <a:ln>
                  <a:noFill/>
                </a:ln>
                <a:solidFill>
                  <a:schemeClr val="tx1"/>
                </a:solidFill>
                <a:effectLst/>
                <a:latin typeface="Roboto Mono" panose="00000009000000000000" pitchFamily="49" charset="0"/>
              </a:rPr>
              <a:t>()</a:t>
            </a:r>
            <a:r>
              <a:rPr kumimoji="0" lang="en-US" altLang="en-US" sz="1400" b="0" i="0" u="none" strike="noStrike" cap="none" normalizeH="0" baseline="0" dirty="0">
                <a:ln>
                  <a:noFill/>
                </a:ln>
                <a:solidFill>
                  <a:schemeClr val="tx1"/>
                </a:solidFill>
                <a:effectLst/>
              </a:rPr>
              <a:t> </a:t>
            </a: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pic>
        <p:nvPicPr>
          <p:cNvPr id="28675" name="Picture 3">
            <a:extLst>
              <a:ext uri="{FF2B5EF4-FFF2-40B4-BE49-F238E27FC236}">
                <a16:creationId xmlns:a16="http://schemas.microsoft.com/office/drawing/2014/main" id="{84E3999E-68D7-70B2-43B1-3DAFFB94B7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39486" y="3429000"/>
            <a:ext cx="4468311" cy="29864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192867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3EDF848-5802-7D93-7CC4-F95589E92E1E}"/>
              </a:ext>
            </a:extLst>
          </p:cNvPr>
          <p:cNvSpPr txBox="1"/>
          <p:nvPr/>
        </p:nvSpPr>
        <p:spPr>
          <a:xfrm>
            <a:off x="535330" y="619775"/>
            <a:ext cx="6094070" cy="400110"/>
          </a:xfrm>
          <a:prstGeom prst="rect">
            <a:avLst/>
          </a:prstGeom>
          <a:noFill/>
        </p:spPr>
        <p:txBody>
          <a:bodyPr wrap="square">
            <a:spAutoFit/>
          </a:bodyPr>
          <a:lstStyle/>
          <a:p>
            <a:pPr algn="l"/>
            <a:r>
              <a:rPr lang="en-US" sz="2000" b="1" i="0" dirty="0">
                <a:solidFill>
                  <a:srgbClr val="000000"/>
                </a:solidFill>
                <a:effectLst/>
                <a:latin typeface="Inter"/>
              </a:rPr>
              <a:t>Evaluation of the model accuracy</a:t>
            </a:r>
          </a:p>
        </p:txBody>
      </p:sp>
      <p:sp>
        <p:nvSpPr>
          <p:cNvPr id="5" name="TextBox 4">
            <a:extLst>
              <a:ext uri="{FF2B5EF4-FFF2-40B4-BE49-F238E27FC236}">
                <a16:creationId xmlns:a16="http://schemas.microsoft.com/office/drawing/2014/main" id="{2297C883-7BA2-2CDB-9C59-FE3B189A6E52}"/>
              </a:ext>
            </a:extLst>
          </p:cNvPr>
          <p:cNvSpPr txBox="1"/>
          <p:nvPr/>
        </p:nvSpPr>
        <p:spPr>
          <a:xfrm>
            <a:off x="535330" y="1155903"/>
            <a:ext cx="10923607" cy="1200329"/>
          </a:xfrm>
          <a:prstGeom prst="rect">
            <a:avLst/>
          </a:prstGeom>
          <a:noFill/>
        </p:spPr>
        <p:txBody>
          <a:bodyPr wrap="square">
            <a:spAutoFit/>
          </a:bodyPr>
          <a:lstStyle/>
          <a:p>
            <a:r>
              <a:rPr lang="en-US" b="0" i="0" dirty="0">
                <a:effectLst/>
              </a:rPr>
              <a:t>We need to compare the accuracy of our model on training set and on </a:t>
            </a:r>
            <a:r>
              <a:rPr lang="en-US" b="0" i="0" dirty="0" err="1">
                <a:effectLst/>
              </a:rPr>
              <a:t>valiation</a:t>
            </a:r>
            <a:r>
              <a:rPr lang="en-US" b="0" i="0" dirty="0">
                <a:effectLst/>
              </a:rPr>
              <a:t> set. We expect our model to perform similarly on both sets. If the performance on a validation set will be poor comparing to a training set it would be an indicator for us that the model is overfitted and we have a "high variance" issue.</a:t>
            </a:r>
            <a:endParaRPr lang="en-US" dirty="0"/>
          </a:p>
        </p:txBody>
      </p:sp>
      <p:sp>
        <p:nvSpPr>
          <p:cNvPr id="7" name="TextBox 6">
            <a:extLst>
              <a:ext uri="{FF2B5EF4-FFF2-40B4-BE49-F238E27FC236}">
                <a16:creationId xmlns:a16="http://schemas.microsoft.com/office/drawing/2014/main" id="{BBD99234-38DF-946A-D03C-0C82313FB411}"/>
              </a:ext>
            </a:extLst>
          </p:cNvPr>
          <p:cNvSpPr txBox="1"/>
          <p:nvPr/>
        </p:nvSpPr>
        <p:spPr>
          <a:xfrm>
            <a:off x="565405" y="2865554"/>
            <a:ext cx="3592801" cy="369332"/>
          </a:xfrm>
          <a:prstGeom prst="rect">
            <a:avLst/>
          </a:prstGeom>
          <a:noFill/>
        </p:spPr>
        <p:txBody>
          <a:bodyPr wrap="square">
            <a:spAutoFit/>
          </a:bodyPr>
          <a:lstStyle/>
          <a:p>
            <a:pPr algn="l"/>
            <a:r>
              <a:rPr lang="en-US" b="1" i="0" dirty="0">
                <a:solidFill>
                  <a:srgbClr val="000000"/>
                </a:solidFill>
                <a:effectLst/>
                <a:latin typeface="Inter"/>
              </a:rPr>
              <a:t>Performance of training dataset</a:t>
            </a:r>
          </a:p>
        </p:txBody>
      </p:sp>
      <p:sp>
        <p:nvSpPr>
          <p:cNvPr id="8" name="Rectangle 1">
            <a:extLst>
              <a:ext uri="{FF2B5EF4-FFF2-40B4-BE49-F238E27FC236}">
                <a16:creationId xmlns:a16="http://schemas.microsoft.com/office/drawing/2014/main" id="{2407EE4C-C39F-C250-1379-231315701BD3}"/>
              </a:ext>
            </a:extLst>
          </p:cNvPr>
          <p:cNvSpPr>
            <a:spLocks noChangeArrowheads="1"/>
          </p:cNvSpPr>
          <p:nvPr/>
        </p:nvSpPr>
        <p:spPr bwMode="auto">
          <a:xfrm>
            <a:off x="535330" y="3429000"/>
            <a:ext cx="7902614" cy="495520"/>
          </a:xfrm>
          <a:prstGeom prst="rect">
            <a:avLst/>
          </a:prstGeom>
          <a:solidFill>
            <a:srgbClr val="F7F7F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400" b="0" i="0" u="none" strike="noStrike" cap="none" normalizeH="0" baseline="0" dirty="0">
                <a:ln>
                  <a:noFill/>
                </a:ln>
                <a:solidFill>
                  <a:srgbClr val="055BE0"/>
                </a:solidFill>
                <a:effectLst/>
                <a:latin typeface="Arial" panose="020B0604020202020204" pitchFamily="34" charset="0"/>
              </a:rPr>
              <a:t>%%capture</a:t>
            </a:r>
            <a:r>
              <a:rPr kumimoji="0" lang="en-US" altLang="en-US" sz="1400" b="0" i="0" u="none" strike="noStrike" cap="none" normalizeH="0" baseline="0" dirty="0">
                <a:ln>
                  <a:noFill/>
                </a:ln>
                <a:solidFill>
                  <a:schemeClr val="tx1"/>
                </a:solidFill>
                <a:effectLst/>
                <a:latin typeface="Roboto Mono" panose="00000009000000000000" pitchFamily="49" charset="0"/>
              </a:rPr>
              <a:t> </a:t>
            </a: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400" b="0" i="0" u="none" strike="noStrike" cap="none" normalizeH="0" baseline="0" dirty="0" err="1">
                <a:ln>
                  <a:noFill/>
                </a:ln>
                <a:solidFill>
                  <a:schemeClr val="tx1"/>
                </a:solidFill>
                <a:effectLst/>
                <a:latin typeface="Arial" panose="020B0604020202020204" pitchFamily="34" charset="0"/>
              </a:rPr>
              <a:t>train_loss</a:t>
            </a:r>
            <a:r>
              <a:rPr kumimoji="0" lang="en-US" altLang="en-US" sz="1400" b="0" i="0" u="none" strike="noStrike" cap="none" normalizeH="0" baseline="0" dirty="0">
                <a:ln>
                  <a:noFill/>
                </a:ln>
                <a:solidFill>
                  <a:schemeClr val="tx1"/>
                </a:solidFill>
                <a:effectLst/>
                <a:latin typeface="Roboto Mono" panose="00000009000000000000" pitchFamily="49" charset="0"/>
              </a:rPr>
              <a:t>, </a:t>
            </a:r>
            <a:r>
              <a:rPr kumimoji="0" lang="en-US" altLang="en-US" sz="1400" b="0" i="0" u="none" strike="noStrike" cap="none" normalizeH="0" baseline="0" dirty="0" err="1">
                <a:ln>
                  <a:noFill/>
                </a:ln>
                <a:solidFill>
                  <a:schemeClr val="tx1"/>
                </a:solidFill>
                <a:effectLst/>
                <a:latin typeface="Arial" panose="020B0604020202020204" pitchFamily="34" charset="0"/>
              </a:rPr>
              <a:t>train_accuracy</a:t>
            </a:r>
            <a:r>
              <a:rPr kumimoji="0" lang="en-US" altLang="en-US" sz="1400" b="0" i="0" u="none" strike="noStrike" cap="none" normalizeH="0" baseline="0" dirty="0">
                <a:ln>
                  <a:noFill/>
                </a:ln>
                <a:solidFill>
                  <a:schemeClr val="tx1"/>
                </a:solidFill>
                <a:effectLst/>
                <a:latin typeface="Roboto Mono" panose="00000009000000000000" pitchFamily="49" charset="0"/>
              </a:rPr>
              <a:t> </a:t>
            </a:r>
            <a:r>
              <a:rPr kumimoji="0" lang="en-US" altLang="en-US" sz="1400" b="0" i="0" u="none" strike="noStrike" cap="none" normalizeH="0" baseline="0" dirty="0">
                <a:ln>
                  <a:noFill/>
                </a:ln>
                <a:solidFill>
                  <a:srgbClr val="055BE0"/>
                </a:solidFill>
                <a:effectLst/>
                <a:latin typeface="Arial" panose="020B0604020202020204" pitchFamily="34" charset="0"/>
              </a:rPr>
              <a:t>=</a:t>
            </a:r>
            <a:r>
              <a:rPr kumimoji="0" lang="en-US" altLang="en-US" sz="1400" b="0" i="0" u="none" strike="noStrike" cap="none" normalizeH="0" baseline="0" dirty="0">
                <a:ln>
                  <a:noFill/>
                </a:ln>
                <a:solidFill>
                  <a:schemeClr val="tx1"/>
                </a:solidFill>
                <a:effectLst/>
                <a:latin typeface="Roboto Mono" panose="00000009000000000000" pitchFamily="49" charset="0"/>
              </a:rPr>
              <a:t> </a:t>
            </a:r>
            <a:r>
              <a:rPr kumimoji="0" lang="en-US" altLang="en-US" sz="1400" b="0" i="0" u="none" strike="noStrike" cap="none" normalizeH="0" baseline="0" dirty="0" err="1">
                <a:ln>
                  <a:noFill/>
                </a:ln>
                <a:solidFill>
                  <a:schemeClr val="tx1"/>
                </a:solidFill>
                <a:effectLst/>
                <a:latin typeface="Arial" panose="020B0604020202020204" pitchFamily="34" charset="0"/>
              </a:rPr>
              <a:t>model</a:t>
            </a:r>
            <a:r>
              <a:rPr kumimoji="0" lang="en-US" altLang="en-US" sz="1400" b="0" i="0" u="none" strike="noStrike" cap="none" normalizeH="0" baseline="0" dirty="0" err="1">
                <a:ln>
                  <a:noFill/>
                </a:ln>
                <a:solidFill>
                  <a:srgbClr val="055BE0"/>
                </a:solidFill>
                <a:effectLst/>
                <a:latin typeface="Arial" panose="020B0604020202020204" pitchFamily="34" charset="0"/>
              </a:rPr>
              <a:t>.</a:t>
            </a:r>
            <a:r>
              <a:rPr kumimoji="0" lang="en-US" altLang="en-US" sz="1400" b="0" i="0" u="none" strike="noStrike" cap="none" normalizeH="0" baseline="0" dirty="0" err="1">
                <a:ln>
                  <a:noFill/>
                </a:ln>
                <a:solidFill>
                  <a:schemeClr val="tx1"/>
                </a:solidFill>
                <a:effectLst/>
                <a:latin typeface="Arial" panose="020B0604020202020204" pitchFamily="34" charset="0"/>
              </a:rPr>
              <a:t>evaluate</a:t>
            </a:r>
            <a:r>
              <a:rPr kumimoji="0" lang="en-US" altLang="en-US" sz="1400" b="0" i="0" u="none" strike="noStrike" cap="none" normalizeH="0" baseline="0" dirty="0">
                <a:ln>
                  <a:noFill/>
                </a:ln>
                <a:solidFill>
                  <a:schemeClr val="tx1"/>
                </a:solidFill>
                <a:effectLst/>
                <a:latin typeface="Roboto Mono" panose="00000009000000000000" pitchFamily="49" charset="0"/>
              </a:rPr>
              <a:t>(</a:t>
            </a:r>
            <a:r>
              <a:rPr kumimoji="0" lang="en-US" altLang="en-US" sz="1400" b="0" i="0" u="none" strike="noStrike" cap="none" normalizeH="0" baseline="0" dirty="0" err="1">
                <a:ln>
                  <a:noFill/>
                </a:ln>
                <a:solidFill>
                  <a:schemeClr val="tx1"/>
                </a:solidFill>
                <a:effectLst/>
                <a:latin typeface="Arial" panose="020B0604020202020204" pitchFamily="34" charset="0"/>
              </a:rPr>
              <a:t>x_train_normalized</a:t>
            </a:r>
            <a:r>
              <a:rPr kumimoji="0" lang="en-US" altLang="en-US" sz="1400" b="0" i="0" u="none" strike="noStrike" cap="none" normalizeH="0" baseline="0" dirty="0">
                <a:ln>
                  <a:noFill/>
                </a:ln>
                <a:solidFill>
                  <a:schemeClr val="tx1"/>
                </a:solidFill>
                <a:effectLst/>
                <a:latin typeface="Roboto Mono" panose="00000009000000000000" pitchFamily="49" charset="0"/>
              </a:rPr>
              <a:t>, </a:t>
            </a:r>
            <a:r>
              <a:rPr kumimoji="0" lang="en-US" altLang="en-US" sz="1400" b="0" i="0" u="none" strike="noStrike" cap="none" normalizeH="0" baseline="0" dirty="0" err="1">
                <a:ln>
                  <a:noFill/>
                </a:ln>
                <a:solidFill>
                  <a:schemeClr val="tx1"/>
                </a:solidFill>
                <a:effectLst/>
                <a:latin typeface="Arial" panose="020B0604020202020204" pitchFamily="34" charset="0"/>
              </a:rPr>
              <a:t>y_train_re</a:t>
            </a:r>
            <a:r>
              <a:rPr kumimoji="0" lang="en-US" altLang="en-US" sz="1400" b="0" i="0" u="none" strike="noStrike" cap="none" normalizeH="0" baseline="0" dirty="0">
                <a:ln>
                  <a:noFill/>
                </a:ln>
                <a:solidFill>
                  <a:schemeClr val="tx1"/>
                </a:solidFill>
                <a:effectLst/>
                <a:latin typeface="Roboto Mono" panose="00000009000000000000" pitchFamily="49" charset="0"/>
              </a:rPr>
              <a:t>)</a:t>
            </a:r>
            <a:r>
              <a:rPr kumimoji="0" lang="en-US" altLang="en-US" sz="1400" b="0" i="0" u="none" strike="noStrike" cap="none" normalizeH="0" baseline="0" dirty="0">
                <a:ln>
                  <a:noFill/>
                </a:ln>
                <a:solidFill>
                  <a:schemeClr val="tx1"/>
                </a:solidFill>
                <a:effectLst/>
              </a:rPr>
              <a:t> </a:t>
            </a: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
        <p:nvSpPr>
          <p:cNvPr id="9" name="Rectangle 2">
            <a:extLst>
              <a:ext uri="{FF2B5EF4-FFF2-40B4-BE49-F238E27FC236}">
                <a16:creationId xmlns:a16="http://schemas.microsoft.com/office/drawing/2014/main" id="{85EBD8C8-D10B-80F9-2E2D-5CE18C70E2FD}"/>
              </a:ext>
            </a:extLst>
          </p:cNvPr>
          <p:cNvSpPr>
            <a:spLocks noChangeArrowheads="1"/>
          </p:cNvSpPr>
          <p:nvPr/>
        </p:nvSpPr>
        <p:spPr bwMode="auto">
          <a:xfrm>
            <a:off x="535330" y="4408371"/>
            <a:ext cx="7902614" cy="495520"/>
          </a:xfrm>
          <a:prstGeom prst="rect">
            <a:avLst/>
          </a:prstGeom>
          <a:solidFill>
            <a:srgbClr val="F7F7F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30000"/>
              </a:spcBef>
              <a:spcAft>
                <a:spcPct val="0"/>
              </a:spcAft>
              <a:defRPr sz="1200">
                <a:solidFill>
                  <a:schemeClr val="tx1"/>
                </a:solidFill>
                <a:latin typeface="Arial" panose="020B0604020202020204" pitchFamily="34" charset="0"/>
              </a:defRPr>
            </a:lvl1pPr>
            <a:lvl2pPr eaLnBrk="0" fontAlgn="base" hangingPunct="0">
              <a:spcBef>
                <a:spcPct val="30000"/>
              </a:spcBef>
              <a:spcAft>
                <a:spcPct val="0"/>
              </a:spcAft>
              <a:defRPr sz="1200">
                <a:solidFill>
                  <a:schemeClr val="tx1"/>
                </a:solidFill>
                <a:latin typeface="Arial" panose="020B0604020202020204" pitchFamily="34" charset="0"/>
              </a:defRPr>
            </a:lvl2pPr>
            <a:lvl3pPr eaLnBrk="0" fontAlgn="base" hangingPunct="0">
              <a:spcBef>
                <a:spcPct val="30000"/>
              </a:spcBef>
              <a:spcAft>
                <a:spcPct val="0"/>
              </a:spcAft>
              <a:defRPr sz="1200">
                <a:solidFill>
                  <a:schemeClr val="tx1"/>
                </a:solidFill>
                <a:latin typeface="Arial" panose="020B0604020202020204" pitchFamily="34" charset="0"/>
              </a:defRPr>
            </a:lvl3pPr>
            <a:lvl4pPr eaLnBrk="0" fontAlgn="base" hangingPunct="0">
              <a:spcBef>
                <a:spcPct val="30000"/>
              </a:spcBef>
              <a:spcAft>
                <a:spcPct val="0"/>
              </a:spcAft>
              <a:defRPr sz="1200">
                <a:solidFill>
                  <a:schemeClr val="tx1"/>
                </a:solidFill>
                <a:latin typeface="Arial" panose="020B0604020202020204" pitchFamily="34" charset="0"/>
              </a:defRPr>
            </a:lvl4pPr>
            <a:lvl5pPr eaLnBrk="0" fontAlgn="base" hangingPunct="0">
              <a:spcBef>
                <a:spcPct val="30000"/>
              </a:spcBef>
              <a:spcAft>
                <a:spcPct val="0"/>
              </a:spcAft>
              <a:defRPr sz="1200">
                <a:solidFill>
                  <a:schemeClr val="tx1"/>
                </a:solidFill>
                <a:latin typeface="Arial" panose="020B0604020202020204" pitchFamily="34" charset="0"/>
              </a:defRPr>
            </a:lvl5pPr>
            <a:lvl6pPr eaLnBrk="0" fontAlgn="base" hangingPunct="0">
              <a:spcBef>
                <a:spcPct val="30000"/>
              </a:spcBef>
              <a:spcAft>
                <a:spcPct val="0"/>
              </a:spcAft>
              <a:defRPr sz="1200">
                <a:solidFill>
                  <a:schemeClr val="tx1"/>
                </a:solidFill>
                <a:latin typeface="Arial" panose="020B0604020202020204" pitchFamily="34" charset="0"/>
              </a:defRPr>
            </a:lvl6pPr>
            <a:lvl7pPr eaLnBrk="0" fontAlgn="base" hangingPunct="0">
              <a:spcBef>
                <a:spcPct val="30000"/>
              </a:spcBef>
              <a:spcAft>
                <a:spcPct val="0"/>
              </a:spcAft>
              <a:defRPr sz="1200">
                <a:solidFill>
                  <a:schemeClr val="tx1"/>
                </a:solidFill>
                <a:latin typeface="Arial" panose="020B0604020202020204" pitchFamily="34" charset="0"/>
              </a:defRPr>
            </a:lvl7pPr>
            <a:lvl8pPr eaLnBrk="0" fontAlgn="base" hangingPunct="0">
              <a:spcBef>
                <a:spcPct val="30000"/>
              </a:spcBef>
              <a:spcAft>
                <a:spcPct val="0"/>
              </a:spcAft>
              <a:defRPr sz="1200">
                <a:solidFill>
                  <a:schemeClr val="tx1"/>
                </a:solidFill>
                <a:latin typeface="Arial" panose="020B0604020202020204" pitchFamily="34" charset="0"/>
              </a:defRPr>
            </a:lvl8pPr>
            <a:lvl9pPr eaLnBrk="0" fontAlgn="base" hangingPunct="0">
              <a:spcBef>
                <a:spcPct val="30000"/>
              </a:spcBef>
              <a:spcAft>
                <a:spcPct val="0"/>
              </a:spcAft>
              <a:defRPr sz="12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400" b="0" i="0" u="none" strike="noStrike" cap="none" normalizeH="0" baseline="0" dirty="0">
                <a:ln>
                  <a:noFill/>
                </a:ln>
                <a:solidFill>
                  <a:schemeClr val="tx1"/>
                </a:solidFill>
                <a:effectLst/>
                <a:latin typeface="Roboto Mono" panose="00000009000000000000" pitchFamily="49" charset="0"/>
              </a:rPr>
              <a:t>(</a:t>
            </a:r>
            <a:r>
              <a:rPr kumimoji="0" lang="en-US" altLang="en-US" sz="1400" b="0" i="0" u="none" strike="noStrike" cap="none" normalizeH="0" baseline="0" dirty="0">
                <a:ln>
                  <a:noFill/>
                </a:ln>
                <a:solidFill>
                  <a:srgbClr val="BB2323"/>
                </a:solidFill>
                <a:effectLst/>
                <a:latin typeface="Roboto Mono" panose="00000009000000000000" pitchFamily="49" charset="0"/>
              </a:rPr>
              <a:t>'Train loss: '</a:t>
            </a:r>
            <a:r>
              <a:rPr kumimoji="0" lang="en-US" altLang="en-US" sz="1400" b="0" i="0" u="none" strike="noStrike" cap="none" normalizeH="0" baseline="0" dirty="0">
                <a:ln>
                  <a:noFill/>
                </a:ln>
                <a:solidFill>
                  <a:schemeClr val="tx1"/>
                </a:solidFill>
                <a:effectLst/>
                <a:latin typeface="Roboto Mono" panose="00000009000000000000" pitchFamily="49" charset="0"/>
              </a:rPr>
              <a:t>, </a:t>
            </a:r>
            <a:r>
              <a:rPr kumimoji="0" lang="en-US" altLang="en-US" sz="1400" b="0" i="0" u="none" strike="noStrike" cap="none" normalizeH="0" baseline="0" dirty="0" err="1">
                <a:ln>
                  <a:noFill/>
                </a:ln>
                <a:solidFill>
                  <a:schemeClr val="tx1"/>
                </a:solidFill>
                <a:effectLst/>
                <a:latin typeface="Arial" panose="020B0604020202020204" pitchFamily="34" charset="0"/>
              </a:rPr>
              <a:t>train_loss</a:t>
            </a:r>
            <a:r>
              <a:rPr kumimoji="0" lang="en-US" altLang="en-US" sz="1400" b="0" i="0" u="none" strike="noStrike" cap="none" normalizeH="0" baseline="0" dirty="0">
                <a:ln>
                  <a:noFill/>
                </a:ln>
                <a:solidFill>
                  <a:schemeClr val="tx1"/>
                </a:solidFill>
                <a:effectLst/>
                <a:latin typeface="Roboto Mono" panose="00000009000000000000" pitchFamily="49" charset="0"/>
              </a:rPr>
              <a:t>) </a:t>
            </a:r>
            <a:endParaRPr kumimoji="0" lang="en-US" altLang="en-US" sz="1400" b="0" i="0" u="none" strike="noStrike" cap="none" normalizeH="0" baseline="0" dirty="0">
              <a:ln>
                <a:noFill/>
              </a:ln>
              <a:solidFill>
                <a:srgbClr val="008000"/>
              </a:solidFill>
              <a:effectLst/>
              <a:latin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400" b="0" i="0" u="none" strike="noStrike" cap="none" normalizeH="0" baseline="0" dirty="0">
                <a:ln>
                  <a:noFill/>
                </a:ln>
                <a:solidFill>
                  <a:schemeClr val="tx1"/>
                </a:solidFill>
                <a:effectLst/>
                <a:latin typeface="Roboto Mono" panose="00000009000000000000" pitchFamily="49" charset="0"/>
              </a:rPr>
              <a:t>(</a:t>
            </a:r>
            <a:r>
              <a:rPr kumimoji="0" lang="en-US" altLang="en-US" sz="1400" b="0" i="0" u="none" strike="noStrike" cap="none" normalizeH="0" baseline="0" dirty="0">
                <a:ln>
                  <a:noFill/>
                </a:ln>
                <a:solidFill>
                  <a:srgbClr val="BB2323"/>
                </a:solidFill>
                <a:effectLst/>
                <a:latin typeface="Roboto Mono" panose="00000009000000000000" pitchFamily="49" charset="0"/>
              </a:rPr>
              <a:t>'Train accuracy: '</a:t>
            </a:r>
            <a:r>
              <a:rPr kumimoji="0" lang="en-US" altLang="en-US" sz="1400" b="0" i="0" u="none" strike="noStrike" cap="none" normalizeH="0" baseline="0" dirty="0">
                <a:ln>
                  <a:noFill/>
                </a:ln>
                <a:solidFill>
                  <a:schemeClr val="tx1"/>
                </a:solidFill>
                <a:effectLst/>
                <a:latin typeface="Roboto Mono" panose="00000009000000000000" pitchFamily="49" charset="0"/>
              </a:rPr>
              <a:t>, </a:t>
            </a:r>
            <a:r>
              <a:rPr kumimoji="0" lang="en-US" altLang="en-US" sz="1400" b="0" i="0" u="none" strike="noStrike" cap="none" normalizeH="0" baseline="0" dirty="0" err="1">
                <a:ln>
                  <a:noFill/>
                </a:ln>
                <a:solidFill>
                  <a:schemeClr val="tx1"/>
                </a:solidFill>
                <a:effectLst/>
                <a:latin typeface="Arial" panose="020B0604020202020204" pitchFamily="34" charset="0"/>
              </a:rPr>
              <a:t>train_accuracy</a:t>
            </a:r>
            <a:r>
              <a:rPr kumimoji="0" lang="en-US" altLang="en-US" sz="1400" b="0" i="0" u="none" strike="noStrike" cap="none" normalizeH="0" baseline="0" dirty="0">
                <a:ln>
                  <a:noFill/>
                </a:ln>
                <a:solidFill>
                  <a:schemeClr val="tx1"/>
                </a:solidFill>
                <a:effectLst/>
                <a:latin typeface="Roboto Mono" panose="00000009000000000000" pitchFamily="49" charset="0"/>
              </a:rPr>
              <a:t>)</a:t>
            </a:r>
            <a:r>
              <a:rPr kumimoji="0" lang="en-US" altLang="en-US" sz="1400" b="0" i="0" u="none" strike="noStrike" cap="none" normalizeH="0" baseline="0" dirty="0">
                <a:ln>
                  <a:noFill/>
                </a:ln>
                <a:solidFill>
                  <a:schemeClr val="tx1"/>
                </a:solidFill>
                <a:effectLst/>
              </a:rPr>
              <a:t> </a:t>
            </a: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
        <p:nvSpPr>
          <p:cNvPr id="10" name="Rectangle 3">
            <a:extLst>
              <a:ext uri="{FF2B5EF4-FFF2-40B4-BE49-F238E27FC236}">
                <a16:creationId xmlns:a16="http://schemas.microsoft.com/office/drawing/2014/main" id="{62DD27D2-C5E1-6865-DB3E-D15D57674CB0}"/>
              </a:ext>
            </a:extLst>
          </p:cNvPr>
          <p:cNvSpPr>
            <a:spLocks noChangeArrowheads="1"/>
          </p:cNvSpPr>
          <p:nvPr/>
        </p:nvSpPr>
        <p:spPr bwMode="auto">
          <a:xfrm>
            <a:off x="565405" y="5326187"/>
            <a:ext cx="6400800"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3C4043"/>
                </a:solidFill>
                <a:effectLst/>
                <a:latin typeface="Roboto Mono" panose="00000009000000000000" pitchFamily="49" charset="0"/>
              </a:rPr>
              <a:t>Train loss: 0.009457636624574661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3C4043"/>
                </a:solidFill>
                <a:effectLst/>
                <a:latin typeface="Roboto Mono" panose="00000009000000000000" pitchFamily="49" charset="0"/>
              </a:rPr>
              <a:t>Train accuracy: 0.997083306312561</a:t>
            </a:r>
            <a:r>
              <a:rPr kumimoji="0" lang="en-US" altLang="en-US" sz="1400" b="0" i="0" u="none" strike="noStrike" cap="none" normalizeH="0" baseline="0" dirty="0">
                <a:ln>
                  <a:noFill/>
                </a:ln>
                <a:solidFill>
                  <a:schemeClr val="tx1"/>
                </a:solidFill>
                <a:effectLst/>
              </a:rPr>
              <a:t> </a:t>
            </a: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2586477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A8C5AC8-F7FA-CCE6-5D98-D148F37372A1}"/>
              </a:ext>
            </a:extLst>
          </p:cNvPr>
          <p:cNvSpPr txBox="1"/>
          <p:nvPr/>
        </p:nvSpPr>
        <p:spPr>
          <a:xfrm>
            <a:off x="581628" y="712371"/>
            <a:ext cx="6094070" cy="400110"/>
          </a:xfrm>
          <a:prstGeom prst="rect">
            <a:avLst/>
          </a:prstGeom>
          <a:noFill/>
        </p:spPr>
        <p:txBody>
          <a:bodyPr wrap="square">
            <a:spAutoFit/>
          </a:bodyPr>
          <a:lstStyle/>
          <a:p>
            <a:pPr algn="l"/>
            <a:r>
              <a:rPr lang="en-US" sz="2000" b="1" i="0" dirty="0">
                <a:solidFill>
                  <a:srgbClr val="000000"/>
                </a:solidFill>
                <a:effectLst/>
                <a:latin typeface="+mj-lt"/>
              </a:rPr>
              <a:t>Performance of validation dataset</a:t>
            </a:r>
          </a:p>
        </p:txBody>
      </p:sp>
      <p:sp>
        <p:nvSpPr>
          <p:cNvPr id="4" name="Rectangle 1">
            <a:extLst>
              <a:ext uri="{FF2B5EF4-FFF2-40B4-BE49-F238E27FC236}">
                <a16:creationId xmlns:a16="http://schemas.microsoft.com/office/drawing/2014/main" id="{27E8E65F-F3A9-DB04-E184-5472A5283CB2}"/>
              </a:ext>
            </a:extLst>
          </p:cNvPr>
          <p:cNvSpPr>
            <a:spLocks noChangeArrowheads="1"/>
          </p:cNvSpPr>
          <p:nvPr/>
        </p:nvSpPr>
        <p:spPr bwMode="auto">
          <a:xfrm>
            <a:off x="581628" y="1563672"/>
            <a:ext cx="8226706" cy="495520"/>
          </a:xfrm>
          <a:prstGeom prst="rect">
            <a:avLst/>
          </a:prstGeom>
          <a:solidFill>
            <a:srgbClr val="F7F7F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400" b="0" i="0" u="none" strike="noStrike" cap="none" normalizeH="0" baseline="0" dirty="0">
                <a:ln>
                  <a:noFill/>
                </a:ln>
                <a:solidFill>
                  <a:srgbClr val="055BE0"/>
                </a:solidFill>
                <a:effectLst/>
                <a:latin typeface="Arial" panose="020B0604020202020204" pitchFamily="34" charset="0"/>
              </a:rPr>
              <a:t>%%capture</a:t>
            </a:r>
            <a:r>
              <a:rPr kumimoji="0" lang="en-US" altLang="en-US" sz="1400" b="0" i="0" u="none" strike="noStrike" cap="none" normalizeH="0" baseline="0" dirty="0">
                <a:ln>
                  <a:noFill/>
                </a:ln>
                <a:solidFill>
                  <a:schemeClr val="tx1"/>
                </a:solidFill>
                <a:effectLst/>
                <a:latin typeface="Roboto Mono" panose="00000009000000000000" pitchFamily="49" charset="0"/>
              </a:rPr>
              <a:t> </a:t>
            </a: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400" b="0" i="0" u="none" strike="noStrike" cap="none" normalizeH="0" baseline="0" dirty="0" err="1">
                <a:ln>
                  <a:noFill/>
                </a:ln>
                <a:solidFill>
                  <a:schemeClr val="tx1"/>
                </a:solidFill>
                <a:effectLst/>
                <a:latin typeface="Arial" panose="020B0604020202020204" pitchFamily="34" charset="0"/>
              </a:rPr>
              <a:t>validation_loss</a:t>
            </a:r>
            <a:r>
              <a:rPr kumimoji="0" lang="en-US" altLang="en-US" sz="1400" b="0" i="0" u="none" strike="noStrike" cap="none" normalizeH="0" baseline="0" dirty="0">
                <a:ln>
                  <a:noFill/>
                </a:ln>
                <a:solidFill>
                  <a:schemeClr val="tx1"/>
                </a:solidFill>
                <a:effectLst/>
                <a:latin typeface="Roboto Mono" panose="00000009000000000000" pitchFamily="49" charset="0"/>
              </a:rPr>
              <a:t>, </a:t>
            </a:r>
            <a:r>
              <a:rPr kumimoji="0" lang="en-US" altLang="en-US" sz="1400" b="0" i="0" u="none" strike="noStrike" cap="none" normalizeH="0" baseline="0" dirty="0" err="1">
                <a:ln>
                  <a:noFill/>
                </a:ln>
                <a:solidFill>
                  <a:schemeClr val="tx1"/>
                </a:solidFill>
                <a:effectLst/>
                <a:latin typeface="Arial" panose="020B0604020202020204" pitchFamily="34" charset="0"/>
              </a:rPr>
              <a:t>validation_accuracy</a:t>
            </a:r>
            <a:r>
              <a:rPr kumimoji="0" lang="en-US" altLang="en-US" sz="1400" b="0" i="0" u="none" strike="noStrike" cap="none" normalizeH="0" baseline="0" dirty="0">
                <a:ln>
                  <a:noFill/>
                </a:ln>
                <a:solidFill>
                  <a:schemeClr val="tx1"/>
                </a:solidFill>
                <a:effectLst/>
                <a:latin typeface="Roboto Mono" panose="00000009000000000000" pitchFamily="49" charset="0"/>
              </a:rPr>
              <a:t> </a:t>
            </a:r>
            <a:r>
              <a:rPr kumimoji="0" lang="en-US" altLang="en-US" sz="1400" b="0" i="0" u="none" strike="noStrike" cap="none" normalizeH="0" baseline="0" dirty="0">
                <a:ln>
                  <a:noFill/>
                </a:ln>
                <a:solidFill>
                  <a:srgbClr val="055BE0"/>
                </a:solidFill>
                <a:effectLst/>
                <a:latin typeface="Arial" panose="020B0604020202020204" pitchFamily="34" charset="0"/>
              </a:rPr>
              <a:t>=</a:t>
            </a:r>
            <a:r>
              <a:rPr kumimoji="0" lang="en-US" altLang="en-US" sz="1400" b="0" i="0" u="none" strike="noStrike" cap="none" normalizeH="0" baseline="0" dirty="0">
                <a:ln>
                  <a:noFill/>
                </a:ln>
                <a:solidFill>
                  <a:schemeClr val="tx1"/>
                </a:solidFill>
                <a:effectLst/>
                <a:latin typeface="Roboto Mono" panose="00000009000000000000" pitchFamily="49" charset="0"/>
              </a:rPr>
              <a:t> </a:t>
            </a:r>
            <a:r>
              <a:rPr kumimoji="0" lang="en-US" altLang="en-US" sz="1400" b="0" i="0" u="none" strike="noStrike" cap="none" normalizeH="0" baseline="0" dirty="0" err="1">
                <a:ln>
                  <a:noFill/>
                </a:ln>
                <a:solidFill>
                  <a:schemeClr val="tx1"/>
                </a:solidFill>
                <a:effectLst/>
                <a:latin typeface="Arial" panose="020B0604020202020204" pitchFamily="34" charset="0"/>
              </a:rPr>
              <a:t>model</a:t>
            </a:r>
            <a:r>
              <a:rPr kumimoji="0" lang="en-US" altLang="en-US" sz="1400" b="0" i="0" u="none" strike="noStrike" cap="none" normalizeH="0" baseline="0" dirty="0" err="1">
                <a:ln>
                  <a:noFill/>
                </a:ln>
                <a:solidFill>
                  <a:srgbClr val="055BE0"/>
                </a:solidFill>
                <a:effectLst/>
                <a:latin typeface="Arial" panose="020B0604020202020204" pitchFamily="34" charset="0"/>
              </a:rPr>
              <a:t>.</a:t>
            </a:r>
            <a:r>
              <a:rPr kumimoji="0" lang="en-US" altLang="en-US" sz="1400" b="0" i="0" u="none" strike="noStrike" cap="none" normalizeH="0" baseline="0" dirty="0" err="1">
                <a:ln>
                  <a:noFill/>
                </a:ln>
                <a:solidFill>
                  <a:schemeClr val="tx1"/>
                </a:solidFill>
                <a:effectLst/>
                <a:latin typeface="Arial" panose="020B0604020202020204" pitchFamily="34" charset="0"/>
              </a:rPr>
              <a:t>evaluate</a:t>
            </a:r>
            <a:r>
              <a:rPr kumimoji="0" lang="en-US" altLang="en-US" sz="1400" b="0" i="0" u="none" strike="noStrike" cap="none" normalizeH="0" baseline="0" dirty="0">
                <a:ln>
                  <a:noFill/>
                </a:ln>
                <a:solidFill>
                  <a:schemeClr val="tx1"/>
                </a:solidFill>
                <a:effectLst/>
                <a:latin typeface="Roboto Mono" panose="00000009000000000000" pitchFamily="49" charset="0"/>
              </a:rPr>
              <a:t>(</a:t>
            </a:r>
            <a:r>
              <a:rPr kumimoji="0" lang="en-US" altLang="en-US" sz="1400" b="0" i="0" u="none" strike="noStrike" cap="none" normalizeH="0" baseline="0" dirty="0" err="1">
                <a:ln>
                  <a:noFill/>
                </a:ln>
                <a:solidFill>
                  <a:schemeClr val="tx1"/>
                </a:solidFill>
                <a:effectLst/>
                <a:latin typeface="Arial" panose="020B0604020202020204" pitchFamily="34" charset="0"/>
              </a:rPr>
              <a:t>x_validation_normalized</a:t>
            </a:r>
            <a:r>
              <a:rPr kumimoji="0" lang="en-US" altLang="en-US" sz="1400" b="0" i="0" u="none" strike="noStrike" cap="none" normalizeH="0" baseline="0" dirty="0">
                <a:ln>
                  <a:noFill/>
                </a:ln>
                <a:solidFill>
                  <a:schemeClr val="tx1"/>
                </a:solidFill>
                <a:effectLst/>
                <a:latin typeface="Roboto Mono" panose="00000009000000000000" pitchFamily="49" charset="0"/>
              </a:rPr>
              <a:t>, </a:t>
            </a:r>
            <a:r>
              <a:rPr kumimoji="0" lang="en-US" altLang="en-US" sz="1400" b="0" i="0" u="none" strike="noStrike" cap="none" normalizeH="0" baseline="0" dirty="0" err="1">
                <a:ln>
                  <a:noFill/>
                </a:ln>
                <a:solidFill>
                  <a:schemeClr val="tx1"/>
                </a:solidFill>
                <a:effectLst/>
                <a:latin typeface="Arial" panose="020B0604020202020204" pitchFamily="34" charset="0"/>
              </a:rPr>
              <a:t>y_validation_re</a:t>
            </a:r>
            <a:r>
              <a:rPr kumimoji="0" lang="en-US" altLang="en-US" sz="1400" b="0" i="0" u="none" strike="noStrike" cap="none" normalizeH="0" baseline="0" dirty="0">
                <a:ln>
                  <a:noFill/>
                </a:ln>
                <a:solidFill>
                  <a:schemeClr val="tx1"/>
                </a:solidFill>
                <a:effectLst/>
                <a:latin typeface="Roboto Mono" panose="00000009000000000000" pitchFamily="49" charset="0"/>
              </a:rPr>
              <a:t>)</a:t>
            </a:r>
            <a:r>
              <a:rPr kumimoji="0" lang="en-US" altLang="en-US" sz="1400" b="0" i="0" u="none" strike="noStrike" cap="none" normalizeH="0" baseline="0" dirty="0">
                <a:ln>
                  <a:noFill/>
                </a:ln>
                <a:solidFill>
                  <a:schemeClr val="tx1"/>
                </a:solidFill>
                <a:effectLst/>
              </a:rPr>
              <a:t> </a:t>
            </a: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
        <p:nvSpPr>
          <p:cNvPr id="5" name="Rectangle 2">
            <a:extLst>
              <a:ext uri="{FF2B5EF4-FFF2-40B4-BE49-F238E27FC236}">
                <a16:creationId xmlns:a16="http://schemas.microsoft.com/office/drawing/2014/main" id="{43910D64-7A15-02C0-916C-674DF6C68DCC}"/>
              </a:ext>
            </a:extLst>
          </p:cNvPr>
          <p:cNvSpPr>
            <a:spLocks noChangeArrowheads="1"/>
          </p:cNvSpPr>
          <p:nvPr/>
        </p:nvSpPr>
        <p:spPr bwMode="auto">
          <a:xfrm>
            <a:off x="581628" y="2623938"/>
            <a:ext cx="9711159" cy="495520"/>
          </a:xfrm>
          <a:prstGeom prst="rect">
            <a:avLst/>
          </a:prstGeom>
          <a:solidFill>
            <a:srgbClr val="F7F7F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30000"/>
              </a:spcBef>
              <a:spcAft>
                <a:spcPct val="0"/>
              </a:spcAft>
              <a:defRPr sz="1200">
                <a:solidFill>
                  <a:schemeClr val="tx1"/>
                </a:solidFill>
                <a:latin typeface="Arial" panose="020B0604020202020204" pitchFamily="34" charset="0"/>
              </a:defRPr>
            </a:lvl1pPr>
            <a:lvl2pPr eaLnBrk="0" fontAlgn="base" hangingPunct="0">
              <a:spcBef>
                <a:spcPct val="30000"/>
              </a:spcBef>
              <a:spcAft>
                <a:spcPct val="0"/>
              </a:spcAft>
              <a:defRPr sz="1200">
                <a:solidFill>
                  <a:schemeClr val="tx1"/>
                </a:solidFill>
                <a:latin typeface="Arial" panose="020B0604020202020204" pitchFamily="34" charset="0"/>
              </a:defRPr>
            </a:lvl2pPr>
            <a:lvl3pPr eaLnBrk="0" fontAlgn="base" hangingPunct="0">
              <a:spcBef>
                <a:spcPct val="30000"/>
              </a:spcBef>
              <a:spcAft>
                <a:spcPct val="0"/>
              </a:spcAft>
              <a:defRPr sz="1200">
                <a:solidFill>
                  <a:schemeClr val="tx1"/>
                </a:solidFill>
                <a:latin typeface="Arial" panose="020B0604020202020204" pitchFamily="34" charset="0"/>
              </a:defRPr>
            </a:lvl3pPr>
            <a:lvl4pPr eaLnBrk="0" fontAlgn="base" hangingPunct="0">
              <a:spcBef>
                <a:spcPct val="30000"/>
              </a:spcBef>
              <a:spcAft>
                <a:spcPct val="0"/>
              </a:spcAft>
              <a:defRPr sz="1200">
                <a:solidFill>
                  <a:schemeClr val="tx1"/>
                </a:solidFill>
                <a:latin typeface="Arial" panose="020B0604020202020204" pitchFamily="34" charset="0"/>
              </a:defRPr>
            </a:lvl4pPr>
            <a:lvl5pPr eaLnBrk="0" fontAlgn="base" hangingPunct="0">
              <a:spcBef>
                <a:spcPct val="30000"/>
              </a:spcBef>
              <a:spcAft>
                <a:spcPct val="0"/>
              </a:spcAft>
              <a:defRPr sz="1200">
                <a:solidFill>
                  <a:schemeClr val="tx1"/>
                </a:solidFill>
                <a:latin typeface="Arial" panose="020B0604020202020204" pitchFamily="34" charset="0"/>
              </a:defRPr>
            </a:lvl5pPr>
            <a:lvl6pPr eaLnBrk="0" fontAlgn="base" hangingPunct="0">
              <a:spcBef>
                <a:spcPct val="30000"/>
              </a:spcBef>
              <a:spcAft>
                <a:spcPct val="0"/>
              </a:spcAft>
              <a:defRPr sz="1200">
                <a:solidFill>
                  <a:schemeClr val="tx1"/>
                </a:solidFill>
                <a:latin typeface="Arial" panose="020B0604020202020204" pitchFamily="34" charset="0"/>
              </a:defRPr>
            </a:lvl6pPr>
            <a:lvl7pPr eaLnBrk="0" fontAlgn="base" hangingPunct="0">
              <a:spcBef>
                <a:spcPct val="30000"/>
              </a:spcBef>
              <a:spcAft>
                <a:spcPct val="0"/>
              </a:spcAft>
              <a:defRPr sz="1200">
                <a:solidFill>
                  <a:schemeClr val="tx1"/>
                </a:solidFill>
                <a:latin typeface="Arial" panose="020B0604020202020204" pitchFamily="34" charset="0"/>
              </a:defRPr>
            </a:lvl7pPr>
            <a:lvl8pPr eaLnBrk="0" fontAlgn="base" hangingPunct="0">
              <a:spcBef>
                <a:spcPct val="30000"/>
              </a:spcBef>
              <a:spcAft>
                <a:spcPct val="0"/>
              </a:spcAft>
              <a:defRPr sz="1200">
                <a:solidFill>
                  <a:schemeClr val="tx1"/>
                </a:solidFill>
                <a:latin typeface="Arial" panose="020B0604020202020204" pitchFamily="34" charset="0"/>
              </a:defRPr>
            </a:lvl8pPr>
            <a:lvl9pPr eaLnBrk="0" fontAlgn="base" hangingPunct="0">
              <a:spcBef>
                <a:spcPct val="30000"/>
              </a:spcBef>
              <a:spcAft>
                <a:spcPct val="0"/>
              </a:spcAft>
              <a:defRPr sz="12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400" b="0" i="0" u="none" strike="noStrike" cap="none" normalizeH="0" baseline="0" dirty="0">
                <a:ln>
                  <a:noFill/>
                </a:ln>
                <a:solidFill>
                  <a:schemeClr val="tx1"/>
                </a:solidFill>
                <a:effectLst/>
                <a:latin typeface="Roboto Mono" panose="00000009000000000000" pitchFamily="49" charset="0"/>
              </a:rPr>
              <a:t>(</a:t>
            </a:r>
            <a:r>
              <a:rPr kumimoji="0" lang="en-US" altLang="en-US" sz="1400" b="0" i="0" u="none" strike="noStrike" cap="none" normalizeH="0" baseline="0" dirty="0">
                <a:ln>
                  <a:noFill/>
                </a:ln>
                <a:solidFill>
                  <a:srgbClr val="BB2323"/>
                </a:solidFill>
                <a:effectLst/>
                <a:latin typeface="Roboto Mono" panose="00000009000000000000" pitchFamily="49" charset="0"/>
              </a:rPr>
              <a:t>'Validation loss: '</a:t>
            </a:r>
            <a:r>
              <a:rPr kumimoji="0" lang="en-US" altLang="en-US" sz="1400" b="0" i="0" u="none" strike="noStrike" cap="none" normalizeH="0" baseline="0" dirty="0">
                <a:ln>
                  <a:noFill/>
                </a:ln>
                <a:solidFill>
                  <a:schemeClr val="tx1"/>
                </a:solidFill>
                <a:effectLst/>
                <a:latin typeface="Roboto Mono" panose="00000009000000000000" pitchFamily="49" charset="0"/>
              </a:rPr>
              <a:t>, </a:t>
            </a:r>
            <a:r>
              <a:rPr kumimoji="0" lang="en-US" altLang="en-US" sz="1400" b="0" i="0" u="none" strike="noStrike" cap="none" normalizeH="0" baseline="0" dirty="0" err="1">
                <a:ln>
                  <a:noFill/>
                </a:ln>
                <a:solidFill>
                  <a:schemeClr val="tx1"/>
                </a:solidFill>
                <a:effectLst/>
                <a:latin typeface="Arial" panose="020B0604020202020204" pitchFamily="34" charset="0"/>
              </a:rPr>
              <a:t>validation_loss</a:t>
            </a:r>
            <a:r>
              <a:rPr kumimoji="0" lang="en-US" altLang="en-US" sz="1400" b="0" i="0" u="none" strike="noStrike" cap="none" normalizeH="0" baseline="0" dirty="0">
                <a:ln>
                  <a:noFill/>
                </a:ln>
                <a:solidFill>
                  <a:schemeClr val="tx1"/>
                </a:solidFill>
                <a:effectLst/>
                <a:latin typeface="Roboto Mono" panose="00000009000000000000" pitchFamily="49" charset="0"/>
              </a:rPr>
              <a:t>) </a:t>
            </a:r>
            <a:endParaRPr kumimoji="0" lang="en-US" altLang="en-US" sz="1400" b="0" i="0" u="none" strike="noStrike" cap="none" normalizeH="0" baseline="0" dirty="0">
              <a:ln>
                <a:noFill/>
              </a:ln>
              <a:solidFill>
                <a:srgbClr val="008000"/>
              </a:solidFill>
              <a:effectLst/>
              <a:latin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400" b="0" i="0" u="none" strike="noStrike" cap="none" normalizeH="0" baseline="0" dirty="0">
                <a:ln>
                  <a:noFill/>
                </a:ln>
                <a:solidFill>
                  <a:schemeClr val="tx1"/>
                </a:solidFill>
                <a:effectLst/>
                <a:latin typeface="Roboto Mono" panose="00000009000000000000" pitchFamily="49" charset="0"/>
              </a:rPr>
              <a:t>(</a:t>
            </a:r>
            <a:r>
              <a:rPr kumimoji="0" lang="en-US" altLang="en-US" sz="1400" b="0" i="0" u="none" strike="noStrike" cap="none" normalizeH="0" baseline="0" dirty="0">
                <a:ln>
                  <a:noFill/>
                </a:ln>
                <a:solidFill>
                  <a:srgbClr val="BB2323"/>
                </a:solidFill>
                <a:effectLst/>
                <a:latin typeface="Roboto Mono" panose="00000009000000000000" pitchFamily="49" charset="0"/>
              </a:rPr>
              <a:t>'Validation accuracy: '</a:t>
            </a:r>
            <a:r>
              <a:rPr kumimoji="0" lang="en-US" altLang="en-US" sz="1400" b="0" i="0" u="none" strike="noStrike" cap="none" normalizeH="0" baseline="0" dirty="0">
                <a:ln>
                  <a:noFill/>
                </a:ln>
                <a:solidFill>
                  <a:schemeClr val="tx1"/>
                </a:solidFill>
                <a:effectLst/>
                <a:latin typeface="Roboto Mono" panose="00000009000000000000" pitchFamily="49" charset="0"/>
              </a:rPr>
              <a:t>, </a:t>
            </a:r>
            <a:r>
              <a:rPr kumimoji="0" lang="en-US" altLang="en-US" sz="1400" b="0" i="0" u="none" strike="noStrike" cap="none" normalizeH="0" baseline="0" dirty="0" err="1">
                <a:ln>
                  <a:noFill/>
                </a:ln>
                <a:solidFill>
                  <a:schemeClr val="tx1"/>
                </a:solidFill>
                <a:effectLst/>
                <a:latin typeface="Arial" panose="020B0604020202020204" pitchFamily="34" charset="0"/>
              </a:rPr>
              <a:t>validation_accuracy</a:t>
            </a:r>
            <a:r>
              <a:rPr kumimoji="0" lang="en-US" altLang="en-US" sz="1400" b="0" i="0" u="none" strike="noStrike" cap="none" normalizeH="0" baseline="0" dirty="0">
                <a:ln>
                  <a:noFill/>
                </a:ln>
                <a:solidFill>
                  <a:schemeClr val="tx1"/>
                </a:solidFill>
                <a:effectLst/>
                <a:latin typeface="Roboto Mono" panose="00000009000000000000" pitchFamily="49" charset="0"/>
              </a:rPr>
              <a:t>)</a:t>
            </a:r>
            <a:r>
              <a:rPr kumimoji="0" lang="en-US" altLang="en-US" sz="1400" b="0" i="0" u="none" strike="noStrike" cap="none" normalizeH="0" baseline="0" dirty="0">
                <a:ln>
                  <a:noFill/>
                </a:ln>
                <a:solidFill>
                  <a:schemeClr val="tx1"/>
                </a:solidFill>
                <a:effectLst/>
              </a:rPr>
              <a:t> </a:t>
            </a: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
        <p:nvSpPr>
          <p:cNvPr id="6" name="Rectangle 3">
            <a:extLst>
              <a:ext uri="{FF2B5EF4-FFF2-40B4-BE49-F238E27FC236}">
                <a16:creationId xmlns:a16="http://schemas.microsoft.com/office/drawing/2014/main" id="{978AE2BE-E378-4F2B-3ABC-E69ECA2C91F0}"/>
              </a:ext>
            </a:extLst>
          </p:cNvPr>
          <p:cNvSpPr>
            <a:spLocks noChangeArrowheads="1"/>
          </p:cNvSpPr>
          <p:nvPr/>
        </p:nvSpPr>
        <p:spPr bwMode="auto">
          <a:xfrm>
            <a:off x="581628" y="3600044"/>
            <a:ext cx="8484243"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3C4043"/>
                </a:solidFill>
                <a:effectLst/>
                <a:latin typeface="Roboto Mono" panose="00000009000000000000" pitchFamily="49" charset="0"/>
              </a:rPr>
              <a:t>Validation loss: 0.04620610177516937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3C4043"/>
                </a:solidFill>
                <a:effectLst/>
                <a:latin typeface="Roboto Mono" panose="00000009000000000000" pitchFamily="49" charset="0"/>
              </a:rPr>
              <a:t>Validation accuracy: 0.9882143139839172</a:t>
            </a:r>
            <a:r>
              <a:rPr kumimoji="0" lang="en-US" altLang="en-US" sz="1400" b="0" i="0" u="none" strike="noStrike" cap="none" normalizeH="0" baseline="0" dirty="0">
                <a:ln>
                  <a:noFill/>
                </a:ln>
                <a:solidFill>
                  <a:schemeClr val="tx1"/>
                </a:solidFill>
                <a:effectLst/>
              </a:rPr>
              <a:t> </a:t>
            </a: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
        <p:nvSpPr>
          <p:cNvPr id="8" name="TextBox 7">
            <a:extLst>
              <a:ext uri="{FF2B5EF4-FFF2-40B4-BE49-F238E27FC236}">
                <a16:creationId xmlns:a16="http://schemas.microsoft.com/office/drawing/2014/main" id="{88CB4012-723F-20AD-4C14-A497BC8D2697}"/>
              </a:ext>
            </a:extLst>
          </p:cNvPr>
          <p:cNvSpPr txBox="1"/>
          <p:nvPr/>
        </p:nvSpPr>
        <p:spPr>
          <a:xfrm>
            <a:off x="581628" y="4511517"/>
            <a:ext cx="9233704" cy="338554"/>
          </a:xfrm>
          <a:prstGeom prst="rect">
            <a:avLst/>
          </a:prstGeom>
          <a:noFill/>
        </p:spPr>
        <p:txBody>
          <a:bodyPr wrap="square">
            <a:spAutoFit/>
          </a:bodyPr>
          <a:lstStyle/>
          <a:p>
            <a:r>
              <a:rPr lang="en-US" sz="1600" b="0" i="0" dirty="0">
                <a:effectLst/>
                <a:latin typeface="Inter"/>
              </a:rPr>
              <a:t>With a validation score of close to 99%, we proceed to use this model to predict for the test set.</a:t>
            </a:r>
            <a:endParaRPr lang="en-US" sz="1600" dirty="0"/>
          </a:p>
        </p:txBody>
      </p:sp>
    </p:spTree>
    <p:extLst>
      <p:ext uri="{BB962C8B-B14F-4D97-AF65-F5344CB8AC3E}">
        <p14:creationId xmlns:p14="http://schemas.microsoft.com/office/powerpoint/2010/main" val="125111347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1F0EE06-590B-65B6-9CDC-2272385EC2AB}"/>
              </a:ext>
            </a:extLst>
          </p:cNvPr>
          <p:cNvSpPr txBox="1"/>
          <p:nvPr/>
        </p:nvSpPr>
        <p:spPr>
          <a:xfrm>
            <a:off x="627927" y="642923"/>
            <a:ext cx="6094070" cy="400110"/>
          </a:xfrm>
          <a:prstGeom prst="rect">
            <a:avLst/>
          </a:prstGeom>
          <a:noFill/>
        </p:spPr>
        <p:txBody>
          <a:bodyPr wrap="square">
            <a:spAutoFit/>
          </a:bodyPr>
          <a:lstStyle/>
          <a:p>
            <a:pPr algn="l"/>
            <a:r>
              <a:rPr lang="en-US" sz="2000" b="1" i="0" dirty="0">
                <a:solidFill>
                  <a:srgbClr val="000000"/>
                </a:solidFill>
                <a:effectLst/>
                <a:latin typeface="Inter"/>
              </a:rPr>
              <a:t>Save and load the model</a:t>
            </a:r>
          </a:p>
        </p:txBody>
      </p:sp>
      <p:sp>
        <p:nvSpPr>
          <p:cNvPr id="5" name="TextBox 4">
            <a:extLst>
              <a:ext uri="{FF2B5EF4-FFF2-40B4-BE49-F238E27FC236}">
                <a16:creationId xmlns:a16="http://schemas.microsoft.com/office/drawing/2014/main" id="{4EBA30D3-B950-FABE-55F4-754768079532}"/>
              </a:ext>
            </a:extLst>
          </p:cNvPr>
          <p:cNvSpPr txBox="1"/>
          <p:nvPr/>
        </p:nvSpPr>
        <p:spPr>
          <a:xfrm>
            <a:off x="622621" y="1115258"/>
            <a:ext cx="10946758" cy="584775"/>
          </a:xfrm>
          <a:prstGeom prst="rect">
            <a:avLst/>
          </a:prstGeom>
          <a:noFill/>
        </p:spPr>
        <p:txBody>
          <a:bodyPr wrap="square">
            <a:spAutoFit/>
          </a:bodyPr>
          <a:lstStyle/>
          <a:p>
            <a:r>
              <a:rPr lang="en-US" sz="1600" b="0" i="0" dirty="0">
                <a:effectLst/>
              </a:rPr>
              <a:t>We will save the entire model to a HDF5 file. The .h5 extension of the file indicates that the model </a:t>
            </a:r>
            <a:r>
              <a:rPr lang="en-US" sz="1600" b="0" i="0" dirty="0" err="1">
                <a:effectLst/>
              </a:rPr>
              <a:t>shuold</a:t>
            </a:r>
            <a:r>
              <a:rPr lang="en-US" sz="1600" b="0" i="0" dirty="0">
                <a:effectLst/>
              </a:rPr>
              <a:t> be saved in </a:t>
            </a:r>
            <a:r>
              <a:rPr lang="en-US" sz="1600" b="0" i="0" dirty="0" err="1">
                <a:effectLst/>
              </a:rPr>
              <a:t>Keras</a:t>
            </a:r>
            <a:r>
              <a:rPr lang="en-US" sz="1600" b="0" i="0" dirty="0">
                <a:effectLst/>
              </a:rPr>
              <a:t> format as HDF5 file.</a:t>
            </a:r>
            <a:endParaRPr lang="en-US" sz="1600" dirty="0"/>
          </a:p>
        </p:txBody>
      </p:sp>
      <p:sp>
        <p:nvSpPr>
          <p:cNvPr id="6" name="Rectangle 1">
            <a:extLst>
              <a:ext uri="{FF2B5EF4-FFF2-40B4-BE49-F238E27FC236}">
                <a16:creationId xmlns:a16="http://schemas.microsoft.com/office/drawing/2014/main" id="{F2F4BDBB-D942-62DF-894E-6AA5ED09558F}"/>
              </a:ext>
            </a:extLst>
          </p:cNvPr>
          <p:cNvSpPr>
            <a:spLocks noChangeArrowheads="1"/>
          </p:cNvSpPr>
          <p:nvPr/>
        </p:nvSpPr>
        <p:spPr bwMode="auto">
          <a:xfrm>
            <a:off x="622621" y="1805528"/>
            <a:ext cx="7176304" cy="430887"/>
          </a:xfrm>
          <a:prstGeom prst="rect">
            <a:avLst/>
          </a:prstGeom>
          <a:solidFill>
            <a:srgbClr val="F7F7F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30000"/>
              </a:spcBef>
              <a:spcAft>
                <a:spcPct val="0"/>
              </a:spcAft>
              <a:defRPr sz="1200">
                <a:solidFill>
                  <a:schemeClr val="tx1"/>
                </a:solidFill>
                <a:latin typeface="Arial" panose="020B0604020202020204" pitchFamily="34" charset="0"/>
              </a:defRPr>
            </a:lvl1pPr>
            <a:lvl2pPr eaLnBrk="0" fontAlgn="base" hangingPunct="0">
              <a:spcBef>
                <a:spcPct val="30000"/>
              </a:spcBef>
              <a:spcAft>
                <a:spcPct val="0"/>
              </a:spcAft>
              <a:defRPr sz="1200">
                <a:solidFill>
                  <a:schemeClr val="tx1"/>
                </a:solidFill>
                <a:latin typeface="Arial" panose="020B0604020202020204" pitchFamily="34" charset="0"/>
              </a:defRPr>
            </a:lvl2pPr>
            <a:lvl3pPr eaLnBrk="0" fontAlgn="base" hangingPunct="0">
              <a:spcBef>
                <a:spcPct val="30000"/>
              </a:spcBef>
              <a:spcAft>
                <a:spcPct val="0"/>
              </a:spcAft>
              <a:defRPr sz="1200">
                <a:solidFill>
                  <a:schemeClr val="tx1"/>
                </a:solidFill>
                <a:latin typeface="Arial" panose="020B0604020202020204" pitchFamily="34" charset="0"/>
              </a:defRPr>
            </a:lvl3pPr>
            <a:lvl4pPr eaLnBrk="0" fontAlgn="base" hangingPunct="0">
              <a:spcBef>
                <a:spcPct val="30000"/>
              </a:spcBef>
              <a:spcAft>
                <a:spcPct val="0"/>
              </a:spcAft>
              <a:defRPr sz="1200">
                <a:solidFill>
                  <a:schemeClr val="tx1"/>
                </a:solidFill>
                <a:latin typeface="Arial" panose="020B0604020202020204" pitchFamily="34" charset="0"/>
              </a:defRPr>
            </a:lvl4pPr>
            <a:lvl5pPr eaLnBrk="0" fontAlgn="base" hangingPunct="0">
              <a:spcBef>
                <a:spcPct val="30000"/>
              </a:spcBef>
              <a:spcAft>
                <a:spcPct val="0"/>
              </a:spcAft>
              <a:defRPr sz="1200">
                <a:solidFill>
                  <a:schemeClr val="tx1"/>
                </a:solidFill>
                <a:latin typeface="Arial" panose="020B0604020202020204" pitchFamily="34" charset="0"/>
              </a:defRPr>
            </a:lvl5pPr>
            <a:lvl6pPr eaLnBrk="0" fontAlgn="base" hangingPunct="0">
              <a:spcBef>
                <a:spcPct val="30000"/>
              </a:spcBef>
              <a:spcAft>
                <a:spcPct val="0"/>
              </a:spcAft>
              <a:defRPr sz="1200">
                <a:solidFill>
                  <a:schemeClr val="tx1"/>
                </a:solidFill>
                <a:latin typeface="Arial" panose="020B0604020202020204" pitchFamily="34" charset="0"/>
              </a:defRPr>
            </a:lvl6pPr>
            <a:lvl7pPr eaLnBrk="0" fontAlgn="base" hangingPunct="0">
              <a:spcBef>
                <a:spcPct val="30000"/>
              </a:spcBef>
              <a:spcAft>
                <a:spcPct val="0"/>
              </a:spcAft>
              <a:defRPr sz="1200">
                <a:solidFill>
                  <a:schemeClr val="tx1"/>
                </a:solidFill>
                <a:latin typeface="Arial" panose="020B0604020202020204" pitchFamily="34" charset="0"/>
              </a:defRPr>
            </a:lvl7pPr>
            <a:lvl8pPr eaLnBrk="0" fontAlgn="base" hangingPunct="0">
              <a:spcBef>
                <a:spcPct val="30000"/>
              </a:spcBef>
              <a:spcAft>
                <a:spcPct val="0"/>
              </a:spcAft>
              <a:defRPr sz="1200">
                <a:solidFill>
                  <a:schemeClr val="tx1"/>
                </a:solidFill>
                <a:latin typeface="Arial" panose="020B0604020202020204" pitchFamily="34" charset="0"/>
              </a:defRPr>
            </a:lvl8pPr>
            <a:lvl9pPr eaLnBrk="0" fontAlgn="base" hangingPunct="0">
              <a:spcBef>
                <a:spcPct val="30000"/>
              </a:spcBef>
              <a:spcAft>
                <a:spcPct val="0"/>
              </a:spcAft>
              <a:defRPr sz="12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err="1">
                <a:ln>
                  <a:noFill/>
                </a:ln>
                <a:solidFill>
                  <a:schemeClr val="tx1"/>
                </a:solidFill>
                <a:effectLst/>
                <a:latin typeface="Arial" panose="020B0604020202020204" pitchFamily="34" charset="0"/>
              </a:rPr>
              <a:t>model_name</a:t>
            </a:r>
            <a:r>
              <a:rPr kumimoji="0" lang="en-US" altLang="en-US" sz="1400" b="0" i="0" u="none" strike="noStrike" cap="none" normalizeH="0" baseline="0" dirty="0">
                <a:ln>
                  <a:noFill/>
                </a:ln>
                <a:solidFill>
                  <a:schemeClr val="tx1"/>
                </a:solidFill>
                <a:effectLst/>
                <a:latin typeface="Roboto Mono" panose="00000009000000000000" pitchFamily="49" charset="0"/>
              </a:rPr>
              <a:t> </a:t>
            </a:r>
            <a:r>
              <a:rPr kumimoji="0" lang="en-US" altLang="en-US" sz="1400" b="0" i="0" u="none" strike="noStrike" cap="none" normalizeH="0" baseline="0" dirty="0">
                <a:ln>
                  <a:noFill/>
                </a:ln>
                <a:solidFill>
                  <a:srgbClr val="055BE0"/>
                </a:solidFill>
                <a:effectLst/>
                <a:latin typeface="Arial" panose="020B0604020202020204" pitchFamily="34" charset="0"/>
              </a:rPr>
              <a:t>=</a:t>
            </a:r>
            <a:r>
              <a:rPr kumimoji="0" lang="en-US" altLang="en-US" sz="1400" b="0" i="0" u="none" strike="noStrike" cap="none" normalizeH="0" baseline="0" dirty="0">
                <a:ln>
                  <a:noFill/>
                </a:ln>
                <a:solidFill>
                  <a:schemeClr val="tx1"/>
                </a:solidFill>
                <a:effectLst/>
                <a:latin typeface="Roboto Mono" panose="00000009000000000000" pitchFamily="49" charset="0"/>
              </a:rPr>
              <a:t> </a:t>
            </a:r>
            <a:r>
              <a:rPr kumimoji="0" lang="en-US" altLang="en-US" sz="1400" b="0" i="0" u="none" strike="noStrike" cap="none" normalizeH="0" baseline="0" dirty="0">
                <a:ln>
                  <a:noFill/>
                </a:ln>
                <a:solidFill>
                  <a:srgbClr val="BB2323"/>
                </a:solidFill>
                <a:effectLst/>
                <a:latin typeface="Roboto Mono" panose="00000009000000000000" pitchFamily="49" charset="0"/>
              </a:rPr>
              <a:t>'digits_recognition_cnn.h5’</a:t>
            </a:r>
            <a:r>
              <a:rPr kumimoji="0" lang="en-US" altLang="en-US" sz="1400" b="0" i="0" u="none" strike="noStrike" cap="none" normalizeH="0" baseline="0" dirty="0">
                <a:ln>
                  <a:noFill/>
                </a:ln>
                <a:solidFill>
                  <a:schemeClr val="tx1"/>
                </a:solidFill>
                <a:effectLst/>
                <a:latin typeface="Roboto Mono" panose="00000009000000000000"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err="1">
                <a:ln>
                  <a:noFill/>
                </a:ln>
                <a:solidFill>
                  <a:schemeClr val="tx1"/>
                </a:solidFill>
                <a:effectLst/>
                <a:latin typeface="Arial" panose="020B0604020202020204" pitchFamily="34" charset="0"/>
              </a:rPr>
              <a:t>model</a:t>
            </a:r>
            <a:r>
              <a:rPr kumimoji="0" lang="en-US" altLang="en-US" sz="1400" b="0" i="0" u="none" strike="noStrike" cap="none" normalizeH="0" baseline="0" dirty="0" err="1">
                <a:ln>
                  <a:noFill/>
                </a:ln>
                <a:solidFill>
                  <a:srgbClr val="055BE0"/>
                </a:solidFill>
                <a:effectLst/>
                <a:latin typeface="Arial" panose="020B0604020202020204" pitchFamily="34" charset="0"/>
              </a:rPr>
              <a:t>.</a:t>
            </a:r>
            <a:r>
              <a:rPr kumimoji="0" lang="en-US" altLang="en-US" sz="1400" b="0" i="0" u="none" strike="noStrike" cap="none" normalizeH="0" baseline="0" dirty="0" err="1">
                <a:ln>
                  <a:noFill/>
                </a:ln>
                <a:solidFill>
                  <a:schemeClr val="tx1"/>
                </a:solidFill>
                <a:effectLst/>
                <a:latin typeface="Arial" panose="020B0604020202020204" pitchFamily="34" charset="0"/>
              </a:rPr>
              <a:t>save</a:t>
            </a:r>
            <a:r>
              <a:rPr kumimoji="0" lang="en-US" altLang="en-US" sz="1400" b="0" i="0" u="none" strike="noStrike" cap="none" normalizeH="0" baseline="0" dirty="0">
                <a:ln>
                  <a:noFill/>
                </a:ln>
                <a:solidFill>
                  <a:schemeClr val="tx1"/>
                </a:solidFill>
                <a:effectLst/>
                <a:latin typeface="Roboto Mono" panose="00000009000000000000" pitchFamily="49" charset="0"/>
              </a:rPr>
              <a:t>(</a:t>
            </a:r>
            <a:r>
              <a:rPr kumimoji="0" lang="en-US" altLang="en-US" sz="1400" b="0" i="0" u="none" strike="noStrike" cap="none" normalizeH="0" baseline="0" dirty="0" err="1">
                <a:ln>
                  <a:noFill/>
                </a:ln>
                <a:solidFill>
                  <a:schemeClr val="tx1"/>
                </a:solidFill>
                <a:effectLst/>
                <a:latin typeface="Arial" panose="020B0604020202020204" pitchFamily="34" charset="0"/>
              </a:rPr>
              <a:t>model_name</a:t>
            </a:r>
            <a:r>
              <a:rPr kumimoji="0" lang="en-US" altLang="en-US" sz="1400" b="0" i="0" u="none" strike="noStrike" cap="none" normalizeH="0" baseline="0" dirty="0">
                <a:ln>
                  <a:noFill/>
                </a:ln>
                <a:solidFill>
                  <a:schemeClr val="tx1"/>
                </a:solidFill>
                <a:effectLst/>
                <a:latin typeface="Roboto Mono" panose="00000009000000000000" pitchFamily="49" charset="0"/>
              </a:rPr>
              <a:t>, </a:t>
            </a:r>
            <a:r>
              <a:rPr kumimoji="0" lang="en-US" altLang="en-US" sz="1400" b="0" i="0" u="none" strike="noStrike" cap="none" normalizeH="0" baseline="0" dirty="0" err="1">
                <a:ln>
                  <a:noFill/>
                </a:ln>
                <a:solidFill>
                  <a:schemeClr val="tx1"/>
                </a:solidFill>
                <a:effectLst/>
                <a:latin typeface="Arial" panose="020B0604020202020204" pitchFamily="34" charset="0"/>
              </a:rPr>
              <a:t>save_format</a:t>
            </a:r>
            <a:r>
              <a:rPr kumimoji="0" lang="en-US" altLang="en-US" sz="1400" b="0" i="0" u="none" strike="noStrike" cap="none" normalizeH="0" baseline="0" dirty="0">
                <a:ln>
                  <a:noFill/>
                </a:ln>
                <a:solidFill>
                  <a:srgbClr val="055BE0"/>
                </a:solidFill>
                <a:effectLst/>
                <a:latin typeface="Arial" panose="020B0604020202020204" pitchFamily="34" charset="0"/>
              </a:rPr>
              <a:t>=</a:t>
            </a:r>
            <a:r>
              <a:rPr kumimoji="0" lang="en-US" altLang="en-US" sz="1400" b="0" i="0" u="none" strike="noStrike" cap="none" normalizeH="0" baseline="0" dirty="0">
                <a:ln>
                  <a:noFill/>
                </a:ln>
                <a:solidFill>
                  <a:srgbClr val="BB2323"/>
                </a:solidFill>
                <a:effectLst/>
                <a:latin typeface="Roboto Mono" panose="00000009000000000000" pitchFamily="49" charset="0"/>
              </a:rPr>
              <a:t>'h5'</a:t>
            </a:r>
            <a:r>
              <a:rPr kumimoji="0" lang="en-US" altLang="en-US" sz="1400" b="0" i="0" u="none" strike="noStrike" cap="none" normalizeH="0" baseline="0" dirty="0">
                <a:ln>
                  <a:noFill/>
                </a:ln>
                <a:solidFill>
                  <a:schemeClr val="tx1"/>
                </a:solidFill>
                <a:effectLst/>
                <a:latin typeface="Roboto Mono" panose="00000009000000000000" pitchFamily="49" charset="0"/>
              </a:rPr>
              <a:t>)</a:t>
            </a:r>
            <a:r>
              <a:rPr kumimoji="0" lang="en-US" altLang="en-US" sz="1400" b="0" i="0" u="none" strike="noStrike" cap="none" normalizeH="0" baseline="0" dirty="0">
                <a:ln>
                  <a:noFill/>
                </a:ln>
                <a:solidFill>
                  <a:schemeClr val="tx1"/>
                </a:solidFill>
                <a:effectLst/>
              </a:rPr>
              <a:t> </a:t>
            </a: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
        <p:nvSpPr>
          <p:cNvPr id="7" name="Rectangle 2">
            <a:extLst>
              <a:ext uri="{FF2B5EF4-FFF2-40B4-BE49-F238E27FC236}">
                <a16:creationId xmlns:a16="http://schemas.microsoft.com/office/drawing/2014/main" id="{36D04455-3240-58B8-8F97-08B4AF500856}"/>
              </a:ext>
            </a:extLst>
          </p:cNvPr>
          <p:cNvSpPr>
            <a:spLocks noChangeArrowheads="1"/>
          </p:cNvSpPr>
          <p:nvPr/>
        </p:nvSpPr>
        <p:spPr bwMode="auto">
          <a:xfrm>
            <a:off x="627927" y="2516837"/>
            <a:ext cx="6094070" cy="215444"/>
          </a:xfrm>
          <a:prstGeom prst="rect">
            <a:avLst/>
          </a:prstGeom>
          <a:solidFill>
            <a:srgbClr val="F7F7F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30000"/>
              </a:spcBef>
              <a:spcAft>
                <a:spcPct val="0"/>
              </a:spcAft>
              <a:defRPr sz="1200">
                <a:solidFill>
                  <a:schemeClr val="tx1"/>
                </a:solidFill>
                <a:latin typeface="Arial" panose="020B0604020202020204" pitchFamily="34" charset="0"/>
              </a:defRPr>
            </a:lvl1pPr>
            <a:lvl2pPr eaLnBrk="0" fontAlgn="base" hangingPunct="0">
              <a:spcBef>
                <a:spcPct val="30000"/>
              </a:spcBef>
              <a:spcAft>
                <a:spcPct val="0"/>
              </a:spcAft>
              <a:defRPr sz="1200">
                <a:solidFill>
                  <a:schemeClr val="tx1"/>
                </a:solidFill>
                <a:latin typeface="Arial" panose="020B0604020202020204" pitchFamily="34" charset="0"/>
              </a:defRPr>
            </a:lvl2pPr>
            <a:lvl3pPr eaLnBrk="0" fontAlgn="base" hangingPunct="0">
              <a:spcBef>
                <a:spcPct val="30000"/>
              </a:spcBef>
              <a:spcAft>
                <a:spcPct val="0"/>
              </a:spcAft>
              <a:defRPr sz="1200">
                <a:solidFill>
                  <a:schemeClr val="tx1"/>
                </a:solidFill>
                <a:latin typeface="Arial" panose="020B0604020202020204" pitchFamily="34" charset="0"/>
              </a:defRPr>
            </a:lvl3pPr>
            <a:lvl4pPr eaLnBrk="0" fontAlgn="base" hangingPunct="0">
              <a:spcBef>
                <a:spcPct val="30000"/>
              </a:spcBef>
              <a:spcAft>
                <a:spcPct val="0"/>
              </a:spcAft>
              <a:defRPr sz="1200">
                <a:solidFill>
                  <a:schemeClr val="tx1"/>
                </a:solidFill>
                <a:latin typeface="Arial" panose="020B0604020202020204" pitchFamily="34" charset="0"/>
              </a:defRPr>
            </a:lvl4pPr>
            <a:lvl5pPr eaLnBrk="0" fontAlgn="base" hangingPunct="0">
              <a:spcBef>
                <a:spcPct val="30000"/>
              </a:spcBef>
              <a:spcAft>
                <a:spcPct val="0"/>
              </a:spcAft>
              <a:defRPr sz="1200">
                <a:solidFill>
                  <a:schemeClr val="tx1"/>
                </a:solidFill>
                <a:latin typeface="Arial" panose="020B0604020202020204" pitchFamily="34" charset="0"/>
              </a:defRPr>
            </a:lvl5pPr>
            <a:lvl6pPr eaLnBrk="0" fontAlgn="base" hangingPunct="0">
              <a:spcBef>
                <a:spcPct val="30000"/>
              </a:spcBef>
              <a:spcAft>
                <a:spcPct val="0"/>
              </a:spcAft>
              <a:defRPr sz="1200">
                <a:solidFill>
                  <a:schemeClr val="tx1"/>
                </a:solidFill>
                <a:latin typeface="Arial" panose="020B0604020202020204" pitchFamily="34" charset="0"/>
              </a:defRPr>
            </a:lvl6pPr>
            <a:lvl7pPr eaLnBrk="0" fontAlgn="base" hangingPunct="0">
              <a:spcBef>
                <a:spcPct val="30000"/>
              </a:spcBef>
              <a:spcAft>
                <a:spcPct val="0"/>
              </a:spcAft>
              <a:defRPr sz="1200">
                <a:solidFill>
                  <a:schemeClr val="tx1"/>
                </a:solidFill>
                <a:latin typeface="Arial" panose="020B0604020202020204" pitchFamily="34" charset="0"/>
              </a:defRPr>
            </a:lvl7pPr>
            <a:lvl8pPr eaLnBrk="0" fontAlgn="base" hangingPunct="0">
              <a:spcBef>
                <a:spcPct val="30000"/>
              </a:spcBef>
              <a:spcAft>
                <a:spcPct val="0"/>
              </a:spcAft>
              <a:defRPr sz="1200">
                <a:solidFill>
                  <a:schemeClr val="tx1"/>
                </a:solidFill>
                <a:latin typeface="Arial" panose="020B0604020202020204" pitchFamily="34" charset="0"/>
              </a:defRPr>
            </a:lvl8pPr>
            <a:lvl9pPr eaLnBrk="0" fontAlgn="base" hangingPunct="0">
              <a:spcBef>
                <a:spcPct val="30000"/>
              </a:spcBef>
              <a:spcAft>
                <a:spcPct val="0"/>
              </a:spcAft>
              <a:defRPr sz="12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400" b="0" i="0" u="none" strike="noStrike" cap="none" normalizeH="0" baseline="0" dirty="0" err="1">
                <a:ln>
                  <a:noFill/>
                </a:ln>
                <a:solidFill>
                  <a:schemeClr val="tx1"/>
                </a:solidFill>
                <a:effectLst/>
                <a:latin typeface="Arial" panose="020B0604020202020204" pitchFamily="34" charset="0"/>
              </a:rPr>
              <a:t>loaded_model</a:t>
            </a:r>
            <a:r>
              <a:rPr kumimoji="0" lang="en-US" altLang="en-US" sz="1400" b="0" i="0" u="none" strike="noStrike" cap="none" normalizeH="0" baseline="0" dirty="0">
                <a:ln>
                  <a:noFill/>
                </a:ln>
                <a:solidFill>
                  <a:schemeClr val="tx1"/>
                </a:solidFill>
                <a:effectLst/>
                <a:latin typeface="Roboto Mono" panose="00000009000000000000" pitchFamily="49" charset="0"/>
              </a:rPr>
              <a:t> </a:t>
            </a:r>
            <a:r>
              <a:rPr kumimoji="0" lang="en-US" altLang="en-US" sz="1400" b="0" i="0" u="none" strike="noStrike" cap="none" normalizeH="0" baseline="0" dirty="0">
                <a:ln>
                  <a:noFill/>
                </a:ln>
                <a:solidFill>
                  <a:srgbClr val="055BE0"/>
                </a:solidFill>
                <a:effectLst/>
                <a:latin typeface="Arial" panose="020B0604020202020204" pitchFamily="34" charset="0"/>
              </a:rPr>
              <a:t>=</a:t>
            </a:r>
            <a:r>
              <a:rPr kumimoji="0" lang="en-US" altLang="en-US" sz="1400" b="0" i="0" u="none" strike="noStrike" cap="none" normalizeH="0" baseline="0" dirty="0">
                <a:ln>
                  <a:noFill/>
                </a:ln>
                <a:solidFill>
                  <a:schemeClr val="tx1"/>
                </a:solidFill>
                <a:effectLst/>
                <a:latin typeface="Roboto Mono" panose="00000009000000000000" pitchFamily="49" charset="0"/>
              </a:rPr>
              <a:t> </a:t>
            </a:r>
            <a:r>
              <a:rPr kumimoji="0" lang="en-US" altLang="en-US" sz="1400" b="0" i="0" u="none" strike="noStrike" cap="none" normalizeH="0" baseline="0" dirty="0" err="1">
                <a:ln>
                  <a:noFill/>
                </a:ln>
                <a:solidFill>
                  <a:schemeClr val="tx1"/>
                </a:solidFill>
                <a:effectLst/>
                <a:latin typeface="Arial" panose="020B0604020202020204" pitchFamily="34" charset="0"/>
              </a:rPr>
              <a:t>tf</a:t>
            </a:r>
            <a:r>
              <a:rPr kumimoji="0" lang="en-US" altLang="en-US" sz="1400" b="0" i="0" u="none" strike="noStrike" cap="none" normalizeH="0" baseline="0" dirty="0" err="1">
                <a:ln>
                  <a:noFill/>
                </a:ln>
                <a:solidFill>
                  <a:srgbClr val="055BE0"/>
                </a:solidFill>
                <a:effectLst/>
                <a:latin typeface="Arial" panose="020B0604020202020204" pitchFamily="34" charset="0"/>
              </a:rPr>
              <a:t>.</a:t>
            </a:r>
            <a:r>
              <a:rPr kumimoji="0" lang="en-US" altLang="en-US" sz="1400" b="0" i="0" u="none" strike="noStrike" cap="none" normalizeH="0" baseline="0" dirty="0" err="1">
                <a:ln>
                  <a:noFill/>
                </a:ln>
                <a:solidFill>
                  <a:schemeClr val="tx1"/>
                </a:solidFill>
                <a:effectLst/>
                <a:latin typeface="Arial" panose="020B0604020202020204" pitchFamily="34" charset="0"/>
              </a:rPr>
              <a:t>keras</a:t>
            </a:r>
            <a:r>
              <a:rPr kumimoji="0" lang="en-US" altLang="en-US" sz="1400" b="0" i="0" u="none" strike="noStrike" cap="none" normalizeH="0" baseline="0" dirty="0" err="1">
                <a:ln>
                  <a:noFill/>
                </a:ln>
                <a:solidFill>
                  <a:srgbClr val="055BE0"/>
                </a:solidFill>
                <a:effectLst/>
                <a:latin typeface="Arial" panose="020B0604020202020204" pitchFamily="34" charset="0"/>
              </a:rPr>
              <a:t>.</a:t>
            </a:r>
            <a:r>
              <a:rPr kumimoji="0" lang="en-US" altLang="en-US" sz="1400" b="0" i="0" u="none" strike="noStrike" cap="none" normalizeH="0" baseline="0" dirty="0" err="1">
                <a:ln>
                  <a:noFill/>
                </a:ln>
                <a:solidFill>
                  <a:schemeClr val="tx1"/>
                </a:solidFill>
                <a:effectLst/>
                <a:latin typeface="Arial" panose="020B0604020202020204" pitchFamily="34" charset="0"/>
              </a:rPr>
              <a:t>models</a:t>
            </a:r>
            <a:r>
              <a:rPr kumimoji="0" lang="en-US" altLang="en-US" sz="1400" b="0" i="0" u="none" strike="noStrike" cap="none" normalizeH="0" baseline="0" dirty="0" err="1">
                <a:ln>
                  <a:noFill/>
                </a:ln>
                <a:solidFill>
                  <a:srgbClr val="055BE0"/>
                </a:solidFill>
                <a:effectLst/>
                <a:latin typeface="Arial" panose="020B0604020202020204" pitchFamily="34" charset="0"/>
              </a:rPr>
              <a:t>.</a:t>
            </a:r>
            <a:r>
              <a:rPr kumimoji="0" lang="en-US" altLang="en-US" sz="1400" b="0" i="0" u="none" strike="noStrike" cap="none" normalizeH="0" baseline="0" dirty="0" err="1">
                <a:ln>
                  <a:noFill/>
                </a:ln>
                <a:solidFill>
                  <a:schemeClr val="tx1"/>
                </a:solidFill>
                <a:effectLst/>
                <a:latin typeface="Arial" panose="020B0604020202020204" pitchFamily="34" charset="0"/>
              </a:rPr>
              <a:t>load_model</a:t>
            </a:r>
            <a:r>
              <a:rPr kumimoji="0" lang="en-US" altLang="en-US" sz="1400" b="0" i="0" u="none" strike="noStrike" cap="none" normalizeH="0" baseline="0" dirty="0">
                <a:ln>
                  <a:noFill/>
                </a:ln>
                <a:solidFill>
                  <a:schemeClr val="tx1"/>
                </a:solidFill>
                <a:effectLst/>
                <a:latin typeface="Roboto Mono" panose="00000009000000000000" pitchFamily="49" charset="0"/>
              </a:rPr>
              <a:t>(</a:t>
            </a:r>
            <a:r>
              <a:rPr kumimoji="0" lang="en-US" altLang="en-US" sz="1400" b="0" i="0" u="none" strike="noStrike" cap="none" normalizeH="0" baseline="0" dirty="0" err="1">
                <a:ln>
                  <a:noFill/>
                </a:ln>
                <a:solidFill>
                  <a:schemeClr val="tx1"/>
                </a:solidFill>
                <a:effectLst/>
                <a:latin typeface="Arial" panose="020B0604020202020204" pitchFamily="34" charset="0"/>
              </a:rPr>
              <a:t>model_name</a:t>
            </a:r>
            <a:r>
              <a:rPr kumimoji="0" lang="en-US" altLang="en-US" sz="1400" b="0" i="0" u="none" strike="noStrike" cap="none" normalizeH="0" baseline="0" dirty="0">
                <a:ln>
                  <a:noFill/>
                </a:ln>
                <a:solidFill>
                  <a:schemeClr val="tx1"/>
                </a:solidFill>
                <a:effectLst/>
                <a:latin typeface="Roboto Mono" panose="00000009000000000000" pitchFamily="49" charset="0"/>
              </a:rPr>
              <a:t>)</a:t>
            </a:r>
            <a:r>
              <a:rPr kumimoji="0" lang="en-US" altLang="en-US" sz="1400" b="0" i="0" u="none" strike="noStrike" cap="none" normalizeH="0" baseline="0" dirty="0">
                <a:ln>
                  <a:noFill/>
                </a:ln>
                <a:solidFill>
                  <a:schemeClr val="tx1"/>
                </a:solidFill>
                <a:effectLst/>
              </a:rPr>
              <a:t> </a:t>
            </a: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
        <p:nvSpPr>
          <p:cNvPr id="9" name="TextBox 8">
            <a:extLst>
              <a:ext uri="{FF2B5EF4-FFF2-40B4-BE49-F238E27FC236}">
                <a16:creationId xmlns:a16="http://schemas.microsoft.com/office/drawing/2014/main" id="{A44CFC37-7F1A-8EFD-35F0-567B619D2E06}"/>
              </a:ext>
            </a:extLst>
          </p:cNvPr>
          <p:cNvSpPr txBox="1"/>
          <p:nvPr/>
        </p:nvSpPr>
        <p:spPr>
          <a:xfrm>
            <a:off x="622621" y="3403084"/>
            <a:ext cx="8518485" cy="400110"/>
          </a:xfrm>
          <a:prstGeom prst="rect">
            <a:avLst/>
          </a:prstGeom>
          <a:noFill/>
        </p:spPr>
        <p:txBody>
          <a:bodyPr wrap="square">
            <a:spAutoFit/>
          </a:bodyPr>
          <a:lstStyle/>
          <a:p>
            <a:pPr algn="l"/>
            <a:r>
              <a:rPr lang="en-US" sz="2000" b="1" i="0" dirty="0" err="1">
                <a:solidFill>
                  <a:srgbClr val="000000"/>
                </a:solidFill>
                <a:effectLst/>
                <a:latin typeface="Inter"/>
              </a:rPr>
              <a:t>Visualise</a:t>
            </a:r>
            <a:r>
              <a:rPr lang="en-US" sz="2000" b="1" i="0" dirty="0">
                <a:solidFill>
                  <a:srgbClr val="000000"/>
                </a:solidFill>
                <a:effectLst/>
                <a:latin typeface="Inter"/>
              </a:rPr>
              <a:t> validation predicted data on how the digits were written</a:t>
            </a:r>
          </a:p>
        </p:txBody>
      </p:sp>
      <p:sp>
        <p:nvSpPr>
          <p:cNvPr id="11" name="TextBox 10">
            <a:extLst>
              <a:ext uri="{FF2B5EF4-FFF2-40B4-BE49-F238E27FC236}">
                <a16:creationId xmlns:a16="http://schemas.microsoft.com/office/drawing/2014/main" id="{22E196BE-D6EF-A765-2FB1-FFE3E2677950}"/>
              </a:ext>
            </a:extLst>
          </p:cNvPr>
          <p:cNvSpPr txBox="1"/>
          <p:nvPr/>
        </p:nvSpPr>
        <p:spPr>
          <a:xfrm>
            <a:off x="622621" y="4106003"/>
            <a:ext cx="11079384" cy="369332"/>
          </a:xfrm>
          <a:prstGeom prst="rect">
            <a:avLst/>
          </a:prstGeom>
          <a:noFill/>
        </p:spPr>
        <p:txBody>
          <a:bodyPr wrap="square">
            <a:spAutoFit/>
          </a:bodyPr>
          <a:lstStyle/>
          <a:p>
            <a:r>
              <a:rPr lang="en-US" b="0" i="0" dirty="0">
                <a:effectLst/>
              </a:rPr>
              <a:t>To use the model that we've just trained for digits recognition we need to call predict() method.</a:t>
            </a:r>
            <a:endParaRPr lang="en-US" dirty="0"/>
          </a:p>
        </p:txBody>
      </p:sp>
      <p:sp>
        <p:nvSpPr>
          <p:cNvPr id="12" name="Rectangle 3">
            <a:extLst>
              <a:ext uri="{FF2B5EF4-FFF2-40B4-BE49-F238E27FC236}">
                <a16:creationId xmlns:a16="http://schemas.microsoft.com/office/drawing/2014/main" id="{DF416AAD-6AC3-ED70-0D13-F7768A8EFF98}"/>
              </a:ext>
            </a:extLst>
          </p:cNvPr>
          <p:cNvSpPr>
            <a:spLocks noChangeArrowheads="1"/>
          </p:cNvSpPr>
          <p:nvPr/>
        </p:nvSpPr>
        <p:spPr bwMode="auto">
          <a:xfrm>
            <a:off x="717631" y="4809811"/>
            <a:ext cx="6528122" cy="215444"/>
          </a:xfrm>
          <a:prstGeom prst="rect">
            <a:avLst/>
          </a:prstGeom>
          <a:solidFill>
            <a:srgbClr val="F7F7F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30000"/>
              </a:spcBef>
              <a:spcAft>
                <a:spcPct val="0"/>
              </a:spcAft>
              <a:defRPr sz="1200">
                <a:solidFill>
                  <a:schemeClr val="tx1"/>
                </a:solidFill>
                <a:latin typeface="Arial" panose="020B0604020202020204" pitchFamily="34" charset="0"/>
              </a:defRPr>
            </a:lvl1pPr>
            <a:lvl2pPr eaLnBrk="0" fontAlgn="base" hangingPunct="0">
              <a:spcBef>
                <a:spcPct val="30000"/>
              </a:spcBef>
              <a:spcAft>
                <a:spcPct val="0"/>
              </a:spcAft>
              <a:defRPr sz="1200">
                <a:solidFill>
                  <a:schemeClr val="tx1"/>
                </a:solidFill>
                <a:latin typeface="Arial" panose="020B0604020202020204" pitchFamily="34" charset="0"/>
              </a:defRPr>
            </a:lvl2pPr>
            <a:lvl3pPr eaLnBrk="0" fontAlgn="base" hangingPunct="0">
              <a:spcBef>
                <a:spcPct val="30000"/>
              </a:spcBef>
              <a:spcAft>
                <a:spcPct val="0"/>
              </a:spcAft>
              <a:defRPr sz="1200">
                <a:solidFill>
                  <a:schemeClr val="tx1"/>
                </a:solidFill>
                <a:latin typeface="Arial" panose="020B0604020202020204" pitchFamily="34" charset="0"/>
              </a:defRPr>
            </a:lvl3pPr>
            <a:lvl4pPr eaLnBrk="0" fontAlgn="base" hangingPunct="0">
              <a:spcBef>
                <a:spcPct val="30000"/>
              </a:spcBef>
              <a:spcAft>
                <a:spcPct val="0"/>
              </a:spcAft>
              <a:defRPr sz="1200">
                <a:solidFill>
                  <a:schemeClr val="tx1"/>
                </a:solidFill>
                <a:latin typeface="Arial" panose="020B0604020202020204" pitchFamily="34" charset="0"/>
              </a:defRPr>
            </a:lvl4pPr>
            <a:lvl5pPr eaLnBrk="0" fontAlgn="base" hangingPunct="0">
              <a:spcBef>
                <a:spcPct val="30000"/>
              </a:spcBef>
              <a:spcAft>
                <a:spcPct val="0"/>
              </a:spcAft>
              <a:defRPr sz="1200">
                <a:solidFill>
                  <a:schemeClr val="tx1"/>
                </a:solidFill>
                <a:latin typeface="Arial" panose="020B0604020202020204" pitchFamily="34" charset="0"/>
              </a:defRPr>
            </a:lvl5pPr>
            <a:lvl6pPr eaLnBrk="0" fontAlgn="base" hangingPunct="0">
              <a:spcBef>
                <a:spcPct val="30000"/>
              </a:spcBef>
              <a:spcAft>
                <a:spcPct val="0"/>
              </a:spcAft>
              <a:defRPr sz="1200">
                <a:solidFill>
                  <a:schemeClr val="tx1"/>
                </a:solidFill>
                <a:latin typeface="Arial" panose="020B0604020202020204" pitchFamily="34" charset="0"/>
              </a:defRPr>
            </a:lvl6pPr>
            <a:lvl7pPr eaLnBrk="0" fontAlgn="base" hangingPunct="0">
              <a:spcBef>
                <a:spcPct val="30000"/>
              </a:spcBef>
              <a:spcAft>
                <a:spcPct val="0"/>
              </a:spcAft>
              <a:defRPr sz="1200">
                <a:solidFill>
                  <a:schemeClr val="tx1"/>
                </a:solidFill>
                <a:latin typeface="Arial" panose="020B0604020202020204" pitchFamily="34" charset="0"/>
              </a:defRPr>
            </a:lvl7pPr>
            <a:lvl8pPr eaLnBrk="0" fontAlgn="base" hangingPunct="0">
              <a:spcBef>
                <a:spcPct val="30000"/>
              </a:spcBef>
              <a:spcAft>
                <a:spcPct val="0"/>
              </a:spcAft>
              <a:defRPr sz="1200">
                <a:solidFill>
                  <a:schemeClr val="tx1"/>
                </a:solidFill>
                <a:latin typeface="Arial" panose="020B0604020202020204" pitchFamily="34" charset="0"/>
              </a:defRPr>
            </a:lvl8pPr>
            <a:lvl9pPr eaLnBrk="0" fontAlgn="base" hangingPunct="0">
              <a:spcBef>
                <a:spcPct val="30000"/>
              </a:spcBef>
              <a:spcAft>
                <a:spcPct val="0"/>
              </a:spcAft>
              <a:defRPr sz="12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400" b="0" i="0" u="none" strike="noStrike" cap="none" normalizeH="0" baseline="0" dirty="0" err="1">
                <a:ln>
                  <a:noFill/>
                </a:ln>
                <a:solidFill>
                  <a:schemeClr val="tx1"/>
                </a:solidFill>
                <a:effectLst/>
                <a:latin typeface="Arial" panose="020B0604020202020204" pitchFamily="34" charset="0"/>
              </a:rPr>
              <a:t>predictions_one_hot</a:t>
            </a:r>
            <a:r>
              <a:rPr kumimoji="0" lang="en-US" altLang="en-US" sz="1400" b="0" i="0" u="none" strike="noStrike" cap="none" normalizeH="0" baseline="0" dirty="0">
                <a:ln>
                  <a:noFill/>
                </a:ln>
                <a:solidFill>
                  <a:schemeClr val="tx1"/>
                </a:solidFill>
                <a:effectLst/>
                <a:latin typeface="Roboto Mono" panose="00000009000000000000" pitchFamily="49" charset="0"/>
              </a:rPr>
              <a:t> </a:t>
            </a:r>
            <a:r>
              <a:rPr kumimoji="0" lang="en-US" altLang="en-US" sz="1400" b="0" i="0" u="none" strike="noStrike" cap="none" normalizeH="0" baseline="0" dirty="0">
                <a:ln>
                  <a:noFill/>
                </a:ln>
                <a:solidFill>
                  <a:srgbClr val="055BE0"/>
                </a:solidFill>
                <a:effectLst/>
                <a:latin typeface="Arial" panose="020B0604020202020204" pitchFamily="34" charset="0"/>
              </a:rPr>
              <a:t>=</a:t>
            </a:r>
            <a:r>
              <a:rPr kumimoji="0" lang="en-US" altLang="en-US" sz="1400" b="0" i="0" u="none" strike="noStrike" cap="none" normalizeH="0" baseline="0" dirty="0">
                <a:ln>
                  <a:noFill/>
                </a:ln>
                <a:solidFill>
                  <a:schemeClr val="tx1"/>
                </a:solidFill>
                <a:effectLst/>
                <a:latin typeface="Roboto Mono" panose="00000009000000000000" pitchFamily="49" charset="0"/>
              </a:rPr>
              <a:t> </a:t>
            </a:r>
            <a:r>
              <a:rPr kumimoji="0" lang="en-US" altLang="en-US" sz="1400" b="0" i="0" u="none" strike="noStrike" cap="none" normalizeH="0" baseline="0" dirty="0" err="1">
                <a:ln>
                  <a:noFill/>
                </a:ln>
                <a:solidFill>
                  <a:schemeClr val="tx1"/>
                </a:solidFill>
                <a:effectLst/>
                <a:latin typeface="Arial" panose="020B0604020202020204" pitchFamily="34" charset="0"/>
              </a:rPr>
              <a:t>loaded_model</a:t>
            </a:r>
            <a:r>
              <a:rPr kumimoji="0" lang="en-US" altLang="en-US" sz="1400" b="0" i="0" u="none" strike="noStrike" cap="none" normalizeH="0" baseline="0" dirty="0" err="1">
                <a:ln>
                  <a:noFill/>
                </a:ln>
                <a:solidFill>
                  <a:srgbClr val="055BE0"/>
                </a:solidFill>
                <a:effectLst/>
                <a:latin typeface="Arial" panose="020B0604020202020204" pitchFamily="34" charset="0"/>
              </a:rPr>
              <a:t>.</a:t>
            </a:r>
            <a:r>
              <a:rPr kumimoji="0" lang="en-US" altLang="en-US" sz="1400" b="0" i="0" u="none" strike="noStrike" cap="none" normalizeH="0" baseline="0" dirty="0" err="1">
                <a:ln>
                  <a:noFill/>
                </a:ln>
                <a:solidFill>
                  <a:schemeClr val="tx1"/>
                </a:solidFill>
                <a:effectLst/>
                <a:latin typeface="Arial" panose="020B0604020202020204" pitchFamily="34" charset="0"/>
              </a:rPr>
              <a:t>predict</a:t>
            </a:r>
            <a:r>
              <a:rPr kumimoji="0" lang="en-US" altLang="en-US" sz="1400" b="0" i="0" u="none" strike="noStrike" cap="none" normalizeH="0" baseline="0" dirty="0">
                <a:ln>
                  <a:noFill/>
                </a:ln>
                <a:solidFill>
                  <a:schemeClr val="tx1"/>
                </a:solidFill>
                <a:effectLst/>
                <a:latin typeface="Roboto Mono" panose="00000009000000000000" pitchFamily="49" charset="0"/>
              </a:rPr>
              <a:t>([</a:t>
            </a:r>
            <a:r>
              <a:rPr kumimoji="0" lang="en-US" altLang="en-US" sz="1400" b="0" i="0" u="none" strike="noStrike" cap="none" normalizeH="0" baseline="0" dirty="0" err="1">
                <a:ln>
                  <a:noFill/>
                </a:ln>
                <a:solidFill>
                  <a:schemeClr val="tx1"/>
                </a:solidFill>
                <a:effectLst/>
                <a:latin typeface="Arial" panose="020B0604020202020204" pitchFamily="34" charset="0"/>
              </a:rPr>
              <a:t>x_validation_normalized</a:t>
            </a:r>
            <a:r>
              <a:rPr kumimoji="0" lang="en-US" altLang="en-US" sz="1400" b="0" i="0" u="none" strike="noStrike" cap="none" normalizeH="0" baseline="0" dirty="0">
                <a:ln>
                  <a:noFill/>
                </a:ln>
                <a:solidFill>
                  <a:schemeClr val="tx1"/>
                </a:solidFill>
                <a:effectLst/>
                <a:latin typeface="Roboto Mono" panose="00000009000000000000" pitchFamily="49" charset="0"/>
              </a:rPr>
              <a:t>])</a:t>
            </a:r>
            <a:r>
              <a:rPr kumimoji="0" lang="en-US" altLang="en-US" sz="1400" b="0" i="0" u="none" strike="noStrike" cap="none" normalizeH="0" baseline="0" dirty="0">
                <a:ln>
                  <a:noFill/>
                </a:ln>
                <a:solidFill>
                  <a:schemeClr val="tx1"/>
                </a:solidFill>
                <a:effectLst/>
              </a:rPr>
              <a:t> </a:t>
            </a: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
        <p:nvSpPr>
          <p:cNvPr id="13" name="Rectangle 4">
            <a:extLst>
              <a:ext uri="{FF2B5EF4-FFF2-40B4-BE49-F238E27FC236}">
                <a16:creationId xmlns:a16="http://schemas.microsoft.com/office/drawing/2014/main" id="{2DD6962F-A8F0-E504-F849-05E255D2BFD9}"/>
              </a:ext>
            </a:extLst>
          </p:cNvPr>
          <p:cNvSpPr>
            <a:spLocks noChangeArrowheads="1"/>
          </p:cNvSpPr>
          <p:nvPr/>
        </p:nvSpPr>
        <p:spPr bwMode="auto">
          <a:xfrm>
            <a:off x="717631" y="5346193"/>
            <a:ext cx="7176304" cy="215444"/>
          </a:xfrm>
          <a:prstGeom prst="rect">
            <a:avLst/>
          </a:prstGeom>
          <a:solidFill>
            <a:srgbClr val="F7F7F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30000"/>
              </a:spcBef>
              <a:spcAft>
                <a:spcPct val="0"/>
              </a:spcAft>
              <a:defRPr sz="1200">
                <a:solidFill>
                  <a:schemeClr val="tx1"/>
                </a:solidFill>
                <a:latin typeface="Arial" panose="020B0604020202020204" pitchFamily="34" charset="0"/>
              </a:defRPr>
            </a:lvl1pPr>
            <a:lvl2pPr eaLnBrk="0" fontAlgn="base" hangingPunct="0">
              <a:spcBef>
                <a:spcPct val="30000"/>
              </a:spcBef>
              <a:spcAft>
                <a:spcPct val="0"/>
              </a:spcAft>
              <a:defRPr sz="1200">
                <a:solidFill>
                  <a:schemeClr val="tx1"/>
                </a:solidFill>
                <a:latin typeface="Arial" panose="020B0604020202020204" pitchFamily="34" charset="0"/>
              </a:defRPr>
            </a:lvl2pPr>
            <a:lvl3pPr eaLnBrk="0" fontAlgn="base" hangingPunct="0">
              <a:spcBef>
                <a:spcPct val="30000"/>
              </a:spcBef>
              <a:spcAft>
                <a:spcPct val="0"/>
              </a:spcAft>
              <a:defRPr sz="1200">
                <a:solidFill>
                  <a:schemeClr val="tx1"/>
                </a:solidFill>
                <a:latin typeface="Arial" panose="020B0604020202020204" pitchFamily="34" charset="0"/>
              </a:defRPr>
            </a:lvl3pPr>
            <a:lvl4pPr eaLnBrk="0" fontAlgn="base" hangingPunct="0">
              <a:spcBef>
                <a:spcPct val="30000"/>
              </a:spcBef>
              <a:spcAft>
                <a:spcPct val="0"/>
              </a:spcAft>
              <a:defRPr sz="1200">
                <a:solidFill>
                  <a:schemeClr val="tx1"/>
                </a:solidFill>
                <a:latin typeface="Arial" panose="020B0604020202020204" pitchFamily="34" charset="0"/>
              </a:defRPr>
            </a:lvl4pPr>
            <a:lvl5pPr eaLnBrk="0" fontAlgn="base" hangingPunct="0">
              <a:spcBef>
                <a:spcPct val="30000"/>
              </a:spcBef>
              <a:spcAft>
                <a:spcPct val="0"/>
              </a:spcAft>
              <a:defRPr sz="1200">
                <a:solidFill>
                  <a:schemeClr val="tx1"/>
                </a:solidFill>
                <a:latin typeface="Arial" panose="020B0604020202020204" pitchFamily="34" charset="0"/>
              </a:defRPr>
            </a:lvl5pPr>
            <a:lvl6pPr eaLnBrk="0" fontAlgn="base" hangingPunct="0">
              <a:spcBef>
                <a:spcPct val="30000"/>
              </a:spcBef>
              <a:spcAft>
                <a:spcPct val="0"/>
              </a:spcAft>
              <a:defRPr sz="1200">
                <a:solidFill>
                  <a:schemeClr val="tx1"/>
                </a:solidFill>
                <a:latin typeface="Arial" panose="020B0604020202020204" pitchFamily="34" charset="0"/>
              </a:defRPr>
            </a:lvl6pPr>
            <a:lvl7pPr eaLnBrk="0" fontAlgn="base" hangingPunct="0">
              <a:spcBef>
                <a:spcPct val="30000"/>
              </a:spcBef>
              <a:spcAft>
                <a:spcPct val="0"/>
              </a:spcAft>
              <a:defRPr sz="1200">
                <a:solidFill>
                  <a:schemeClr val="tx1"/>
                </a:solidFill>
                <a:latin typeface="Arial" panose="020B0604020202020204" pitchFamily="34" charset="0"/>
              </a:defRPr>
            </a:lvl7pPr>
            <a:lvl8pPr eaLnBrk="0" fontAlgn="base" hangingPunct="0">
              <a:spcBef>
                <a:spcPct val="30000"/>
              </a:spcBef>
              <a:spcAft>
                <a:spcPct val="0"/>
              </a:spcAft>
              <a:defRPr sz="1200">
                <a:solidFill>
                  <a:schemeClr val="tx1"/>
                </a:solidFill>
                <a:latin typeface="Arial" panose="020B0604020202020204" pitchFamily="34" charset="0"/>
              </a:defRPr>
            </a:lvl8pPr>
            <a:lvl9pPr eaLnBrk="0" fontAlgn="base" hangingPunct="0">
              <a:spcBef>
                <a:spcPct val="30000"/>
              </a:spcBef>
              <a:spcAft>
                <a:spcPct val="0"/>
              </a:spcAft>
              <a:defRPr sz="12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400" b="0" i="0" u="none" strike="noStrike" cap="none" normalizeH="0" baseline="0" dirty="0">
                <a:ln>
                  <a:noFill/>
                </a:ln>
                <a:solidFill>
                  <a:schemeClr val="tx1"/>
                </a:solidFill>
                <a:effectLst/>
                <a:latin typeface="Roboto Mono" panose="00000009000000000000" pitchFamily="49" charset="0"/>
              </a:rPr>
              <a:t>(</a:t>
            </a:r>
            <a:r>
              <a:rPr kumimoji="0" lang="en-US" altLang="en-US" sz="1400" b="0" i="0" u="none" strike="noStrike" cap="none" normalizeH="0" baseline="0" dirty="0">
                <a:ln>
                  <a:noFill/>
                </a:ln>
                <a:solidFill>
                  <a:srgbClr val="BB2323"/>
                </a:solidFill>
                <a:effectLst/>
                <a:latin typeface="Roboto Mono" panose="00000009000000000000" pitchFamily="49" charset="0"/>
              </a:rPr>
              <a:t>'</a:t>
            </a:r>
            <a:r>
              <a:rPr kumimoji="0" lang="en-US" altLang="en-US" sz="1400" b="0" i="0" u="none" strike="noStrike" cap="none" normalizeH="0" baseline="0" dirty="0" err="1">
                <a:ln>
                  <a:noFill/>
                </a:ln>
                <a:solidFill>
                  <a:srgbClr val="BB2323"/>
                </a:solidFill>
                <a:effectLst/>
                <a:latin typeface="Roboto Mono" panose="00000009000000000000" pitchFamily="49" charset="0"/>
              </a:rPr>
              <a:t>predictions_one_hot</a:t>
            </a:r>
            <a:r>
              <a:rPr kumimoji="0" lang="en-US" altLang="en-US" sz="1400" b="0" i="0" u="none" strike="noStrike" cap="none" normalizeH="0" baseline="0" dirty="0">
                <a:ln>
                  <a:noFill/>
                </a:ln>
                <a:solidFill>
                  <a:srgbClr val="BB2323"/>
                </a:solidFill>
                <a:effectLst/>
                <a:latin typeface="Roboto Mono" panose="00000009000000000000" pitchFamily="49" charset="0"/>
              </a:rPr>
              <a:t>:'</a:t>
            </a:r>
            <a:r>
              <a:rPr kumimoji="0" lang="en-US" altLang="en-US" sz="1400" b="0" i="0" u="none" strike="noStrike" cap="none" normalizeH="0" baseline="0" dirty="0">
                <a:ln>
                  <a:noFill/>
                </a:ln>
                <a:solidFill>
                  <a:schemeClr val="tx1"/>
                </a:solidFill>
                <a:effectLst/>
                <a:latin typeface="Roboto Mono" panose="00000009000000000000" pitchFamily="49" charset="0"/>
              </a:rPr>
              <a:t>, </a:t>
            </a:r>
            <a:r>
              <a:rPr kumimoji="0" lang="en-US" altLang="en-US" sz="1400" b="0" i="0" u="none" strike="noStrike" cap="none" normalizeH="0" baseline="0" dirty="0" err="1">
                <a:ln>
                  <a:noFill/>
                </a:ln>
                <a:solidFill>
                  <a:schemeClr val="tx1"/>
                </a:solidFill>
                <a:effectLst/>
                <a:latin typeface="Arial" panose="020B0604020202020204" pitchFamily="34" charset="0"/>
              </a:rPr>
              <a:t>predictions_one_hot</a:t>
            </a:r>
            <a:r>
              <a:rPr kumimoji="0" lang="en-US" altLang="en-US" sz="1400" b="0" i="0" u="none" strike="noStrike" cap="none" normalizeH="0" baseline="0" dirty="0" err="1">
                <a:ln>
                  <a:noFill/>
                </a:ln>
                <a:solidFill>
                  <a:srgbClr val="055BE0"/>
                </a:solidFill>
                <a:effectLst/>
                <a:latin typeface="Arial" panose="020B0604020202020204" pitchFamily="34" charset="0"/>
              </a:rPr>
              <a:t>.</a:t>
            </a:r>
            <a:r>
              <a:rPr kumimoji="0" lang="en-US" altLang="en-US" sz="1400" b="0" i="0" u="none" strike="noStrike" cap="none" normalizeH="0" baseline="0" dirty="0" err="1">
                <a:ln>
                  <a:noFill/>
                </a:ln>
                <a:solidFill>
                  <a:schemeClr val="tx1"/>
                </a:solidFill>
                <a:effectLst/>
                <a:latin typeface="Arial" panose="020B0604020202020204" pitchFamily="34" charset="0"/>
              </a:rPr>
              <a:t>shape</a:t>
            </a:r>
            <a:r>
              <a:rPr kumimoji="0" lang="en-US" altLang="en-US" sz="1400" b="0" i="0" u="none" strike="noStrike" cap="none" normalizeH="0" baseline="0" dirty="0">
                <a:ln>
                  <a:noFill/>
                </a:ln>
                <a:solidFill>
                  <a:schemeClr val="tx1"/>
                </a:solidFill>
                <a:effectLst/>
                <a:latin typeface="Roboto Mono" panose="00000009000000000000" pitchFamily="49" charset="0"/>
              </a:rPr>
              <a:t>)</a:t>
            </a:r>
            <a:r>
              <a:rPr kumimoji="0" lang="en-US" altLang="en-US" sz="1400" b="0" i="0" u="none" strike="noStrike" cap="none" normalizeH="0" baseline="0" dirty="0">
                <a:ln>
                  <a:noFill/>
                </a:ln>
                <a:solidFill>
                  <a:schemeClr val="tx1"/>
                </a:solidFill>
                <a:effectLst/>
              </a:rPr>
              <a:t> </a:t>
            </a: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
        <p:nvSpPr>
          <p:cNvPr id="14" name="Rectangle 5">
            <a:extLst>
              <a:ext uri="{FF2B5EF4-FFF2-40B4-BE49-F238E27FC236}">
                <a16:creationId xmlns:a16="http://schemas.microsoft.com/office/drawing/2014/main" id="{3D5FEF41-CFB3-39F6-FC36-76000B8F449E}"/>
              </a:ext>
            </a:extLst>
          </p:cNvPr>
          <p:cNvSpPr>
            <a:spLocks noChangeArrowheads="1"/>
          </p:cNvSpPr>
          <p:nvPr/>
        </p:nvSpPr>
        <p:spPr bwMode="auto">
          <a:xfrm>
            <a:off x="717631" y="5902435"/>
            <a:ext cx="4734046"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err="1">
                <a:ln>
                  <a:noFill/>
                </a:ln>
                <a:solidFill>
                  <a:srgbClr val="3C4043"/>
                </a:solidFill>
                <a:effectLst/>
                <a:latin typeface="Roboto Mono" panose="00000009000000000000" pitchFamily="49" charset="0"/>
              </a:rPr>
              <a:t>predictions_one_hot</a:t>
            </a:r>
            <a:r>
              <a:rPr kumimoji="0" lang="en-US" altLang="en-US" sz="1400" b="0" i="0" u="none" strike="noStrike" cap="none" normalizeH="0" baseline="0" dirty="0">
                <a:ln>
                  <a:noFill/>
                </a:ln>
                <a:solidFill>
                  <a:srgbClr val="3C4043"/>
                </a:solidFill>
                <a:effectLst/>
                <a:latin typeface="Roboto Mono" panose="00000009000000000000" pitchFamily="49" charset="0"/>
              </a:rPr>
              <a:t>: (8400, 10)</a:t>
            </a:r>
            <a:r>
              <a:rPr kumimoji="0" lang="en-US" altLang="en-US" sz="1400" b="0" i="0" u="none" strike="noStrike" cap="none" normalizeH="0" baseline="0" dirty="0">
                <a:ln>
                  <a:noFill/>
                </a:ln>
                <a:solidFill>
                  <a:schemeClr val="tx1"/>
                </a:solidFill>
                <a:effectLst/>
              </a:rPr>
              <a:t> </a:t>
            </a: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401569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8102BB9-C08B-FD14-1CFE-0D9F11F67A34}"/>
              </a:ext>
            </a:extLst>
          </p:cNvPr>
          <p:cNvSpPr txBox="1"/>
          <p:nvPr/>
        </p:nvSpPr>
        <p:spPr>
          <a:xfrm>
            <a:off x="451413" y="601885"/>
            <a:ext cx="11134845" cy="646331"/>
          </a:xfrm>
          <a:prstGeom prst="rect">
            <a:avLst/>
          </a:prstGeom>
          <a:noFill/>
        </p:spPr>
        <p:txBody>
          <a:bodyPr wrap="square">
            <a:spAutoFit/>
          </a:bodyPr>
          <a:lstStyle/>
          <a:p>
            <a:r>
              <a:rPr lang="en-US" b="0" i="0" dirty="0">
                <a:effectLst/>
              </a:rPr>
              <a:t>Each prediction consists of 10 probabilities (one for each number from 0 to 9). We need to pick the digit with the highest probability since this would be a digit that our model most confident with.</a:t>
            </a:r>
            <a:endParaRPr lang="en-US" dirty="0"/>
          </a:p>
        </p:txBody>
      </p:sp>
      <p:sp>
        <p:nvSpPr>
          <p:cNvPr id="4" name="Rectangle 1">
            <a:extLst>
              <a:ext uri="{FF2B5EF4-FFF2-40B4-BE49-F238E27FC236}">
                <a16:creationId xmlns:a16="http://schemas.microsoft.com/office/drawing/2014/main" id="{8EEAED87-B7E8-2AF3-FB48-FA53730BBBDD}"/>
              </a:ext>
            </a:extLst>
          </p:cNvPr>
          <p:cNvSpPr>
            <a:spLocks noChangeArrowheads="1"/>
          </p:cNvSpPr>
          <p:nvPr/>
        </p:nvSpPr>
        <p:spPr bwMode="auto">
          <a:xfrm>
            <a:off x="544010" y="1441591"/>
            <a:ext cx="8681013" cy="513987"/>
          </a:xfrm>
          <a:prstGeom prst="rect">
            <a:avLst/>
          </a:prstGeom>
          <a:solidFill>
            <a:srgbClr val="F7F7F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400" b="0" i="1" u="none" strike="noStrike" cap="none" normalizeH="0" baseline="0" dirty="0">
                <a:ln>
                  <a:noFill/>
                </a:ln>
                <a:solidFill>
                  <a:schemeClr val="tx1"/>
                </a:solidFill>
                <a:effectLst/>
                <a:latin typeface="Roboto Mono" panose="00000009000000000000" pitchFamily="49" charset="0"/>
              </a:rPr>
              <a:t># Predictions in form of one-hot vectors (arrays of probabilities).</a:t>
            </a:r>
            <a:r>
              <a:rPr kumimoji="0" lang="en-US" altLang="en-US" sz="1400" b="0" i="0" u="none" strike="noStrike" cap="none" normalizeH="0" baseline="0" dirty="0">
                <a:ln>
                  <a:noFill/>
                </a:ln>
                <a:solidFill>
                  <a:schemeClr val="tx1"/>
                </a:solidFill>
                <a:effectLst/>
                <a:latin typeface="Roboto Mono" panose="00000009000000000000" pitchFamily="49" charset="0"/>
              </a:rPr>
              <a:t> </a:t>
            </a: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400" b="0" i="0" u="none" strike="noStrike" cap="none" normalizeH="0" baseline="0" dirty="0" err="1">
                <a:ln>
                  <a:noFill/>
                </a:ln>
                <a:solidFill>
                  <a:schemeClr val="tx1"/>
                </a:solidFill>
                <a:effectLst/>
                <a:latin typeface="Arial" panose="020B0604020202020204" pitchFamily="34" charset="0"/>
              </a:rPr>
              <a:t>pd</a:t>
            </a:r>
            <a:r>
              <a:rPr kumimoji="0" lang="en-US" altLang="en-US" sz="1400" b="0" i="0" u="none" strike="noStrike" cap="none" normalizeH="0" baseline="0" dirty="0" err="1">
                <a:ln>
                  <a:noFill/>
                </a:ln>
                <a:solidFill>
                  <a:srgbClr val="055BE0"/>
                </a:solidFill>
                <a:effectLst/>
                <a:latin typeface="Arial" panose="020B0604020202020204" pitchFamily="34" charset="0"/>
              </a:rPr>
              <a:t>.</a:t>
            </a:r>
            <a:r>
              <a:rPr kumimoji="0" lang="en-US" altLang="en-US" sz="1400" b="0" i="0" u="none" strike="noStrike" cap="none" normalizeH="0" baseline="0" dirty="0" err="1">
                <a:ln>
                  <a:noFill/>
                </a:ln>
                <a:solidFill>
                  <a:schemeClr val="tx1"/>
                </a:solidFill>
                <a:effectLst/>
                <a:latin typeface="Arial" panose="020B0604020202020204" pitchFamily="34" charset="0"/>
              </a:rPr>
              <a:t>DataFrame</a:t>
            </a:r>
            <a:r>
              <a:rPr kumimoji="0" lang="en-US" altLang="en-US" sz="1400" b="0" i="0" u="none" strike="noStrike" cap="none" normalizeH="0" baseline="0" dirty="0">
                <a:ln>
                  <a:noFill/>
                </a:ln>
                <a:solidFill>
                  <a:schemeClr val="tx1"/>
                </a:solidFill>
                <a:effectLst/>
                <a:latin typeface="Roboto Mono" panose="00000009000000000000" pitchFamily="49" charset="0"/>
              </a:rPr>
              <a:t>(</a:t>
            </a:r>
            <a:r>
              <a:rPr kumimoji="0" lang="en-US" altLang="en-US" sz="1400" b="0" i="0" u="none" strike="noStrike" cap="none" normalizeH="0" baseline="0" dirty="0" err="1">
                <a:ln>
                  <a:noFill/>
                </a:ln>
                <a:solidFill>
                  <a:schemeClr val="tx1"/>
                </a:solidFill>
                <a:effectLst/>
                <a:latin typeface="Arial" panose="020B0604020202020204" pitchFamily="34" charset="0"/>
              </a:rPr>
              <a:t>predictions_one_hot</a:t>
            </a:r>
            <a:r>
              <a:rPr kumimoji="0" lang="en-US" altLang="en-US" sz="1400" b="0" i="0" u="none" strike="noStrike" cap="none" normalizeH="0" baseline="0" dirty="0">
                <a:ln>
                  <a:noFill/>
                </a:ln>
                <a:solidFill>
                  <a:schemeClr val="tx1"/>
                </a:solidFill>
                <a:effectLst/>
                <a:latin typeface="Roboto Mono" panose="00000009000000000000" pitchFamily="49" charset="0"/>
              </a:rPr>
              <a:t>)</a:t>
            </a:r>
            <a:r>
              <a:rPr kumimoji="0" lang="en-US" altLang="en-US" sz="1400" b="0" i="0" u="none" strike="noStrike" cap="none" normalizeH="0" baseline="0" dirty="0">
                <a:ln>
                  <a:noFill/>
                </a:ln>
                <a:solidFill>
                  <a:schemeClr val="tx1"/>
                </a:solidFill>
                <a:effectLst/>
              </a:rPr>
              <a:t> </a:t>
            </a: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pic>
        <p:nvPicPr>
          <p:cNvPr id="6" name="Picture 5" descr="A screenshot of a calculator&#10;&#10;Description automatically generated">
            <a:extLst>
              <a:ext uri="{FF2B5EF4-FFF2-40B4-BE49-F238E27FC236}">
                <a16:creationId xmlns:a16="http://schemas.microsoft.com/office/drawing/2014/main" id="{CB3D4E2F-0693-2AC4-1A45-3548AC4D4C5A}"/>
              </a:ext>
            </a:extLst>
          </p:cNvPr>
          <p:cNvPicPr>
            <a:picLocks noChangeAspect="1"/>
          </p:cNvPicPr>
          <p:nvPr/>
        </p:nvPicPr>
        <p:blipFill>
          <a:blip r:embed="rId2"/>
          <a:stretch>
            <a:fillRect/>
          </a:stretch>
        </p:blipFill>
        <p:spPr>
          <a:xfrm>
            <a:off x="3482269" y="2059750"/>
            <a:ext cx="3517863" cy="4410498"/>
          </a:xfrm>
          <a:prstGeom prst="rect">
            <a:avLst/>
          </a:prstGeom>
        </p:spPr>
      </p:pic>
    </p:spTree>
    <p:extLst>
      <p:ext uri="{BB962C8B-B14F-4D97-AF65-F5344CB8AC3E}">
        <p14:creationId xmlns:p14="http://schemas.microsoft.com/office/powerpoint/2010/main" val="429309737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C79A7DE-6280-538A-ACFD-989AF1EC7F64}"/>
              </a:ext>
            </a:extLst>
          </p:cNvPr>
          <p:cNvSpPr>
            <a:spLocks noChangeArrowheads="1"/>
          </p:cNvSpPr>
          <p:nvPr/>
        </p:nvSpPr>
        <p:spPr bwMode="auto">
          <a:xfrm>
            <a:off x="509286" y="637155"/>
            <a:ext cx="8090704" cy="1191095"/>
          </a:xfrm>
          <a:prstGeom prst="rect">
            <a:avLst/>
          </a:prstGeom>
          <a:solidFill>
            <a:srgbClr val="F7F7F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b="0" i="1" u="none" strike="noStrike" cap="none" normalizeH="0" baseline="0" dirty="0">
                <a:ln>
                  <a:noFill/>
                </a:ln>
                <a:solidFill>
                  <a:schemeClr val="tx1"/>
                </a:solidFill>
                <a:effectLst/>
              </a:rPr>
              <a:t># Let's extract predictions with highest </a:t>
            </a:r>
            <a:r>
              <a:rPr kumimoji="0" lang="en-US" altLang="en-US" b="0" i="1" u="none" strike="noStrike" cap="none" normalizeH="0" baseline="0" dirty="0" err="1">
                <a:ln>
                  <a:noFill/>
                </a:ln>
                <a:solidFill>
                  <a:schemeClr val="tx1"/>
                </a:solidFill>
                <a:effectLst/>
              </a:rPr>
              <a:t>probabilites</a:t>
            </a:r>
            <a:r>
              <a:rPr kumimoji="0" lang="en-US" altLang="en-US" b="0" i="1" u="none" strike="noStrike" cap="none" normalizeH="0" baseline="0" dirty="0">
                <a:ln>
                  <a:noFill/>
                </a:ln>
                <a:solidFill>
                  <a:schemeClr val="tx1"/>
                </a:solidFill>
                <a:effectLst/>
              </a:rPr>
              <a:t> and detect what digits have been recognized.</a:t>
            </a:r>
            <a:r>
              <a:rPr kumimoji="0" lang="en-US" altLang="en-US" b="0" i="0" u="none" strike="noStrike" cap="none" normalizeH="0" baseline="0" dirty="0">
                <a:ln>
                  <a:noFill/>
                </a:ln>
                <a:solidFill>
                  <a:schemeClr val="tx1"/>
                </a:solidFill>
                <a:effectLst/>
              </a:rPr>
              <a:t> </a:t>
            </a: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b="0" i="0" u="none" strike="noStrike" cap="none" normalizeH="0" baseline="0" dirty="0">
                <a:ln>
                  <a:noFill/>
                </a:ln>
                <a:solidFill>
                  <a:schemeClr val="tx1"/>
                </a:solidFill>
                <a:effectLst/>
              </a:rPr>
              <a:t>predictions </a:t>
            </a:r>
            <a:r>
              <a:rPr kumimoji="0" lang="en-US" altLang="en-US" b="0" i="0" u="none" strike="noStrike" cap="none" normalizeH="0" baseline="0" dirty="0">
                <a:ln>
                  <a:noFill/>
                </a:ln>
                <a:solidFill>
                  <a:srgbClr val="055BE0"/>
                </a:solidFill>
                <a:effectLst/>
              </a:rPr>
              <a:t>=</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np</a:t>
            </a:r>
            <a:r>
              <a:rPr kumimoji="0" lang="en-US" altLang="en-US" b="0" i="0" u="none" strike="noStrike" cap="none" normalizeH="0" baseline="0" dirty="0" err="1">
                <a:ln>
                  <a:noFill/>
                </a:ln>
                <a:solidFill>
                  <a:srgbClr val="055BE0"/>
                </a:solidFill>
                <a:effectLst/>
              </a:rPr>
              <a:t>.</a:t>
            </a:r>
            <a:r>
              <a:rPr kumimoji="0" lang="en-US" altLang="en-US" b="0" i="0" u="none" strike="noStrike" cap="none" normalizeH="0" baseline="0" dirty="0" err="1">
                <a:ln>
                  <a:noFill/>
                </a:ln>
                <a:solidFill>
                  <a:schemeClr val="tx1"/>
                </a:solidFill>
                <a:effectLst/>
              </a:rPr>
              <a:t>argmax</a:t>
            </a:r>
            <a:r>
              <a:rPr kumimoji="0" lang="en-US" altLang="en-US" b="0" i="0" u="none" strike="noStrike" cap="none" normalizeH="0" baseline="0" dirty="0">
                <a:ln>
                  <a:noFill/>
                </a:ln>
                <a:solidFill>
                  <a:schemeClr val="tx1"/>
                </a:solidFill>
                <a:effectLst/>
              </a:rPr>
              <a:t>(</a:t>
            </a:r>
            <a:r>
              <a:rPr kumimoji="0" lang="en-US" altLang="en-US" b="0" i="0" u="none" strike="noStrike" cap="none" normalizeH="0" baseline="0" dirty="0" err="1">
                <a:ln>
                  <a:noFill/>
                </a:ln>
                <a:solidFill>
                  <a:schemeClr val="tx1"/>
                </a:solidFill>
                <a:effectLst/>
              </a:rPr>
              <a:t>predictions_one_hot</a:t>
            </a:r>
            <a:r>
              <a:rPr kumimoji="0" lang="en-US" altLang="en-US" b="0" i="0" u="none" strike="noStrike" cap="none" normalizeH="0" baseline="0" dirty="0">
                <a:ln>
                  <a:noFill/>
                </a:ln>
                <a:solidFill>
                  <a:schemeClr val="tx1"/>
                </a:solidFill>
                <a:effectLst/>
              </a:rPr>
              <a:t>, axis</a:t>
            </a:r>
            <a:r>
              <a:rPr kumimoji="0" lang="en-US" altLang="en-US" b="0" i="0" u="none" strike="noStrike" cap="none" normalizeH="0" baseline="0" dirty="0">
                <a:ln>
                  <a:noFill/>
                </a:ln>
                <a:solidFill>
                  <a:srgbClr val="055BE0"/>
                </a:solidFill>
                <a:effectLst/>
              </a:rPr>
              <a:t>=</a:t>
            </a:r>
            <a:r>
              <a:rPr kumimoji="0" lang="en-US" altLang="en-US" b="0" i="0" u="none" strike="noStrike" cap="none" normalizeH="0" baseline="0" dirty="0">
                <a:ln>
                  <a:noFill/>
                </a:ln>
                <a:solidFill>
                  <a:srgbClr val="666666"/>
                </a:solidFill>
                <a:effectLst/>
              </a:rPr>
              <a:t>1</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pd</a:t>
            </a:r>
            <a:r>
              <a:rPr kumimoji="0" lang="en-US" altLang="en-US" b="0" i="0" u="none" strike="noStrike" cap="none" normalizeH="0" baseline="0" dirty="0" err="1">
                <a:ln>
                  <a:noFill/>
                </a:ln>
                <a:solidFill>
                  <a:srgbClr val="055BE0"/>
                </a:solidFill>
                <a:effectLst/>
              </a:rPr>
              <a:t>.</a:t>
            </a:r>
            <a:r>
              <a:rPr kumimoji="0" lang="en-US" altLang="en-US" b="0" i="0" u="none" strike="noStrike" cap="none" normalizeH="0" baseline="0" dirty="0" err="1">
                <a:ln>
                  <a:noFill/>
                </a:ln>
                <a:solidFill>
                  <a:schemeClr val="tx1"/>
                </a:solidFill>
                <a:effectLst/>
              </a:rPr>
              <a:t>DataFrame</a:t>
            </a:r>
            <a:r>
              <a:rPr kumimoji="0" lang="en-US" altLang="en-US" b="0" i="0" u="none" strike="noStrike" cap="none" normalizeH="0" baseline="0" dirty="0">
                <a:ln>
                  <a:noFill/>
                </a:ln>
                <a:solidFill>
                  <a:schemeClr val="tx1"/>
                </a:solidFill>
                <a:effectLst/>
              </a:rPr>
              <a:t>(predictions) </a:t>
            </a:r>
          </a:p>
        </p:txBody>
      </p:sp>
      <p:pic>
        <p:nvPicPr>
          <p:cNvPr id="4" name="Picture 3" descr="A screenshot of a cell phone&#10;&#10;Description automatically generated">
            <a:extLst>
              <a:ext uri="{FF2B5EF4-FFF2-40B4-BE49-F238E27FC236}">
                <a16:creationId xmlns:a16="http://schemas.microsoft.com/office/drawing/2014/main" id="{D4DA187B-43F3-5F0B-DCED-4415B6761112}"/>
              </a:ext>
            </a:extLst>
          </p:cNvPr>
          <p:cNvPicPr>
            <a:picLocks noChangeAspect="1"/>
          </p:cNvPicPr>
          <p:nvPr/>
        </p:nvPicPr>
        <p:blipFill>
          <a:blip r:embed="rId2"/>
          <a:stretch>
            <a:fillRect/>
          </a:stretch>
        </p:blipFill>
        <p:spPr>
          <a:xfrm>
            <a:off x="4101138" y="1956122"/>
            <a:ext cx="2608791" cy="4357868"/>
          </a:xfrm>
          <a:prstGeom prst="rect">
            <a:avLst/>
          </a:prstGeom>
        </p:spPr>
      </p:pic>
    </p:spTree>
    <p:extLst>
      <p:ext uri="{BB962C8B-B14F-4D97-AF65-F5344CB8AC3E}">
        <p14:creationId xmlns:p14="http://schemas.microsoft.com/office/powerpoint/2010/main" val="112493125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6684B85-5140-B013-04CB-626943BDFA9E}"/>
              </a:ext>
            </a:extLst>
          </p:cNvPr>
          <p:cNvSpPr txBox="1"/>
          <p:nvPr/>
        </p:nvSpPr>
        <p:spPr>
          <a:xfrm>
            <a:off x="593202" y="597815"/>
            <a:ext cx="10958331" cy="646331"/>
          </a:xfrm>
          <a:prstGeom prst="rect">
            <a:avLst/>
          </a:prstGeom>
          <a:noFill/>
        </p:spPr>
        <p:txBody>
          <a:bodyPr wrap="square">
            <a:spAutoFit/>
          </a:bodyPr>
          <a:lstStyle/>
          <a:p>
            <a:pPr algn="l"/>
            <a:r>
              <a:rPr lang="en-US" b="0" i="0" dirty="0">
                <a:effectLst/>
              </a:rPr>
              <a:t>So our model is predicting that the first example from the validation set is 1.</a:t>
            </a:r>
          </a:p>
          <a:p>
            <a:pPr algn="l"/>
            <a:r>
              <a:rPr lang="en-US" b="0" i="0" dirty="0">
                <a:effectLst/>
              </a:rPr>
              <a:t>Let's print the first image from a validation set to see if model's prediction is correct.</a:t>
            </a:r>
          </a:p>
        </p:txBody>
      </p:sp>
      <p:sp>
        <p:nvSpPr>
          <p:cNvPr id="4" name="Rectangle 1">
            <a:extLst>
              <a:ext uri="{FF2B5EF4-FFF2-40B4-BE49-F238E27FC236}">
                <a16:creationId xmlns:a16="http://schemas.microsoft.com/office/drawing/2014/main" id="{C863A794-FFCA-6F30-2FF2-2D5B264C28AA}"/>
              </a:ext>
            </a:extLst>
          </p:cNvPr>
          <p:cNvSpPr>
            <a:spLocks noChangeArrowheads="1"/>
          </p:cNvSpPr>
          <p:nvPr/>
        </p:nvSpPr>
        <p:spPr bwMode="auto">
          <a:xfrm>
            <a:off x="593202" y="1475725"/>
            <a:ext cx="8889357" cy="775597"/>
          </a:xfrm>
          <a:prstGeom prst="rect">
            <a:avLst/>
          </a:prstGeom>
          <a:solidFill>
            <a:srgbClr val="F7F7F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30000"/>
              </a:spcBef>
              <a:spcAft>
                <a:spcPct val="0"/>
              </a:spcAft>
              <a:defRPr sz="1200">
                <a:solidFill>
                  <a:schemeClr val="tx1"/>
                </a:solidFill>
                <a:latin typeface="Arial" panose="020B0604020202020204" pitchFamily="34" charset="0"/>
              </a:defRPr>
            </a:lvl1pPr>
            <a:lvl2pPr eaLnBrk="0" fontAlgn="base" hangingPunct="0">
              <a:spcBef>
                <a:spcPct val="30000"/>
              </a:spcBef>
              <a:spcAft>
                <a:spcPct val="0"/>
              </a:spcAft>
              <a:defRPr sz="1200">
                <a:solidFill>
                  <a:schemeClr val="tx1"/>
                </a:solidFill>
                <a:latin typeface="Arial" panose="020B0604020202020204" pitchFamily="34" charset="0"/>
              </a:defRPr>
            </a:lvl2pPr>
            <a:lvl3pPr eaLnBrk="0" fontAlgn="base" hangingPunct="0">
              <a:spcBef>
                <a:spcPct val="30000"/>
              </a:spcBef>
              <a:spcAft>
                <a:spcPct val="0"/>
              </a:spcAft>
              <a:defRPr sz="1200">
                <a:solidFill>
                  <a:schemeClr val="tx1"/>
                </a:solidFill>
                <a:latin typeface="Arial" panose="020B0604020202020204" pitchFamily="34" charset="0"/>
              </a:defRPr>
            </a:lvl3pPr>
            <a:lvl4pPr eaLnBrk="0" fontAlgn="base" hangingPunct="0">
              <a:spcBef>
                <a:spcPct val="30000"/>
              </a:spcBef>
              <a:spcAft>
                <a:spcPct val="0"/>
              </a:spcAft>
              <a:defRPr sz="1200">
                <a:solidFill>
                  <a:schemeClr val="tx1"/>
                </a:solidFill>
                <a:latin typeface="Arial" panose="020B0604020202020204" pitchFamily="34" charset="0"/>
              </a:defRPr>
            </a:lvl4pPr>
            <a:lvl5pPr eaLnBrk="0" fontAlgn="base" hangingPunct="0">
              <a:spcBef>
                <a:spcPct val="30000"/>
              </a:spcBef>
              <a:spcAft>
                <a:spcPct val="0"/>
              </a:spcAft>
              <a:defRPr sz="1200">
                <a:solidFill>
                  <a:schemeClr val="tx1"/>
                </a:solidFill>
                <a:latin typeface="Arial" panose="020B0604020202020204" pitchFamily="34" charset="0"/>
              </a:defRPr>
            </a:lvl5pPr>
            <a:lvl6pPr eaLnBrk="0" fontAlgn="base" hangingPunct="0">
              <a:spcBef>
                <a:spcPct val="30000"/>
              </a:spcBef>
              <a:spcAft>
                <a:spcPct val="0"/>
              </a:spcAft>
              <a:defRPr sz="1200">
                <a:solidFill>
                  <a:schemeClr val="tx1"/>
                </a:solidFill>
                <a:latin typeface="Arial" panose="020B0604020202020204" pitchFamily="34" charset="0"/>
              </a:defRPr>
            </a:lvl6pPr>
            <a:lvl7pPr eaLnBrk="0" fontAlgn="base" hangingPunct="0">
              <a:spcBef>
                <a:spcPct val="30000"/>
              </a:spcBef>
              <a:spcAft>
                <a:spcPct val="0"/>
              </a:spcAft>
              <a:defRPr sz="1200">
                <a:solidFill>
                  <a:schemeClr val="tx1"/>
                </a:solidFill>
                <a:latin typeface="Arial" panose="020B0604020202020204" pitchFamily="34" charset="0"/>
              </a:defRPr>
            </a:lvl7pPr>
            <a:lvl8pPr eaLnBrk="0" fontAlgn="base" hangingPunct="0">
              <a:spcBef>
                <a:spcPct val="30000"/>
              </a:spcBef>
              <a:spcAft>
                <a:spcPct val="0"/>
              </a:spcAft>
              <a:defRPr sz="1200">
                <a:solidFill>
                  <a:schemeClr val="tx1"/>
                </a:solidFill>
                <a:latin typeface="Arial" panose="020B0604020202020204" pitchFamily="34" charset="0"/>
              </a:defRPr>
            </a:lvl8pPr>
            <a:lvl9pPr eaLnBrk="0" fontAlgn="base" hangingPunct="0">
              <a:spcBef>
                <a:spcPct val="30000"/>
              </a:spcBef>
              <a:spcAft>
                <a:spcPct val="0"/>
              </a:spcAft>
              <a:defRPr sz="12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400" b="0" i="0" u="none" strike="noStrike" cap="none" normalizeH="0" baseline="0" dirty="0" err="1">
                <a:ln>
                  <a:noFill/>
                </a:ln>
                <a:solidFill>
                  <a:schemeClr val="tx1"/>
                </a:solidFill>
                <a:effectLst/>
                <a:latin typeface="Arial" panose="020B0604020202020204" pitchFamily="34" charset="0"/>
              </a:rPr>
              <a:t>plt</a:t>
            </a:r>
            <a:r>
              <a:rPr kumimoji="0" lang="en-US" altLang="en-US" sz="1400" b="0" i="0" u="none" strike="noStrike" cap="none" normalizeH="0" baseline="0" dirty="0" err="1">
                <a:ln>
                  <a:noFill/>
                </a:ln>
                <a:solidFill>
                  <a:srgbClr val="055BE0"/>
                </a:solidFill>
                <a:effectLst/>
                <a:latin typeface="Arial" panose="020B0604020202020204" pitchFamily="34" charset="0"/>
              </a:rPr>
              <a:t>.</a:t>
            </a:r>
            <a:r>
              <a:rPr kumimoji="0" lang="en-US" altLang="en-US" sz="1400" b="0" i="0" u="none" strike="noStrike" cap="none" normalizeH="0" baseline="0" dirty="0" err="1">
                <a:ln>
                  <a:noFill/>
                </a:ln>
                <a:solidFill>
                  <a:schemeClr val="tx1"/>
                </a:solidFill>
                <a:effectLst/>
                <a:latin typeface="Arial" panose="020B0604020202020204" pitchFamily="34" charset="0"/>
              </a:rPr>
              <a:t>imshow</a:t>
            </a:r>
            <a:r>
              <a:rPr kumimoji="0" lang="en-US" altLang="en-US" sz="1400" b="0" i="0" u="none" strike="noStrike" cap="none" normalizeH="0" baseline="0" dirty="0">
                <a:ln>
                  <a:noFill/>
                </a:ln>
                <a:solidFill>
                  <a:schemeClr val="tx1"/>
                </a:solidFill>
                <a:effectLst/>
                <a:latin typeface="Roboto Mono" panose="00000009000000000000" pitchFamily="49" charset="0"/>
              </a:rPr>
              <a:t>(</a:t>
            </a:r>
            <a:r>
              <a:rPr kumimoji="0" lang="en-US" altLang="en-US" sz="1400" b="0" i="0" u="none" strike="noStrike" cap="none" normalizeH="0" baseline="0" dirty="0" err="1">
                <a:ln>
                  <a:noFill/>
                </a:ln>
                <a:solidFill>
                  <a:schemeClr val="tx1"/>
                </a:solidFill>
                <a:effectLst/>
                <a:latin typeface="Arial" panose="020B0604020202020204" pitchFamily="34" charset="0"/>
              </a:rPr>
              <a:t>x_validation_normalized</a:t>
            </a:r>
            <a:r>
              <a:rPr kumimoji="0" lang="en-US" altLang="en-US" sz="1400" b="0" i="0" u="none" strike="noStrike" cap="none" normalizeH="0" baseline="0" dirty="0">
                <a:ln>
                  <a:noFill/>
                </a:ln>
                <a:solidFill>
                  <a:schemeClr val="tx1"/>
                </a:solidFill>
                <a:effectLst/>
                <a:latin typeface="Roboto Mono" panose="00000009000000000000" pitchFamily="49" charset="0"/>
              </a:rPr>
              <a:t>[</a:t>
            </a:r>
            <a:r>
              <a:rPr kumimoji="0" lang="en-US" altLang="en-US" sz="1400" b="0" i="0" u="none" strike="noStrike" cap="none" normalizeH="0" baseline="0" dirty="0">
                <a:ln>
                  <a:noFill/>
                </a:ln>
                <a:solidFill>
                  <a:srgbClr val="666666"/>
                </a:solidFill>
                <a:effectLst/>
                <a:latin typeface="Roboto Mono" panose="00000009000000000000" pitchFamily="49" charset="0"/>
              </a:rPr>
              <a:t>0</a:t>
            </a:r>
            <a:r>
              <a:rPr kumimoji="0" lang="en-US" altLang="en-US" sz="1400" b="0" i="0" u="none" strike="noStrike" cap="none" normalizeH="0" baseline="0" dirty="0">
                <a:ln>
                  <a:noFill/>
                </a:ln>
                <a:solidFill>
                  <a:schemeClr val="tx1"/>
                </a:solidFill>
                <a:effectLst/>
                <a:latin typeface="Roboto Mono" panose="00000009000000000000" pitchFamily="49" charset="0"/>
              </a:rPr>
              <a:t>]</a:t>
            </a:r>
            <a:r>
              <a:rPr kumimoji="0" lang="en-US" altLang="en-US" sz="1400" b="0" i="0" u="none" strike="noStrike" cap="none" normalizeH="0" baseline="0" dirty="0">
                <a:ln>
                  <a:noFill/>
                </a:ln>
                <a:solidFill>
                  <a:srgbClr val="055BE0"/>
                </a:solidFill>
                <a:effectLst/>
                <a:latin typeface="Arial" panose="020B0604020202020204" pitchFamily="34" charset="0"/>
              </a:rPr>
              <a:t>.</a:t>
            </a:r>
            <a:r>
              <a:rPr kumimoji="0" lang="en-US" altLang="en-US" sz="1400" b="0" i="0" u="none" strike="noStrike" cap="none" normalizeH="0" baseline="0" dirty="0">
                <a:ln>
                  <a:noFill/>
                </a:ln>
                <a:solidFill>
                  <a:schemeClr val="tx1"/>
                </a:solidFill>
                <a:effectLst/>
                <a:latin typeface="Arial" panose="020B0604020202020204" pitchFamily="34" charset="0"/>
              </a:rPr>
              <a:t>reshape</a:t>
            </a:r>
            <a:r>
              <a:rPr kumimoji="0" lang="en-US" altLang="en-US" sz="1400" b="0" i="0" u="none" strike="noStrike" cap="none" normalizeH="0" baseline="0" dirty="0">
                <a:ln>
                  <a:noFill/>
                </a:ln>
                <a:solidFill>
                  <a:schemeClr val="tx1"/>
                </a:solidFill>
                <a:effectLst/>
                <a:latin typeface="Roboto Mono" panose="00000009000000000000" pitchFamily="49" charset="0"/>
              </a:rPr>
              <a:t>((</a:t>
            </a:r>
            <a:r>
              <a:rPr kumimoji="0" lang="en-US" altLang="en-US" sz="1400" b="0" i="0" u="none" strike="noStrike" cap="none" normalizeH="0" baseline="0" dirty="0">
                <a:ln>
                  <a:noFill/>
                </a:ln>
                <a:solidFill>
                  <a:schemeClr val="tx1"/>
                </a:solidFill>
                <a:effectLst/>
                <a:latin typeface="Arial" panose="020B0604020202020204" pitchFamily="34" charset="0"/>
              </a:rPr>
              <a:t>IMAGE_WIDTH</a:t>
            </a:r>
            <a:r>
              <a:rPr kumimoji="0" lang="en-US" altLang="en-US" sz="1400" b="0" i="0" u="none" strike="noStrike" cap="none" normalizeH="0" baseline="0" dirty="0">
                <a:ln>
                  <a:noFill/>
                </a:ln>
                <a:solidFill>
                  <a:schemeClr val="tx1"/>
                </a:solidFill>
                <a:effectLst/>
                <a:latin typeface="Roboto Mono" panose="00000009000000000000" pitchFamily="49" charset="0"/>
              </a:rPr>
              <a:t>, </a:t>
            </a:r>
            <a:r>
              <a:rPr kumimoji="0" lang="en-US" altLang="en-US" sz="1400" b="0" i="0" u="none" strike="noStrike" cap="none" normalizeH="0" baseline="0" dirty="0">
                <a:ln>
                  <a:noFill/>
                </a:ln>
                <a:solidFill>
                  <a:schemeClr val="tx1"/>
                </a:solidFill>
                <a:effectLst/>
                <a:latin typeface="Arial" panose="020B0604020202020204" pitchFamily="34" charset="0"/>
              </a:rPr>
              <a:t>IMAGE_HEIGHT</a:t>
            </a:r>
            <a:r>
              <a:rPr kumimoji="0" lang="en-US" altLang="en-US" sz="1400" b="0" i="0" u="none" strike="noStrike" cap="none" normalizeH="0" baseline="0" dirty="0">
                <a:ln>
                  <a:noFill/>
                </a:ln>
                <a:solidFill>
                  <a:schemeClr val="tx1"/>
                </a:solidFill>
                <a:effectLst/>
                <a:latin typeface="Roboto Mono" panose="00000009000000000000" pitchFamily="49" charset="0"/>
              </a:rPr>
              <a:t>)), </a:t>
            </a: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400" b="0" i="0" u="none" strike="noStrike" cap="none" normalizeH="0" baseline="0" dirty="0" err="1">
                <a:ln>
                  <a:noFill/>
                </a:ln>
                <a:solidFill>
                  <a:schemeClr val="tx1"/>
                </a:solidFill>
                <a:effectLst/>
                <a:latin typeface="Arial" panose="020B0604020202020204" pitchFamily="34" charset="0"/>
              </a:rPr>
              <a:t>cmap</a:t>
            </a:r>
            <a:r>
              <a:rPr kumimoji="0" lang="en-US" altLang="en-US" sz="1400" b="0" i="0" u="none" strike="noStrike" cap="none" normalizeH="0" baseline="0" dirty="0">
                <a:ln>
                  <a:noFill/>
                </a:ln>
                <a:solidFill>
                  <a:srgbClr val="055BE0"/>
                </a:solidFill>
                <a:effectLst/>
                <a:latin typeface="Arial" panose="020B0604020202020204" pitchFamily="34" charset="0"/>
              </a:rPr>
              <a:t>=</a:t>
            </a:r>
            <a:r>
              <a:rPr kumimoji="0" lang="en-US" altLang="en-US" sz="1400" b="0" i="0" u="none" strike="noStrike" cap="none" normalizeH="0" baseline="0" dirty="0" err="1">
                <a:ln>
                  <a:noFill/>
                </a:ln>
                <a:solidFill>
                  <a:schemeClr val="tx1"/>
                </a:solidFill>
                <a:effectLst/>
                <a:latin typeface="Arial" panose="020B0604020202020204" pitchFamily="34" charset="0"/>
              </a:rPr>
              <a:t>plt</a:t>
            </a:r>
            <a:r>
              <a:rPr kumimoji="0" lang="en-US" altLang="en-US" sz="1400" b="0" i="0" u="none" strike="noStrike" cap="none" normalizeH="0" baseline="0" dirty="0" err="1">
                <a:ln>
                  <a:noFill/>
                </a:ln>
                <a:solidFill>
                  <a:srgbClr val="055BE0"/>
                </a:solidFill>
                <a:effectLst/>
                <a:latin typeface="Arial" panose="020B0604020202020204" pitchFamily="34" charset="0"/>
              </a:rPr>
              <a:t>.</a:t>
            </a:r>
            <a:r>
              <a:rPr kumimoji="0" lang="en-US" altLang="en-US" sz="1400" b="0" i="0" u="none" strike="noStrike" cap="none" normalizeH="0" baseline="0" dirty="0" err="1">
                <a:ln>
                  <a:noFill/>
                </a:ln>
                <a:solidFill>
                  <a:schemeClr val="tx1"/>
                </a:solidFill>
                <a:effectLst/>
                <a:latin typeface="Arial" panose="020B0604020202020204" pitchFamily="34" charset="0"/>
              </a:rPr>
              <a:t>cm</a:t>
            </a:r>
            <a:r>
              <a:rPr kumimoji="0" lang="en-US" altLang="en-US" sz="1400" b="0" i="0" u="none" strike="noStrike" cap="none" normalizeH="0" baseline="0" dirty="0" err="1">
                <a:ln>
                  <a:noFill/>
                </a:ln>
                <a:solidFill>
                  <a:srgbClr val="055BE0"/>
                </a:solidFill>
                <a:effectLst/>
                <a:latin typeface="Arial" panose="020B0604020202020204" pitchFamily="34" charset="0"/>
              </a:rPr>
              <a:t>.</a:t>
            </a:r>
            <a:r>
              <a:rPr kumimoji="0" lang="en-US" altLang="en-US" sz="1400" b="0" i="0" u="none" strike="noStrike" cap="none" normalizeH="0" baseline="0" dirty="0" err="1">
                <a:ln>
                  <a:noFill/>
                </a:ln>
                <a:solidFill>
                  <a:schemeClr val="tx1"/>
                </a:solidFill>
                <a:effectLst/>
                <a:latin typeface="Arial" panose="020B0604020202020204" pitchFamily="34" charset="0"/>
              </a:rPr>
              <a:t>binary</a:t>
            </a:r>
            <a:r>
              <a:rPr kumimoji="0" lang="en-US" altLang="en-US" sz="1400" b="0" i="0" u="none" strike="noStrike" cap="none" normalizeH="0" baseline="0" dirty="0">
                <a:ln>
                  <a:noFill/>
                </a:ln>
                <a:solidFill>
                  <a:schemeClr val="tx1"/>
                </a:solidFill>
                <a:effectLst/>
                <a:latin typeface="Roboto Mono" panose="00000009000000000000" pitchFamily="49" charset="0"/>
              </a:rPr>
              <a:t>) </a:t>
            </a: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400" b="0" i="0" u="none" strike="noStrike" cap="none" normalizeH="0" baseline="0" dirty="0" err="1">
                <a:ln>
                  <a:noFill/>
                </a:ln>
                <a:solidFill>
                  <a:schemeClr val="tx1"/>
                </a:solidFill>
                <a:effectLst/>
                <a:latin typeface="Arial" panose="020B0604020202020204" pitchFamily="34" charset="0"/>
              </a:rPr>
              <a:t>plt</a:t>
            </a:r>
            <a:r>
              <a:rPr kumimoji="0" lang="en-US" altLang="en-US" sz="1400" b="0" i="0" u="none" strike="noStrike" cap="none" normalizeH="0" baseline="0" dirty="0" err="1">
                <a:ln>
                  <a:noFill/>
                </a:ln>
                <a:solidFill>
                  <a:srgbClr val="055BE0"/>
                </a:solidFill>
                <a:effectLst/>
                <a:latin typeface="Arial" panose="020B0604020202020204" pitchFamily="34" charset="0"/>
              </a:rPr>
              <a:t>.</a:t>
            </a:r>
            <a:r>
              <a:rPr kumimoji="0" lang="en-US" altLang="en-US" sz="1400" b="0" i="0" u="none" strike="noStrike" cap="none" normalizeH="0" baseline="0" dirty="0" err="1">
                <a:ln>
                  <a:noFill/>
                </a:ln>
                <a:solidFill>
                  <a:schemeClr val="tx1"/>
                </a:solidFill>
                <a:effectLst/>
                <a:latin typeface="Arial" panose="020B0604020202020204" pitchFamily="34" charset="0"/>
              </a:rPr>
              <a:t>show</a:t>
            </a:r>
            <a:r>
              <a:rPr kumimoji="0" lang="en-US" altLang="en-US" sz="1400" b="0" i="0" u="none" strike="noStrike" cap="none" normalizeH="0" baseline="0" dirty="0">
                <a:ln>
                  <a:noFill/>
                </a:ln>
                <a:solidFill>
                  <a:schemeClr val="tx1"/>
                </a:solidFill>
                <a:effectLst/>
                <a:latin typeface="Roboto Mono" panose="00000009000000000000" pitchFamily="49" charset="0"/>
              </a:rPr>
              <a:t>()</a:t>
            </a:r>
            <a:r>
              <a:rPr kumimoji="0" lang="en-US" altLang="en-US" sz="1400" b="0" i="0" u="none" strike="noStrike" cap="none" normalizeH="0" baseline="0" dirty="0">
                <a:ln>
                  <a:noFill/>
                </a:ln>
                <a:solidFill>
                  <a:schemeClr val="tx1"/>
                </a:solidFill>
                <a:effectLst/>
              </a:rPr>
              <a:t> </a:t>
            </a: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pic>
        <p:nvPicPr>
          <p:cNvPr id="34819" name="Picture 3">
            <a:extLst>
              <a:ext uri="{FF2B5EF4-FFF2-40B4-BE49-F238E27FC236}">
                <a16:creationId xmlns:a16="http://schemas.microsoft.com/office/drawing/2014/main" id="{2D5C3990-1EF2-FA21-EDE8-173D35D07E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42492" y="2482901"/>
            <a:ext cx="2390775" cy="23622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564B7A17-9FB1-64D3-219A-9B712F3E8031}"/>
              </a:ext>
            </a:extLst>
          </p:cNvPr>
          <p:cNvSpPr txBox="1"/>
          <p:nvPr/>
        </p:nvSpPr>
        <p:spPr>
          <a:xfrm>
            <a:off x="593202" y="5076680"/>
            <a:ext cx="10437471" cy="923330"/>
          </a:xfrm>
          <a:prstGeom prst="rect">
            <a:avLst/>
          </a:prstGeom>
          <a:noFill/>
        </p:spPr>
        <p:txBody>
          <a:bodyPr wrap="square">
            <a:spAutoFit/>
          </a:bodyPr>
          <a:lstStyle/>
          <a:p>
            <a:r>
              <a:rPr lang="en-US" b="0" i="0" dirty="0">
                <a:effectLst/>
              </a:rPr>
              <a:t>We see that our model made a correct prediction and it successfully recognized digit 1. Let's print some more test examples and correspondent predictions to see how model performs and where it does mistakes.</a:t>
            </a:r>
            <a:endParaRPr lang="en-US" dirty="0"/>
          </a:p>
        </p:txBody>
      </p:sp>
    </p:spTree>
    <p:extLst>
      <p:ext uri="{BB962C8B-B14F-4D97-AF65-F5344CB8AC3E}">
        <p14:creationId xmlns:p14="http://schemas.microsoft.com/office/powerpoint/2010/main" val="301273573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6B8E447-7BE3-2D52-1A87-DDF45E3A0786}"/>
              </a:ext>
            </a:extLst>
          </p:cNvPr>
          <p:cNvSpPr>
            <a:spLocks noChangeArrowheads="1"/>
          </p:cNvSpPr>
          <p:nvPr/>
        </p:nvSpPr>
        <p:spPr bwMode="auto">
          <a:xfrm>
            <a:off x="1587661" y="622077"/>
            <a:ext cx="9016678" cy="5613845"/>
          </a:xfrm>
          <a:prstGeom prst="rect">
            <a:avLst/>
          </a:prstGeom>
          <a:solidFill>
            <a:srgbClr val="F7F7F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30000"/>
              </a:spcBef>
              <a:spcAft>
                <a:spcPct val="0"/>
              </a:spcAft>
              <a:defRPr sz="1200">
                <a:solidFill>
                  <a:schemeClr val="tx1"/>
                </a:solidFill>
                <a:latin typeface="Arial" panose="020B0604020202020204" pitchFamily="34" charset="0"/>
              </a:defRPr>
            </a:lvl1pPr>
            <a:lvl2pPr eaLnBrk="0" fontAlgn="base" hangingPunct="0">
              <a:spcBef>
                <a:spcPct val="30000"/>
              </a:spcBef>
              <a:spcAft>
                <a:spcPct val="0"/>
              </a:spcAft>
              <a:defRPr sz="1200">
                <a:solidFill>
                  <a:schemeClr val="tx1"/>
                </a:solidFill>
                <a:latin typeface="Arial" panose="020B0604020202020204" pitchFamily="34" charset="0"/>
              </a:defRPr>
            </a:lvl2pPr>
            <a:lvl3pPr eaLnBrk="0" fontAlgn="base" hangingPunct="0">
              <a:spcBef>
                <a:spcPct val="30000"/>
              </a:spcBef>
              <a:spcAft>
                <a:spcPct val="0"/>
              </a:spcAft>
              <a:defRPr sz="1200">
                <a:solidFill>
                  <a:schemeClr val="tx1"/>
                </a:solidFill>
                <a:latin typeface="Arial" panose="020B0604020202020204" pitchFamily="34" charset="0"/>
              </a:defRPr>
            </a:lvl3pPr>
            <a:lvl4pPr eaLnBrk="0" fontAlgn="base" hangingPunct="0">
              <a:spcBef>
                <a:spcPct val="30000"/>
              </a:spcBef>
              <a:spcAft>
                <a:spcPct val="0"/>
              </a:spcAft>
              <a:defRPr sz="1200">
                <a:solidFill>
                  <a:schemeClr val="tx1"/>
                </a:solidFill>
                <a:latin typeface="Arial" panose="020B0604020202020204" pitchFamily="34" charset="0"/>
              </a:defRPr>
            </a:lvl4pPr>
            <a:lvl5pPr eaLnBrk="0" fontAlgn="base" hangingPunct="0">
              <a:spcBef>
                <a:spcPct val="30000"/>
              </a:spcBef>
              <a:spcAft>
                <a:spcPct val="0"/>
              </a:spcAft>
              <a:defRPr sz="1200">
                <a:solidFill>
                  <a:schemeClr val="tx1"/>
                </a:solidFill>
                <a:latin typeface="Arial" panose="020B0604020202020204" pitchFamily="34" charset="0"/>
              </a:defRPr>
            </a:lvl5pPr>
            <a:lvl6pPr eaLnBrk="0" fontAlgn="base" hangingPunct="0">
              <a:spcBef>
                <a:spcPct val="30000"/>
              </a:spcBef>
              <a:spcAft>
                <a:spcPct val="0"/>
              </a:spcAft>
              <a:defRPr sz="1200">
                <a:solidFill>
                  <a:schemeClr val="tx1"/>
                </a:solidFill>
                <a:latin typeface="Arial" panose="020B0604020202020204" pitchFamily="34" charset="0"/>
              </a:defRPr>
            </a:lvl6pPr>
            <a:lvl7pPr eaLnBrk="0" fontAlgn="base" hangingPunct="0">
              <a:spcBef>
                <a:spcPct val="30000"/>
              </a:spcBef>
              <a:spcAft>
                <a:spcPct val="0"/>
              </a:spcAft>
              <a:defRPr sz="1200">
                <a:solidFill>
                  <a:schemeClr val="tx1"/>
                </a:solidFill>
                <a:latin typeface="Arial" panose="020B0604020202020204" pitchFamily="34" charset="0"/>
              </a:defRPr>
            </a:lvl7pPr>
            <a:lvl8pPr eaLnBrk="0" fontAlgn="base" hangingPunct="0">
              <a:spcBef>
                <a:spcPct val="30000"/>
              </a:spcBef>
              <a:spcAft>
                <a:spcPct val="0"/>
              </a:spcAft>
              <a:defRPr sz="1200">
                <a:solidFill>
                  <a:schemeClr val="tx1"/>
                </a:solidFill>
                <a:latin typeface="Arial" panose="020B0604020202020204" pitchFamily="34" charset="0"/>
              </a:defRPr>
            </a:lvl8pPr>
            <a:lvl9pPr eaLnBrk="0" fontAlgn="base" hangingPunct="0">
              <a:spcBef>
                <a:spcPct val="30000"/>
              </a:spcBef>
              <a:spcAft>
                <a:spcPct val="0"/>
              </a:spcAft>
              <a:defRPr sz="12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600" b="0" i="0" u="none" strike="noStrike" cap="none" normalizeH="0" baseline="0" dirty="0" err="1">
                <a:ln>
                  <a:noFill/>
                </a:ln>
                <a:solidFill>
                  <a:schemeClr val="tx1"/>
                </a:solidFill>
                <a:effectLst/>
                <a:latin typeface="+mn-lt"/>
              </a:rPr>
              <a:t>numbers_to_display</a:t>
            </a:r>
            <a:r>
              <a:rPr kumimoji="0" lang="en-US" altLang="en-US" sz="1600" b="0" i="0" u="none" strike="noStrike" cap="none" normalizeH="0" baseline="0" dirty="0">
                <a:ln>
                  <a:noFill/>
                </a:ln>
                <a:solidFill>
                  <a:schemeClr val="tx1"/>
                </a:solidFill>
                <a:effectLst/>
                <a:latin typeface="+mn-lt"/>
              </a:rPr>
              <a:t> </a:t>
            </a:r>
            <a:r>
              <a:rPr kumimoji="0" lang="en-US" altLang="en-US" sz="1600" b="0" i="0" u="none" strike="noStrike" cap="none" normalizeH="0" baseline="0" dirty="0">
                <a:ln>
                  <a:noFill/>
                </a:ln>
                <a:solidFill>
                  <a:srgbClr val="055BE0"/>
                </a:solidFill>
                <a:effectLst/>
                <a:latin typeface="+mn-lt"/>
              </a:rPr>
              <a:t>=</a:t>
            </a:r>
            <a:r>
              <a:rPr kumimoji="0" lang="en-US" altLang="en-US" sz="1600" b="0" i="0" u="none" strike="noStrike" cap="none" normalizeH="0" baseline="0" dirty="0">
                <a:ln>
                  <a:noFill/>
                </a:ln>
                <a:solidFill>
                  <a:schemeClr val="tx1"/>
                </a:solidFill>
                <a:effectLst/>
                <a:latin typeface="+mn-lt"/>
              </a:rPr>
              <a:t> </a:t>
            </a:r>
            <a:r>
              <a:rPr kumimoji="0" lang="en-US" altLang="en-US" sz="1600" b="0" i="0" u="none" strike="noStrike" cap="none" normalizeH="0" baseline="0" dirty="0">
                <a:ln>
                  <a:noFill/>
                </a:ln>
                <a:solidFill>
                  <a:srgbClr val="666666"/>
                </a:solidFill>
                <a:effectLst/>
                <a:latin typeface="+mn-lt"/>
              </a:rPr>
              <a:t>196</a:t>
            </a:r>
            <a:r>
              <a:rPr kumimoji="0" lang="en-US" altLang="en-US" sz="1600" b="0" i="0" u="none" strike="noStrike" cap="none" normalizeH="0" baseline="0" dirty="0">
                <a:ln>
                  <a:noFill/>
                </a:ln>
                <a:solidFill>
                  <a:schemeClr val="tx1"/>
                </a:solidFill>
                <a:effectLst/>
                <a:latin typeface="+mn-lt"/>
              </a:rPr>
              <a:t> </a:t>
            </a:r>
            <a:r>
              <a:rPr kumimoji="0" lang="en-US" altLang="en-US" sz="1600" b="0" i="0" u="none" strike="noStrike" cap="none" normalizeH="0" baseline="0" dirty="0" err="1">
                <a:ln>
                  <a:noFill/>
                </a:ln>
                <a:solidFill>
                  <a:schemeClr val="tx1"/>
                </a:solidFill>
                <a:effectLst/>
                <a:latin typeface="+mn-lt"/>
              </a:rPr>
              <a:t>num_cells</a:t>
            </a:r>
            <a:r>
              <a:rPr kumimoji="0" lang="en-US" altLang="en-US" sz="1600" b="0" i="0" u="none" strike="noStrike" cap="none" normalizeH="0" baseline="0" dirty="0">
                <a:ln>
                  <a:noFill/>
                </a:ln>
                <a:solidFill>
                  <a:schemeClr val="tx1"/>
                </a:solidFill>
                <a:effectLst/>
                <a:latin typeface="+mn-lt"/>
              </a:rPr>
              <a:t> </a:t>
            </a:r>
            <a:r>
              <a:rPr kumimoji="0" lang="en-US" altLang="en-US" sz="1600" b="0" i="0" u="none" strike="noStrike" cap="none" normalizeH="0" baseline="0" dirty="0">
                <a:ln>
                  <a:noFill/>
                </a:ln>
                <a:solidFill>
                  <a:srgbClr val="055BE0"/>
                </a:solidFill>
                <a:effectLst/>
                <a:latin typeface="+mn-lt"/>
              </a:rPr>
              <a:t>=</a:t>
            </a:r>
            <a:r>
              <a:rPr kumimoji="0" lang="en-US" altLang="en-US" sz="1600" b="0" i="0" u="none" strike="noStrike" cap="none" normalizeH="0" baseline="0" dirty="0">
                <a:ln>
                  <a:noFill/>
                </a:ln>
                <a:solidFill>
                  <a:schemeClr val="tx1"/>
                </a:solidFill>
                <a:effectLst/>
                <a:latin typeface="+mn-lt"/>
              </a:rPr>
              <a:t> </a:t>
            </a:r>
            <a:r>
              <a:rPr kumimoji="0" lang="en-US" altLang="en-US" sz="1600" b="0" i="0" u="none" strike="noStrike" cap="none" normalizeH="0" baseline="0" dirty="0" err="1">
                <a:ln>
                  <a:noFill/>
                </a:ln>
                <a:solidFill>
                  <a:schemeClr val="tx1"/>
                </a:solidFill>
                <a:effectLst/>
                <a:latin typeface="+mn-lt"/>
              </a:rPr>
              <a:t>math</a:t>
            </a:r>
            <a:r>
              <a:rPr kumimoji="0" lang="en-US" altLang="en-US" sz="1600" b="0" i="0" u="none" strike="noStrike" cap="none" normalizeH="0" baseline="0" dirty="0" err="1">
                <a:ln>
                  <a:noFill/>
                </a:ln>
                <a:solidFill>
                  <a:srgbClr val="055BE0"/>
                </a:solidFill>
                <a:effectLst/>
                <a:latin typeface="+mn-lt"/>
              </a:rPr>
              <a:t>.</a:t>
            </a:r>
            <a:r>
              <a:rPr kumimoji="0" lang="en-US" altLang="en-US" sz="1600" b="0" i="0" u="none" strike="noStrike" cap="none" normalizeH="0" baseline="0" dirty="0" err="1">
                <a:ln>
                  <a:noFill/>
                </a:ln>
                <a:solidFill>
                  <a:schemeClr val="tx1"/>
                </a:solidFill>
                <a:effectLst/>
                <a:latin typeface="+mn-lt"/>
              </a:rPr>
              <a:t>ceil</a:t>
            </a:r>
            <a:r>
              <a:rPr kumimoji="0" lang="en-US" altLang="en-US" sz="1600" b="0" i="0" u="none" strike="noStrike" cap="none" normalizeH="0" baseline="0" dirty="0">
                <a:ln>
                  <a:noFill/>
                </a:ln>
                <a:solidFill>
                  <a:schemeClr val="tx1"/>
                </a:solidFill>
                <a:effectLst/>
                <a:latin typeface="+mn-lt"/>
              </a:rPr>
              <a:t>(</a:t>
            </a:r>
            <a:r>
              <a:rPr kumimoji="0" lang="en-US" altLang="en-US" sz="1600" b="0" i="0" u="none" strike="noStrike" cap="none" normalizeH="0" baseline="0" dirty="0" err="1">
                <a:ln>
                  <a:noFill/>
                </a:ln>
                <a:solidFill>
                  <a:schemeClr val="tx1"/>
                </a:solidFill>
                <a:effectLst/>
                <a:latin typeface="+mn-lt"/>
              </a:rPr>
              <a:t>math</a:t>
            </a:r>
            <a:r>
              <a:rPr kumimoji="0" lang="en-US" altLang="en-US" sz="1600" b="0" i="0" u="none" strike="noStrike" cap="none" normalizeH="0" baseline="0" dirty="0" err="1">
                <a:ln>
                  <a:noFill/>
                </a:ln>
                <a:solidFill>
                  <a:srgbClr val="055BE0"/>
                </a:solidFill>
                <a:effectLst/>
                <a:latin typeface="+mn-lt"/>
              </a:rPr>
              <a:t>.</a:t>
            </a:r>
            <a:r>
              <a:rPr kumimoji="0" lang="en-US" altLang="en-US" sz="1600" b="0" i="0" u="none" strike="noStrike" cap="none" normalizeH="0" baseline="0" dirty="0" err="1">
                <a:ln>
                  <a:noFill/>
                </a:ln>
                <a:solidFill>
                  <a:schemeClr val="tx1"/>
                </a:solidFill>
                <a:effectLst/>
                <a:latin typeface="+mn-lt"/>
              </a:rPr>
              <a:t>sqrt</a:t>
            </a:r>
            <a:r>
              <a:rPr kumimoji="0" lang="en-US" altLang="en-US" sz="1600" b="0" i="0" u="none" strike="noStrike" cap="none" normalizeH="0" baseline="0" dirty="0">
                <a:ln>
                  <a:noFill/>
                </a:ln>
                <a:solidFill>
                  <a:schemeClr val="tx1"/>
                </a:solidFill>
                <a:effectLst/>
                <a:latin typeface="+mn-lt"/>
              </a:rPr>
              <a:t>(</a:t>
            </a:r>
            <a:r>
              <a:rPr kumimoji="0" lang="en-US" altLang="en-US" sz="1600" b="0" i="0" u="none" strike="noStrike" cap="none" normalizeH="0" baseline="0" dirty="0" err="1">
                <a:ln>
                  <a:noFill/>
                </a:ln>
                <a:solidFill>
                  <a:schemeClr val="tx1"/>
                </a:solidFill>
                <a:effectLst/>
                <a:latin typeface="+mn-lt"/>
              </a:rPr>
              <a:t>numbers_to_display</a:t>
            </a:r>
            <a:r>
              <a:rPr kumimoji="0" lang="en-US" altLang="en-US" sz="1600" b="0" i="0" u="none" strike="noStrike" cap="none" normalizeH="0" baseline="0" dirty="0">
                <a:ln>
                  <a:noFill/>
                </a:ln>
                <a:solidFill>
                  <a:schemeClr val="tx1"/>
                </a:solidFill>
                <a:effectLst/>
                <a:latin typeface="+mn-lt"/>
              </a:rPr>
              <a:t>))</a:t>
            </a: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600" b="0" i="0" u="none" strike="noStrike" cap="none" normalizeH="0" baseline="0" dirty="0">
                <a:ln>
                  <a:noFill/>
                </a:ln>
                <a:solidFill>
                  <a:schemeClr val="tx1"/>
                </a:solidFill>
                <a:effectLst/>
                <a:latin typeface="+mn-lt"/>
              </a:rPr>
              <a:t> </a:t>
            </a: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600" b="0" i="0" u="none" strike="noStrike" cap="none" normalizeH="0" baseline="0" dirty="0" err="1">
                <a:ln>
                  <a:noFill/>
                </a:ln>
                <a:solidFill>
                  <a:schemeClr val="tx1"/>
                </a:solidFill>
                <a:effectLst/>
                <a:latin typeface="+mn-lt"/>
              </a:rPr>
              <a:t>plt</a:t>
            </a:r>
            <a:r>
              <a:rPr kumimoji="0" lang="en-US" altLang="en-US" sz="1600" b="0" i="0" u="none" strike="noStrike" cap="none" normalizeH="0" baseline="0" dirty="0" err="1">
                <a:ln>
                  <a:noFill/>
                </a:ln>
                <a:solidFill>
                  <a:srgbClr val="055BE0"/>
                </a:solidFill>
                <a:effectLst/>
                <a:latin typeface="+mn-lt"/>
              </a:rPr>
              <a:t>.</a:t>
            </a:r>
            <a:r>
              <a:rPr kumimoji="0" lang="en-US" altLang="en-US" sz="1600" b="0" i="0" u="none" strike="noStrike" cap="none" normalizeH="0" baseline="0" dirty="0" err="1">
                <a:ln>
                  <a:noFill/>
                </a:ln>
                <a:solidFill>
                  <a:schemeClr val="tx1"/>
                </a:solidFill>
                <a:effectLst/>
                <a:latin typeface="+mn-lt"/>
              </a:rPr>
              <a:t>figure</a:t>
            </a:r>
            <a:r>
              <a:rPr kumimoji="0" lang="en-US" altLang="en-US" sz="1600" b="0" i="0" u="none" strike="noStrike" cap="none" normalizeH="0" baseline="0" dirty="0">
                <a:ln>
                  <a:noFill/>
                </a:ln>
                <a:solidFill>
                  <a:schemeClr val="tx1"/>
                </a:solidFill>
                <a:effectLst/>
                <a:latin typeface="+mn-lt"/>
              </a:rPr>
              <a:t>(</a:t>
            </a:r>
            <a:r>
              <a:rPr kumimoji="0" lang="en-US" altLang="en-US" sz="1600" b="0" i="0" u="none" strike="noStrike" cap="none" normalizeH="0" baseline="0" dirty="0" err="1">
                <a:ln>
                  <a:noFill/>
                </a:ln>
                <a:solidFill>
                  <a:schemeClr val="tx1"/>
                </a:solidFill>
                <a:effectLst/>
                <a:latin typeface="+mn-lt"/>
              </a:rPr>
              <a:t>figsize</a:t>
            </a:r>
            <a:r>
              <a:rPr kumimoji="0" lang="en-US" altLang="en-US" sz="1600" b="0" i="0" u="none" strike="noStrike" cap="none" normalizeH="0" baseline="0" dirty="0">
                <a:ln>
                  <a:noFill/>
                </a:ln>
                <a:solidFill>
                  <a:srgbClr val="055BE0"/>
                </a:solidFill>
                <a:effectLst/>
                <a:latin typeface="+mn-lt"/>
              </a:rPr>
              <a:t>=</a:t>
            </a:r>
            <a:r>
              <a:rPr kumimoji="0" lang="en-US" altLang="en-US" sz="1600" b="0" i="0" u="none" strike="noStrike" cap="none" normalizeH="0" baseline="0" dirty="0">
                <a:ln>
                  <a:noFill/>
                </a:ln>
                <a:solidFill>
                  <a:schemeClr val="tx1"/>
                </a:solidFill>
                <a:effectLst/>
                <a:latin typeface="+mn-lt"/>
              </a:rPr>
              <a:t>(</a:t>
            </a:r>
            <a:r>
              <a:rPr kumimoji="0" lang="en-US" altLang="en-US" sz="1600" b="0" i="0" u="none" strike="noStrike" cap="none" normalizeH="0" baseline="0" dirty="0">
                <a:ln>
                  <a:noFill/>
                </a:ln>
                <a:solidFill>
                  <a:srgbClr val="666666"/>
                </a:solidFill>
                <a:effectLst/>
                <a:latin typeface="+mn-lt"/>
              </a:rPr>
              <a:t>15</a:t>
            </a:r>
            <a:r>
              <a:rPr kumimoji="0" lang="en-US" altLang="en-US" sz="1600" b="0" i="0" u="none" strike="noStrike" cap="none" normalizeH="0" baseline="0" dirty="0">
                <a:ln>
                  <a:noFill/>
                </a:ln>
                <a:solidFill>
                  <a:schemeClr val="tx1"/>
                </a:solidFill>
                <a:effectLst/>
                <a:latin typeface="+mn-lt"/>
              </a:rPr>
              <a:t>, </a:t>
            </a:r>
            <a:r>
              <a:rPr kumimoji="0" lang="en-US" altLang="en-US" sz="1600" b="0" i="0" u="none" strike="noStrike" cap="none" normalizeH="0" baseline="0" dirty="0">
                <a:ln>
                  <a:noFill/>
                </a:ln>
                <a:solidFill>
                  <a:srgbClr val="666666"/>
                </a:solidFill>
                <a:effectLst/>
                <a:latin typeface="+mn-lt"/>
              </a:rPr>
              <a:t>15</a:t>
            </a:r>
            <a:r>
              <a:rPr kumimoji="0" lang="en-US" altLang="en-US" sz="1600" b="0" i="0" u="none" strike="noStrike" cap="none" normalizeH="0" baseline="0" dirty="0">
                <a:ln>
                  <a:noFill/>
                </a:ln>
                <a:solidFill>
                  <a:schemeClr val="tx1"/>
                </a:solidFill>
                <a:effectLst/>
                <a:latin typeface="+mn-lt"/>
              </a:rPr>
              <a:t>)) </a:t>
            </a:r>
            <a:r>
              <a:rPr kumimoji="0" lang="en-US" altLang="en-US" sz="1600" b="0" i="0" u="none" strike="noStrike" cap="none" normalizeH="0" baseline="0" dirty="0">
                <a:ln>
                  <a:noFill/>
                </a:ln>
                <a:solidFill>
                  <a:srgbClr val="007B00"/>
                </a:solidFill>
                <a:effectLst/>
                <a:latin typeface="+mn-lt"/>
              </a:rPr>
              <a:t>for</a:t>
            </a:r>
            <a:r>
              <a:rPr kumimoji="0" lang="en-US" altLang="en-US" sz="1600" b="0" i="0" u="none" strike="noStrike" cap="none" normalizeH="0" baseline="0" dirty="0">
                <a:ln>
                  <a:noFill/>
                </a:ln>
                <a:solidFill>
                  <a:schemeClr val="tx1"/>
                </a:solidFill>
                <a:effectLst/>
                <a:latin typeface="+mn-lt"/>
              </a:rPr>
              <a:t> </a:t>
            </a:r>
            <a:r>
              <a:rPr kumimoji="0" lang="en-US" altLang="en-US" sz="1600" b="0" i="0" u="none" strike="noStrike" cap="none" normalizeH="0" baseline="0" dirty="0" err="1">
                <a:ln>
                  <a:noFill/>
                </a:ln>
                <a:solidFill>
                  <a:schemeClr val="tx1"/>
                </a:solidFill>
                <a:effectLst/>
                <a:latin typeface="+mn-lt"/>
              </a:rPr>
              <a:t>plot_index</a:t>
            </a:r>
            <a:r>
              <a:rPr kumimoji="0" lang="en-US" altLang="en-US" sz="1600" b="0" i="0" u="none" strike="noStrike" cap="none" normalizeH="0" baseline="0" dirty="0">
                <a:ln>
                  <a:noFill/>
                </a:ln>
                <a:solidFill>
                  <a:schemeClr val="tx1"/>
                </a:solidFill>
                <a:effectLst/>
                <a:latin typeface="+mn-lt"/>
              </a:rPr>
              <a:t> </a:t>
            </a:r>
            <a:r>
              <a:rPr kumimoji="0" lang="en-US" altLang="en-US" sz="1600" b="1" i="0" u="none" strike="noStrike" cap="none" normalizeH="0" baseline="0" dirty="0">
                <a:ln>
                  <a:noFill/>
                </a:ln>
                <a:solidFill>
                  <a:srgbClr val="AA22FF"/>
                </a:solidFill>
                <a:effectLst/>
                <a:latin typeface="+mn-lt"/>
              </a:rPr>
              <a:t>in</a:t>
            </a:r>
            <a:r>
              <a:rPr kumimoji="0" lang="en-US" altLang="en-US" sz="1600" b="0" i="0" u="none" strike="noStrike" cap="none" normalizeH="0" baseline="0" dirty="0">
                <a:ln>
                  <a:noFill/>
                </a:ln>
                <a:solidFill>
                  <a:schemeClr val="tx1"/>
                </a:solidFill>
                <a:effectLst/>
                <a:latin typeface="+mn-lt"/>
              </a:rPr>
              <a:t> (</a:t>
            </a:r>
            <a:r>
              <a:rPr kumimoji="0" lang="en-US" altLang="en-US" sz="1600" b="0" i="0" u="none" strike="noStrike" cap="none" normalizeH="0" baseline="0" dirty="0" err="1">
                <a:ln>
                  <a:noFill/>
                </a:ln>
                <a:solidFill>
                  <a:schemeClr val="tx1"/>
                </a:solidFill>
                <a:effectLst/>
                <a:latin typeface="+mn-lt"/>
              </a:rPr>
              <a:t>numbers_to_display</a:t>
            </a:r>
            <a:r>
              <a:rPr kumimoji="0" lang="en-US" altLang="en-US" sz="1600" b="0" i="0" u="none" strike="noStrike" cap="none" normalizeH="0" baseline="0" dirty="0">
                <a:ln>
                  <a:noFill/>
                </a:ln>
                <a:solidFill>
                  <a:schemeClr val="tx1"/>
                </a:solidFill>
                <a:effectLst/>
                <a:latin typeface="+mn-lt"/>
              </a:rPr>
              <a:t>): </a:t>
            </a: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600" b="0" i="0" u="none" strike="noStrike" cap="none" normalizeH="0" baseline="0" dirty="0" err="1">
                <a:ln>
                  <a:noFill/>
                </a:ln>
                <a:solidFill>
                  <a:schemeClr val="tx1"/>
                </a:solidFill>
                <a:effectLst/>
                <a:latin typeface="+mn-lt"/>
              </a:rPr>
              <a:t>predicted_label</a:t>
            </a:r>
            <a:r>
              <a:rPr kumimoji="0" lang="en-US" altLang="en-US" sz="1600" b="0" i="0" u="none" strike="noStrike" cap="none" normalizeH="0" baseline="0" dirty="0">
                <a:ln>
                  <a:noFill/>
                </a:ln>
                <a:solidFill>
                  <a:schemeClr val="tx1"/>
                </a:solidFill>
                <a:effectLst/>
                <a:latin typeface="+mn-lt"/>
              </a:rPr>
              <a:t> </a:t>
            </a:r>
            <a:r>
              <a:rPr kumimoji="0" lang="en-US" altLang="en-US" sz="1600" b="0" i="0" u="none" strike="noStrike" cap="none" normalizeH="0" baseline="0" dirty="0">
                <a:ln>
                  <a:noFill/>
                </a:ln>
                <a:solidFill>
                  <a:srgbClr val="055BE0"/>
                </a:solidFill>
                <a:effectLst/>
                <a:latin typeface="+mn-lt"/>
              </a:rPr>
              <a:t>=</a:t>
            </a:r>
            <a:r>
              <a:rPr kumimoji="0" lang="en-US" altLang="en-US" sz="1600" b="0" i="0" u="none" strike="noStrike" cap="none" normalizeH="0" baseline="0" dirty="0">
                <a:ln>
                  <a:noFill/>
                </a:ln>
                <a:solidFill>
                  <a:schemeClr val="tx1"/>
                </a:solidFill>
                <a:effectLst/>
                <a:latin typeface="+mn-lt"/>
              </a:rPr>
              <a:t> predictions[</a:t>
            </a:r>
            <a:r>
              <a:rPr kumimoji="0" lang="en-US" altLang="en-US" sz="1600" b="0" i="0" u="none" strike="noStrike" cap="none" normalizeH="0" baseline="0" dirty="0" err="1">
                <a:ln>
                  <a:noFill/>
                </a:ln>
                <a:solidFill>
                  <a:schemeClr val="tx1"/>
                </a:solidFill>
                <a:effectLst/>
                <a:latin typeface="+mn-lt"/>
              </a:rPr>
              <a:t>plot_index</a:t>
            </a:r>
            <a:r>
              <a:rPr kumimoji="0" lang="en-US" altLang="en-US" sz="1600" b="0" i="0" u="none" strike="noStrike" cap="none" normalizeH="0" baseline="0" dirty="0">
                <a:ln>
                  <a:noFill/>
                </a:ln>
                <a:solidFill>
                  <a:schemeClr val="tx1"/>
                </a:solidFill>
                <a:effectLst/>
                <a:latin typeface="+mn-lt"/>
              </a:rPr>
              <a:t>] </a:t>
            </a: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600" b="0" i="0" u="none" strike="noStrike" cap="none" normalizeH="0" baseline="0" dirty="0">
                <a:ln>
                  <a:noFill/>
                </a:ln>
                <a:solidFill>
                  <a:schemeClr val="tx1"/>
                </a:solidFill>
                <a:effectLst/>
                <a:latin typeface="+mn-lt"/>
              </a:rPr>
              <a:t>	</a:t>
            </a:r>
            <a:r>
              <a:rPr kumimoji="0" lang="en-US" altLang="en-US" sz="1600" b="0" i="0" u="none" strike="noStrike" cap="none" normalizeH="0" baseline="0" dirty="0" err="1">
                <a:ln>
                  <a:noFill/>
                </a:ln>
                <a:solidFill>
                  <a:schemeClr val="tx1"/>
                </a:solidFill>
                <a:effectLst/>
                <a:latin typeface="+mn-lt"/>
              </a:rPr>
              <a:t>plt</a:t>
            </a:r>
            <a:r>
              <a:rPr kumimoji="0" lang="en-US" altLang="en-US" sz="1600" b="0" i="0" u="none" strike="noStrike" cap="none" normalizeH="0" baseline="0" dirty="0" err="1">
                <a:ln>
                  <a:noFill/>
                </a:ln>
                <a:solidFill>
                  <a:srgbClr val="055BE0"/>
                </a:solidFill>
                <a:effectLst/>
                <a:latin typeface="+mn-lt"/>
              </a:rPr>
              <a:t>.</a:t>
            </a:r>
            <a:r>
              <a:rPr kumimoji="0" lang="en-US" altLang="en-US" sz="1600" b="0" i="0" u="none" strike="noStrike" cap="none" normalizeH="0" baseline="0" dirty="0" err="1">
                <a:ln>
                  <a:noFill/>
                </a:ln>
                <a:solidFill>
                  <a:schemeClr val="tx1"/>
                </a:solidFill>
                <a:effectLst/>
                <a:latin typeface="+mn-lt"/>
              </a:rPr>
              <a:t>xticks</a:t>
            </a:r>
            <a:r>
              <a:rPr kumimoji="0" lang="en-US" altLang="en-US" sz="1600" b="0" i="0" u="none" strike="noStrike" cap="none" normalizeH="0" baseline="0" dirty="0">
                <a:ln>
                  <a:noFill/>
                </a:ln>
                <a:solidFill>
                  <a:schemeClr val="tx1"/>
                </a:solidFill>
                <a:effectLst/>
                <a:latin typeface="+mn-lt"/>
              </a:rPr>
              <a:t>([]) </a:t>
            </a: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600" b="0" i="0" u="none" strike="noStrike" cap="none" normalizeH="0" baseline="0" dirty="0">
                <a:ln>
                  <a:noFill/>
                </a:ln>
                <a:solidFill>
                  <a:schemeClr val="tx1"/>
                </a:solidFill>
                <a:effectLst/>
                <a:latin typeface="+mn-lt"/>
              </a:rPr>
              <a:t>	</a:t>
            </a:r>
            <a:r>
              <a:rPr kumimoji="0" lang="en-US" altLang="en-US" sz="1600" b="0" i="0" u="none" strike="noStrike" cap="none" normalizeH="0" baseline="0" dirty="0" err="1">
                <a:ln>
                  <a:noFill/>
                </a:ln>
                <a:solidFill>
                  <a:schemeClr val="tx1"/>
                </a:solidFill>
                <a:effectLst/>
                <a:latin typeface="+mn-lt"/>
              </a:rPr>
              <a:t>plt</a:t>
            </a:r>
            <a:r>
              <a:rPr kumimoji="0" lang="en-US" altLang="en-US" sz="1600" b="0" i="0" u="none" strike="noStrike" cap="none" normalizeH="0" baseline="0" dirty="0" err="1">
                <a:ln>
                  <a:noFill/>
                </a:ln>
                <a:solidFill>
                  <a:srgbClr val="055BE0"/>
                </a:solidFill>
                <a:effectLst/>
                <a:latin typeface="+mn-lt"/>
              </a:rPr>
              <a:t>.</a:t>
            </a:r>
            <a:r>
              <a:rPr kumimoji="0" lang="en-US" altLang="en-US" sz="1600" b="0" i="0" u="none" strike="noStrike" cap="none" normalizeH="0" baseline="0" dirty="0" err="1">
                <a:ln>
                  <a:noFill/>
                </a:ln>
                <a:solidFill>
                  <a:schemeClr val="tx1"/>
                </a:solidFill>
                <a:effectLst/>
                <a:latin typeface="+mn-lt"/>
              </a:rPr>
              <a:t>yticks</a:t>
            </a:r>
            <a:r>
              <a:rPr kumimoji="0" lang="en-US" altLang="en-US" sz="1600" b="0" i="0" u="none" strike="noStrike" cap="none" normalizeH="0" baseline="0" dirty="0">
                <a:ln>
                  <a:noFill/>
                </a:ln>
                <a:solidFill>
                  <a:schemeClr val="tx1"/>
                </a:solidFill>
                <a:effectLst/>
                <a:latin typeface="+mn-lt"/>
              </a:rPr>
              <a:t>([]) </a:t>
            </a: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600" b="0" i="0" u="none" strike="noStrike" cap="none" normalizeH="0" baseline="0" dirty="0">
                <a:ln>
                  <a:noFill/>
                </a:ln>
                <a:solidFill>
                  <a:schemeClr val="tx1"/>
                </a:solidFill>
                <a:effectLst/>
                <a:latin typeface="+mn-lt"/>
              </a:rPr>
              <a:t>	</a:t>
            </a:r>
            <a:r>
              <a:rPr kumimoji="0" lang="en-US" altLang="en-US" sz="1600" b="0" i="0" u="none" strike="noStrike" cap="none" normalizeH="0" baseline="0" dirty="0" err="1">
                <a:ln>
                  <a:noFill/>
                </a:ln>
                <a:solidFill>
                  <a:schemeClr val="tx1"/>
                </a:solidFill>
                <a:effectLst/>
                <a:latin typeface="+mn-lt"/>
              </a:rPr>
              <a:t>plt</a:t>
            </a:r>
            <a:r>
              <a:rPr kumimoji="0" lang="en-US" altLang="en-US" sz="1600" b="0" i="0" u="none" strike="noStrike" cap="none" normalizeH="0" baseline="0" dirty="0" err="1">
                <a:ln>
                  <a:noFill/>
                </a:ln>
                <a:solidFill>
                  <a:srgbClr val="055BE0"/>
                </a:solidFill>
                <a:effectLst/>
                <a:latin typeface="+mn-lt"/>
              </a:rPr>
              <a:t>.</a:t>
            </a:r>
            <a:r>
              <a:rPr kumimoji="0" lang="en-US" altLang="en-US" sz="1600" b="0" i="0" u="none" strike="noStrike" cap="none" normalizeH="0" baseline="0" dirty="0" err="1">
                <a:ln>
                  <a:noFill/>
                </a:ln>
                <a:solidFill>
                  <a:schemeClr val="tx1"/>
                </a:solidFill>
                <a:effectLst/>
                <a:latin typeface="+mn-lt"/>
              </a:rPr>
              <a:t>grid</a:t>
            </a:r>
            <a:r>
              <a:rPr kumimoji="0" lang="en-US" altLang="en-US" sz="1600" b="0" i="0" u="none" strike="noStrike" cap="none" normalizeH="0" baseline="0" dirty="0">
                <a:ln>
                  <a:noFill/>
                </a:ln>
                <a:solidFill>
                  <a:schemeClr val="tx1"/>
                </a:solidFill>
                <a:effectLst/>
                <a:latin typeface="+mn-lt"/>
              </a:rPr>
              <a:t>(</a:t>
            </a:r>
            <a:r>
              <a:rPr kumimoji="0" lang="en-US" altLang="en-US" sz="1600" b="0" i="0" u="none" strike="noStrike" cap="none" normalizeH="0" baseline="0" dirty="0">
                <a:ln>
                  <a:noFill/>
                </a:ln>
                <a:solidFill>
                  <a:srgbClr val="3D7E7E"/>
                </a:solidFill>
                <a:effectLst/>
                <a:latin typeface="+mn-lt"/>
              </a:rPr>
              <a:t>False</a:t>
            </a:r>
            <a:r>
              <a:rPr kumimoji="0" lang="en-US" altLang="en-US" sz="1600" b="0" i="0" u="none" strike="noStrike" cap="none" normalizeH="0" baseline="0" dirty="0">
                <a:ln>
                  <a:noFill/>
                </a:ln>
                <a:solidFill>
                  <a:schemeClr val="tx1"/>
                </a:solidFill>
                <a:effectLst/>
                <a:latin typeface="+mn-lt"/>
              </a:rPr>
              <a:t>) </a:t>
            </a:r>
          </a:p>
          <a:p>
            <a:pPr marL="0" marR="0" lvl="0" indent="0" algn="l" defTabSz="914400" rtl="0" eaLnBrk="0" fontAlgn="base" latinLnBrk="0" hangingPunct="0">
              <a:lnSpc>
                <a:spcPct val="100000"/>
              </a:lnSpc>
              <a:spcBef>
                <a:spcPct val="3000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600" b="0" i="0" u="none" strike="noStrike" cap="none" normalizeH="0" baseline="0" dirty="0" err="1">
                <a:ln>
                  <a:noFill/>
                </a:ln>
                <a:solidFill>
                  <a:schemeClr val="tx1"/>
                </a:solidFill>
                <a:effectLst/>
                <a:latin typeface="+mn-lt"/>
              </a:rPr>
              <a:t>color_map</a:t>
            </a:r>
            <a:r>
              <a:rPr kumimoji="0" lang="en-US" altLang="en-US" sz="1600" b="0" i="0" u="none" strike="noStrike" cap="none" normalizeH="0" baseline="0" dirty="0">
                <a:ln>
                  <a:noFill/>
                </a:ln>
                <a:solidFill>
                  <a:schemeClr val="tx1"/>
                </a:solidFill>
                <a:effectLst/>
                <a:latin typeface="+mn-lt"/>
              </a:rPr>
              <a:t> </a:t>
            </a:r>
            <a:r>
              <a:rPr kumimoji="0" lang="en-US" altLang="en-US" sz="1600" b="0" i="0" u="none" strike="noStrike" cap="none" normalizeH="0" baseline="0" dirty="0">
                <a:ln>
                  <a:noFill/>
                </a:ln>
                <a:solidFill>
                  <a:srgbClr val="055BE0"/>
                </a:solidFill>
                <a:effectLst/>
                <a:latin typeface="+mn-lt"/>
              </a:rPr>
              <a:t>=</a:t>
            </a:r>
            <a:r>
              <a:rPr kumimoji="0" lang="en-US" altLang="en-US" sz="1600" b="0" i="0" u="none" strike="noStrike" cap="none" normalizeH="0" baseline="0" dirty="0">
                <a:ln>
                  <a:noFill/>
                </a:ln>
                <a:solidFill>
                  <a:schemeClr val="tx1"/>
                </a:solidFill>
                <a:effectLst/>
                <a:latin typeface="+mn-lt"/>
              </a:rPr>
              <a:t> </a:t>
            </a:r>
            <a:r>
              <a:rPr kumimoji="0" lang="en-US" altLang="en-US" sz="1600" b="0" i="0" u="none" strike="noStrike" cap="none" normalizeH="0" baseline="0" dirty="0">
                <a:ln>
                  <a:noFill/>
                </a:ln>
                <a:solidFill>
                  <a:srgbClr val="BB2323"/>
                </a:solidFill>
                <a:effectLst/>
                <a:latin typeface="+mn-lt"/>
              </a:rPr>
              <a:t>'Greens'</a:t>
            </a:r>
            <a:r>
              <a:rPr kumimoji="0" lang="en-US" altLang="en-US" sz="1600" b="0" i="0" u="none" strike="noStrike" cap="none" normalizeH="0" baseline="0" dirty="0">
                <a:ln>
                  <a:noFill/>
                </a:ln>
                <a:solidFill>
                  <a:schemeClr val="tx1"/>
                </a:solidFill>
                <a:effectLst/>
                <a:latin typeface="+mn-lt"/>
              </a:rPr>
              <a:t> </a:t>
            </a:r>
            <a:r>
              <a:rPr kumimoji="0" lang="en-US" altLang="en-US" sz="1600" b="0" i="0" u="none" strike="noStrike" cap="none" normalizeH="0" baseline="0" dirty="0">
                <a:ln>
                  <a:noFill/>
                </a:ln>
                <a:solidFill>
                  <a:srgbClr val="007B00"/>
                </a:solidFill>
                <a:effectLst/>
                <a:latin typeface="+mn-lt"/>
              </a:rPr>
              <a:t>if</a:t>
            </a:r>
            <a:r>
              <a:rPr kumimoji="0" lang="en-US" altLang="en-US" sz="1600" b="0" i="0" u="none" strike="noStrike" cap="none" normalizeH="0" baseline="0" dirty="0">
                <a:ln>
                  <a:noFill/>
                </a:ln>
                <a:solidFill>
                  <a:schemeClr val="tx1"/>
                </a:solidFill>
                <a:effectLst/>
                <a:latin typeface="+mn-lt"/>
              </a:rPr>
              <a:t> </a:t>
            </a:r>
            <a:r>
              <a:rPr kumimoji="0" lang="en-US" altLang="en-US" sz="1600" b="0" i="0" u="none" strike="noStrike" cap="none" normalizeH="0" baseline="0" dirty="0" err="1">
                <a:ln>
                  <a:noFill/>
                </a:ln>
                <a:solidFill>
                  <a:schemeClr val="tx1"/>
                </a:solidFill>
                <a:effectLst/>
                <a:latin typeface="+mn-lt"/>
              </a:rPr>
              <a:t>predicted_label</a:t>
            </a:r>
            <a:r>
              <a:rPr kumimoji="0" lang="en-US" altLang="en-US" sz="1600" b="0" i="0" u="none" strike="noStrike" cap="none" normalizeH="0" baseline="0" dirty="0">
                <a:ln>
                  <a:noFill/>
                </a:ln>
                <a:solidFill>
                  <a:schemeClr val="tx1"/>
                </a:solidFill>
                <a:effectLst/>
                <a:latin typeface="+mn-lt"/>
              </a:rPr>
              <a:t> </a:t>
            </a:r>
            <a:r>
              <a:rPr kumimoji="0" lang="en-US" altLang="en-US" sz="1600" b="0" i="0" u="none" strike="noStrike" cap="none" normalizeH="0" baseline="0" dirty="0">
                <a:ln>
                  <a:noFill/>
                </a:ln>
                <a:solidFill>
                  <a:srgbClr val="055BE0"/>
                </a:solidFill>
                <a:effectLst/>
                <a:latin typeface="+mn-lt"/>
              </a:rPr>
              <a:t>==</a:t>
            </a:r>
            <a:r>
              <a:rPr kumimoji="0" lang="en-US" altLang="en-US" sz="1600" b="0" i="0" u="none" strike="noStrike" cap="none" normalizeH="0" baseline="0" dirty="0">
                <a:ln>
                  <a:noFill/>
                </a:ln>
                <a:solidFill>
                  <a:schemeClr val="tx1"/>
                </a:solidFill>
                <a:effectLst/>
                <a:latin typeface="+mn-lt"/>
              </a:rPr>
              <a:t> </a:t>
            </a:r>
            <a:r>
              <a:rPr kumimoji="0" lang="en-US" altLang="en-US" sz="1600" b="0" i="0" u="none" strike="noStrike" cap="none" normalizeH="0" baseline="0" dirty="0" err="1">
                <a:ln>
                  <a:noFill/>
                </a:ln>
                <a:solidFill>
                  <a:schemeClr val="tx1"/>
                </a:solidFill>
                <a:effectLst/>
                <a:latin typeface="+mn-lt"/>
              </a:rPr>
              <a:t>y_validation_re</a:t>
            </a:r>
            <a:r>
              <a:rPr kumimoji="0" lang="en-US" altLang="en-US" sz="1600" b="0" i="0" u="none" strike="noStrike" cap="none" normalizeH="0" baseline="0" dirty="0">
                <a:ln>
                  <a:noFill/>
                </a:ln>
                <a:solidFill>
                  <a:schemeClr val="tx1"/>
                </a:solidFill>
                <a:effectLst/>
                <a:latin typeface="+mn-lt"/>
              </a:rPr>
              <a:t>[</a:t>
            </a:r>
            <a:r>
              <a:rPr kumimoji="0" lang="en-US" altLang="en-US" sz="1600" b="0" i="0" u="none" strike="noStrike" cap="none" normalizeH="0" baseline="0" dirty="0" err="1">
                <a:ln>
                  <a:noFill/>
                </a:ln>
                <a:solidFill>
                  <a:schemeClr val="tx1"/>
                </a:solidFill>
                <a:effectLst/>
                <a:latin typeface="+mn-lt"/>
              </a:rPr>
              <a:t>plot_index</a:t>
            </a:r>
            <a:r>
              <a:rPr kumimoji="0" lang="en-US" altLang="en-US" sz="1600" b="0" i="0" u="none" strike="noStrike" cap="none" normalizeH="0" baseline="0" dirty="0">
                <a:ln>
                  <a:noFill/>
                </a:ln>
                <a:solidFill>
                  <a:schemeClr val="tx1"/>
                </a:solidFill>
                <a:effectLst/>
                <a:latin typeface="+mn-lt"/>
              </a:rPr>
              <a:t>] </a:t>
            </a:r>
            <a:r>
              <a:rPr kumimoji="0" lang="en-US" altLang="en-US" sz="1600" b="0" i="0" u="none" strike="noStrike" cap="none" normalizeH="0" baseline="0" dirty="0">
                <a:ln>
                  <a:noFill/>
                </a:ln>
                <a:solidFill>
                  <a:srgbClr val="007B00"/>
                </a:solidFill>
                <a:effectLst/>
                <a:latin typeface="+mn-lt"/>
              </a:rPr>
              <a:t>else</a:t>
            </a:r>
            <a:r>
              <a:rPr kumimoji="0" lang="en-US" altLang="en-US" sz="1600" b="0" i="0" u="none" strike="noStrike" cap="none" normalizeH="0" baseline="0" dirty="0">
                <a:ln>
                  <a:noFill/>
                </a:ln>
                <a:solidFill>
                  <a:schemeClr val="tx1"/>
                </a:solidFill>
                <a:effectLst/>
                <a:latin typeface="+mn-lt"/>
              </a:rPr>
              <a:t> </a:t>
            </a:r>
            <a:r>
              <a:rPr kumimoji="0" lang="en-US" altLang="en-US" sz="1600" b="0" i="0" u="none" strike="noStrike" cap="none" normalizeH="0" baseline="0" dirty="0">
                <a:ln>
                  <a:noFill/>
                </a:ln>
                <a:solidFill>
                  <a:srgbClr val="BB2323"/>
                </a:solidFill>
                <a:effectLst/>
                <a:latin typeface="+mn-lt"/>
              </a:rPr>
              <a:t>'Reds’</a:t>
            </a:r>
            <a:r>
              <a:rPr kumimoji="0" lang="en-US" altLang="en-US" sz="1600" b="0" i="0" u="none" strike="noStrike" cap="none" normalizeH="0" baseline="0" dirty="0">
                <a:ln>
                  <a:noFill/>
                </a:ln>
                <a:solidFill>
                  <a:schemeClr val="tx1"/>
                </a:solidFill>
                <a:effectLst/>
                <a:latin typeface="+mn-lt"/>
              </a:rPr>
              <a:t> </a:t>
            </a: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600" b="0" i="0" u="none" strike="noStrike" cap="none" normalizeH="0" baseline="0" dirty="0" err="1">
                <a:ln>
                  <a:noFill/>
                </a:ln>
                <a:solidFill>
                  <a:schemeClr val="tx1"/>
                </a:solidFill>
                <a:effectLst/>
                <a:latin typeface="+mn-lt"/>
              </a:rPr>
              <a:t>plt</a:t>
            </a:r>
            <a:r>
              <a:rPr kumimoji="0" lang="en-US" altLang="en-US" sz="1600" b="0" i="0" u="none" strike="noStrike" cap="none" normalizeH="0" baseline="0" dirty="0" err="1">
                <a:ln>
                  <a:noFill/>
                </a:ln>
                <a:solidFill>
                  <a:srgbClr val="055BE0"/>
                </a:solidFill>
                <a:effectLst/>
                <a:latin typeface="+mn-lt"/>
              </a:rPr>
              <a:t>.</a:t>
            </a:r>
            <a:r>
              <a:rPr kumimoji="0" lang="en-US" altLang="en-US" sz="1600" b="0" i="0" u="none" strike="noStrike" cap="none" normalizeH="0" baseline="0" dirty="0" err="1">
                <a:ln>
                  <a:noFill/>
                </a:ln>
                <a:solidFill>
                  <a:schemeClr val="tx1"/>
                </a:solidFill>
                <a:effectLst/>
                <a:latin typeface="+mn-lt"/>
              </a:rPr>
              <a:t>subplot</a:t>
            </a:r>
            <a:r>
              <a:rPr kumimoji="0" lang="en-US" altLang="en-US" sz="1600" b="0" i="0" u="none" strike="noStrike" cap="none" normalizeH="0" baseline="0" dirty="0">
                <a:ln>
                  <a:noFill/>
                </a:ln>
                <a:solidFill>
                  <a:schemeClr val="tx1"/>
                </a:solidFill>
                <a:effectLst/>
                <a:latin typeface="+mn-lt"/>
              </a:rPr>
              <a:t>(</a:t>
            </a:r>
            <a:r>
              <a:rPr kumimoji="0" lang="en-US" altLang="en-US" sz="1600" b="0" i="0" u="none" strike="noStrike" cap="none" normalizeH="0" baseline="0" dirty="0" err="1">
                <a:ln>
                  <a:noFill/>
                </a:ln>
                <a:solidFill>
                  <a:schemeClr val="tx1"/>
                </a:solidFill>
                <a:effectLst/>
                <a:latin typeface="+mn-lt"/>
              </a:rPr>
              <a:t>num_cells</a:t>
            </a:r>
            <a:r>
              <a:rPr kumimoji="0" lang="en-US" altLang="en-US" sz="1600" b="0" i="0" u="none" strike="noStrike" cap="none" normalizeH="0" baseline="0" dirty="0">
                <a:ln>
                  <a:noFill/>
                </a:ln>
                <a:solidFill>
                  <a:schemeClr val="tx1"/>
                </a:solidFill>
                <a:effectLst/>
                <a:latin typeface="+mn-lt"/>
              </a:rPr>
              <a:t>, </a:t>
            </a:r>
            <a:r>
              <a:rPr kumimoji="0" lang="en-US" altLang="en-US" sz="1600" b="0" i="0" u="none" strike="noStrike" cap="none" normalizeH="0" baseline="0" dirty="0" err="1">
                <a:ln>
                  <a:noFill/>
                </a:ln>
                <a:solidFill>
                  <a:schemeClr val="tx1"/>
                </a:solidFill>
                <a:effectLst/>
                <a:latin typeface="+mn-lt"/>
              </a:rPr>
              <a:t>num_cells</a:t>
            </a:r>
            <a:r>
              <a:rPr kumimoji="0" lang="en-US" altLang="en-US" sz="1600" b="0" i="0" u="none" strike="noStrike" cap="none" normalizeH="0" baseline="0" dirty="0">
                <a:ln>
                  <a:noFill/>
                </a:ln>
                <a:solidFill>
                  <a:schemeClr val="tx1"/>
                </a:solidFill>
                <a:effectLst/>
                <a:latin typeface="+mn-lt"/>
              </a:rPr>
              <a:t>, </a:t>
            </a:r>
            <a:r>
              <a:rPr kumimoji="0" lang="en-US" altLang="en-US" sz="1600" b="0" i="0" u="none" strike="noStrike" cap="none" normalizeH="0" baseline="0" dirty="0" err="1">
                <a:ln>
                  <a:noFill/>
                </a:ln>
                <a:solidFill>
                  <a:schemeClr val="tx1"/>
                </a:solidFill>
                <a:effectLst/>
                <a:latin typeface="+mn-lt"/>
              </a:rPr>
              <a:t>plot_index</a:t>
            </a:r>
            <a:r>
              <a:rPr kumimoji="0" lang="en-US" altLang="en-US" sz="1600" b="0" i="0" u="none" strike="noStrike" cap="none" normalizeH="0" baseline="0" dirty="0">
                <a:ln>
                  <a:noFill/>
                </a:ln>
                <a:solidFill>
                  <a:schemeClr val="tx1"/>
                </a:solidFill>
                <a:effectLst/>
                <a:latin typeface="+mn-lt"/>
              </a:rPr>
              <a:t> </a:t>
            </a:r>
            <a:r>
              <a:rPr kumimoji="0" lang="en-US" altLang="en-US" sz="1600" b="0" i="0" u="none" strike="noStrike" cap="none" normalizeH="0" baseline="0" dirty="0">
                <a:ln>
                  <a:noFill/>
                </a:ln>
                <a:solidFill>
                  <a:srgbClr val="055BE0"/>
                </a:solidFill>
                <a:effectLst/>
                <a:latin typeface="+mn-lt"/>
              </a:rPr>
              <a:t>+</a:t>
            </a:r>
            <a:r>
              <a:rPr kumimoji="0" lang="en-US" altLang="en-US" sz="1600" b="0" i="0" u="none" strike="noStrike" cap="none" normalizeH="0" baseline="0" dirty="0">
                <a:ln>
                  <a:noFill/>
                </a:ln>
                <a:solidFill>
                  <a:schemeClr val="tx1"/>
                </a:solidFill>
                <a:effectLst/>
                <a:latin typeface="+mn-lt"/>
              </a:rPr>
              <a:t> </a:t>
            </a:r>
            <a:r>
              <a:rPr kumimoji="0" lang="en-US" altLang="en-US" sz="1600" b="0" i="0" u="none" strike="noStrike" cap="none" normalizeH="0" baseline="0" dirty="0">
                <a:ln>
                  <a:noFill/>
                </a:ln>
                <a:solidFill>
                  <a:srgbClr val="666666"/>
                </a:solidFill>
                <a:effectLst/>
                <a:latin typeface="+mn-lt"/>
              </a:rPr>
              <a:t>1</a:t>
            </a:r>
            <a:r>
              <a:rPr kumimoji="0" lang="en-US" altLang="en-US" sz="1600" b="0" i="0" u="none" strike="noStrike" cap="none" normalizeH="0" baseline="0" dirty="0">
                <a:ln>
                  <a:noFill/>
                </a:ln>
                <a:solidFill>
                  <a:schemeClr val="tx1"/>
                </a:solidFill>
                <a:effectLst/>
                <a:latin typeface="+mn-lt"/>
              </a:rPr>
              <a:t>) </a:t>
            </a: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600" b="0" i="0" u="none" strike="noStrike" cap="none" normalizeH="0" baseline="0" dirty="0">
                <a:ln>
                  <a:noFill/>
                </a:ln>
                <a:solidFill>
                  <a:schemeClr val="tx1"/>
                </a:solidFill>
                <a:effectLst/>
                <a:latin typeface="+mn-lt"/>
              </a:rPr>
              <a:t>	</a:t>
            </a:r>
            <a:r>
              <a:rPr kumimoji="0" lang="en-US" altLang="en-US" sz="1600" b="0" i="0" u="none" strike="noStrike" cap="none" normalizeH="0" baseline="0" dirty="0" err="1">
                <a:ln>
                  <a:noFill/>
                </a:ln>
                <a:solidFill>
                  <a:schemeClr val="tx1"/>
                </a:solidFill>
                <a:effectLst/>
                <a:latin typeface="+mn-lt"/>
              </a:rPr>
              <a:t>plt</a:t>
            </a:r>
            <a:r>
              <a:rPr kumimoji="0" lang="en-US" altLang="en-US" sz="1600" b="0" i="0" u="none" strike="noStrike" cap="none" normalizeH="0" baseline="0" dirty="0" err="1">
                <a:ln>
                  <a:noFill/>
                </a:ln>
                <a:solidFill>
                  <a:srgbClr val="055BE0"/>
                </a:solidFill>
                <a:effectLst/>
                <a:latin typeface="+mn-lt"/>
              </a:rPr>
              <a:t>.</a:t>
            </a:r>
            <a:r>
              <a:rPr kumimoji="0" lang="en-US" altLang="en-US" sz="1600" b="0" i="0" u="none" strike="noStrike" cap="none" normalizeH="0" baseline="0" dirty="0" err="1">
                <a:ln>
                  <a:noFill/>
                </a:ln>
                <a:solidFill>
                  <a:schemeClr val="tx1"/>
                </a:solidFill>
                <a:effectLst/>
                <a:latin typeface="+mn-lt"/>
              </a:rPr>
              <a:t>imshow</a:t>
            </a:r>
            <a:r>
              <a:rPr kumimoji="0" lang="en-US" altLang="en-US" sz="1600" b="0" i="0" u="none" strike="noStrike" cap="none" normalizeH="0" baseline="0" dirty="0">
                <a:ln>
                  <a:noFill/>
                </a:ln>
                <a:solidFill>
                  <a:schemeClr val="tx1"/>
                </a:solidFill>
                <a:effectLst/>
                <a:latin typeface="+mn-lt"/>
              </a:rPr>
              <a:t>(</a:t>
            </a:r>
            <a:r>
              <a:rPr kumimoji="0" lang="en-US" altLang="en-US" sz="1600" b="0" i="0" u="none" strike="noStrike" cap="none" normalizeH="0" baseline="0" dirty="0" err="1">
                <a:ln>
                  <a:noFill/>
                </a:ln>
                <a:solidFill>
                  <a:schemeClr val="tx1"/>
                </a:solidFill>
                <a:effectLst/>
                <a:latin typeface="+mn-lt"/>
              </a:rPr>
              <a:t>x_validation_normalized</a:t>
            </a:r>
            <a:r>
              <a:rPr kumimoji="0" lang="en-US" altLang="en-US" sz="1600" b="0" i="0" u="none" strike="noStrike" cap="none" normalizeH="0" baseline="0" dirty="0">
                <a:ln>
                  <a:noFill/>
                </a:ln>
                <a:solidFill>
                  <a:schemeClr val="tx1"/>
                </a:solidFill>
                <a:effectLst/>
                <a:latin typeface="+mn-lt"/>
              </a:rPr>
              <a:t>[</a:t>
            </a:r>
            <a:r>
              <a:rPr kumimoji="0" lang="en-US" altLang="en-US" sz="1600" b="0" i="0" u="none" strike="noStrike" cap="none" normalizeH="0" baseline="0" dirty="0" err="1">
                <a:ln>
                  <a:noFill/>
                </a:ln>
                <a:solidFill>
                  <a:schemeClr val="tx1"/>
                </a:solidFill>
                <a:effectLst/>
                <a:latin typeface="+mn-lt"/>
              </a:rPr>
              <a:t>plot_index</a:t>
            </a:r>
            <a:r>
              <a:rPr kumimoji="0" lang="en-US" altLang="en-US" sz="1600" b="0" i="0" u="none" strike="noStrike" cap="none" normalizeH="0" baseline="0" dirty="0">
                <a:ln>
                  <a:noFill/>
                </a:ln>
                <a:solidFill>
                  <a:schemeClr val="tx1"/>
                </a:solidFill>
                <a:effectLst/>
                <a:latin typeface="+mn-lt"/>
              </a:rPr>
              <a:t>]</a:t>
            </a:r>
            <a:r>
              <a:rPr kumimoji="0" lang="en-US" altLang="en-US" sz="1600" b="0" i="0" u="none" strike="noStrike" cap="none" normalizeH="0" baseline="0" dirty="0">
                <a:ln>
                  <a:noFill/>
                </a:ln>
                <a:solidFill>
                  <a:srgbClr val="055BE0"/>
                </a:solidFill>
                <a:effectLst/>
                <a:latin typeface="+mn-lt"/>
              </a:rPr>
              <a:t>.</a:t>
            </a:r>
            <a:r>
              <a:rPr kumimoji="0" lang="en-US" altLang="en-US" sz="1600" b="0" i="0" u="none" strike="noStrike" cap="none" normalizeH="0" baseline="0" dirty="0">
                <a:ln>
                  <a:noFill/>
                </a:ln>
                <a:solidFill>
                  <a:schemeClr val="tx1"/>
                </a:solidFill>
                <a:effectLst/>
                <a:latin typeface="+mn-lt"/>
              </a:rPr>
              <a:t>reshape((IMAGE_WIDTH, IMAGE_HEIGHT)), </a:t>
            </a: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600" b="0" i="0" u="none" strike="noStrike" cap="none" normalizeH="0" baseline="0" dirty="0" err="1">
                <a:ln>
                  <a:noFill/>
                </a:ln>
                <a:solidFill>
                  <a:schemeClr val="tx1"/>
                </a:solidFill>
                <a:effectLst/>
                <a:latin typeface="+mn-lt"/>
              </a:rPr>
              <a:t>cmap</a:t>
            </a:r>
            <a:r>
              <a:rPr kumimoji="0" lang="en-US" altLang="en-US" sz="1600" b="0" i="0" u="none" strike="noStrike" cap="none" normalizeH="0" baseline="0" dirty="0">
                <a:ln>
                  <a:noFill/>
                </a:ln>
                <a:solidFill>
                  <a:srgbClr val="055BE0"/>
                </a:solidFill>
                <a:effectLst/>
                <a:latin typeface="+mn-lt"/>
              </a:rPr>
              <a:t>=</a:t>
            </a:r>
            <a:r>
              <a:rPr kumimoji="0" lang="en-US" altLang="en-US" sz="1600" b="0" i="0" u="none" strike="noStrike" cap="none" normalizeH="0" baseline="0" dirty="0" err="1">
                <a:ln>
                  <a:noFill/>
                </a:ln>
                <a:solidFill>
                  <a:schemeClr val="tx1"/>
                </a:solidFill>
                <a:effectLst/>
                <a:latin typeface="+mn-lt"/>
              </a:rPr>
              <a:t>color_map</a:t>
            </a:r>
            <a:r>
              <a:rPr kumimoji="0" lang="en-US" altLang="en-US" sz="1600" b="0" i="0" u="none" strike="noStrike" cap="none" normalizeH="0" baseline="0" dirty="0">
                <a:ln>
                  <a:noFill/>
                </a:ln>
                <a:solidFill>
                  <a:schemeClr val="tx1"/>
                </a:solidFill>
                <a:effectLst/>
                <a:latin typeface="+mn-lt"/>
              </a:rPr>
              <a:t>) </a:t>
            </a:r>
          </a:p>
          <a:p>
            <a:pPr marL="0" marR="0" lvl="0" indent="0" algn="l" defTabSz="914400" rtl="0" eaLnBrk="0" fontAlgn="base" latinLnBrk="0" hangingPunct="0">
              <a:lnSpc>
                <a:spcPct val="100000"/>
              </a:lnSpc>
              <a:spcBef>
                <a:spcPct val="3000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600" b="0" i="0" u="none" strike="noStrike" cap="none" normalizeH="0" baseline="0" dirty="0">
                <a:ln>
                  <a:noFill/>
                </a:ln>
                <a:solidFill>
                  <a:schemeClr val="tx1"/>
                </a:solidFill>
                <a:effectLst/>
                <a:latin typeface="+mn-lt"/>
              </a:rPr>
              <a:t>	</a:t>
            </a:r>
            <a:r>
              <a:rPr kumimoji="0" lang="en-US" altLang="en-US" sz="1600" b="0" i="0" u="none" strike="noStrike" cap="none" normalizeH="0" baseline="0" dirty="0" err="1">
                <a:ln>
                  <a:noFill/>
                </a:ln>
                <a:solidFill>
                  <a:schemeClr val="tx1"/>
                </a:solidFill>
                <a:effectLst/>
                <a:latin typeface="+mn-lt"/>
              </a:rPr>
              <a:t>plt</a:t>
            </a:r>
            <a:r>
              <a:rPr kumimoji="0" lang="en-US" altLang="en-US" sz="1600" b="0" i="0" u="none" strike="noStrike" cap="none" normalizeH="0" baseline="0" dirty="0" err="1">
                <a:ln>
                  <a:noFill/>
                </a:ln>
                <a:solidFill>
                  <a:srgbClr val="055BE0"/>
                </a:solidFill>
                <a:effectLst/>
                <a:latin typeface="+mn-lt"/>
              </a:rPr>
              <a:t>.</a:t>
            </a:r>
            <a:r>
              <a:rPr kumimoji="0" lang="en-US" altLang="en-US" sz="1600" b="0" i="0" u="none" strike="noStrike" cap="none" normalizeH="0" baseline="0" dirty="0" err="1">
                <a:ln>
                  <a:noFill/>
                </a:ln>
                <a:solidFill>
                  <a:schemeClr val="tx1"/>
                </a:solidFill>
                <a:effectLst/>
                <a:latin typeface="+mn-lt"/>
              </a:rPr>
              <a:t>xlabel</a:t>
            </a:r>
            <a:r>
              <a:rPr kumimoji="0" lang="en-US" altLang="en-US" sz="1600" b="0" i="0" u="none" strike="noStrike" cap="none" normalizeH="0" baseline="0" dirty="0">
                <a:ln>
                  <a:noFill/>
                </a:ln>
                <a:solidFill>
                  <a:schemeClr val="tx1"/>
                </a:solidFill>
                <a:effectLst/>
                <a:latin typeface="+mn-lt"/>
              </a:rPr>
              <a:t>(</a:t>
            </a:r>
            <a:r>
              <a:rPr kumimoji="0" lang="en-US" altLang="en-US" sz="1600" b="0" i="0" u="none" strike="noStrike" cap="none" normalizeH="0" baseline="0" dirty="0" err="1">
                <a:ln>
                  <a:noFill/>
                </a:ln>
                <a:solidFill>
                  <a:schemeClr val="tx1"/>
                </a:solidFill>
                <a:effectLst/>
                <a:latin typeface="+mn-lt"/>
              </a:rPr>
              <a:t>predicted_label</a:t>
            </a:r>
            <a:r>
              <a:rPr kumimoji="0" lang="en-US" altLang="en-US" sz="1600" b="0" i="0" u="none" strike="noStrike" cap="none" normalizeH="0" baseline="0" dirty="0">
                <a:ln>
                  <a:noFill/>
                </a:ln>
                <a:solidFill>
                  <a:schemeClr val="tx1"/>
                </a:solidFill>
                <a:effectLst/>
                <a:latin typeface="+mn-lt"/>
              </a:rPr>
              <a:t>) </a:t>
            </a:r>
          </a:p>
          <a:p>
            <a:pPr marL="0" marR="0" lvl="0" indent="0" algn="l" defTabSz="914400" rtl="0" eaLnBrk="0" fontAlgn="base" latinLnBrk="0" hangingPunct="0">
              <a:lnSpc>
                <a:spcPct val="100000"/>
              </a:lnSpc>
              <a:spcBef>
                <a:spcPct val="3000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600" b="0" i="0" u="none" strike="noStrike" cap="none" normalizeH="0" baseline="0" dirty="0" err="1">
                <a:ln>
                  <a:noFill/>
                </a:ln>
                <a:solidFill>
                  <a:schemeClr val="tx1"/>
                </a:solidFill>
                <a:effectLst/>
                <a:latin typeface="+mn-lt"/>
              </a:rPr>
              <a:t>plt</a:t>
            </a:r>
            <a:r>
              <a:rPr kumimoji="0" lang="en-US" altLang="en-US" sz="1600" b="0" i="0" u="none" strike="noStrike" cap="none" normalizeH="0" baseline="0" dirty="0" err="1">
                <a:ln>
                  <a:noFill/>
                </a:ln>
                <a:solidFill>
                  <a:srgbClr val="055BE0"/>
                </a:solidFill>
                <a:effectLst/>
                <a:latin typeface="+mn-lt"/>
              </a:rPr>
              <a:t>.</a:t>
            </a:r>
            <a:r>
              <a:rPr kumimoji="0" lang="en-US" altLang="en-US" sz="1600" b="0" i="0" u="none" strike="noStrike" cap="none" normalizeH="0" baseline="0" dirty="0" err="1">
                <a:ln>
                  <a:noFill/>
                </a:ln>
                <a:solidFill>
                  <a:schemeClr val="tx1"/>
                </a:solidFill>
                <a:effectLst/>
                <a:latin typeface="+mn-lt"/>
              </a:rPr>
              <a:t>subplots_adjust</a:t>
            </a:r>
            <a:r>
              <a:rPr kumimoji="0" lang="en-US" altLang="en-US" sz="1600" b="0" i="0" u="none" strike="noStrike" cap="none" normalizeH="0" baseline="0" dirty="0">
                <a:ln>
                  <a:noFill/>
                </a:ln>
                <a:solidFill>
                  <a:schemeClr val="tx1"/>
                </a:solidFill>
                <a:effectLst/>
                <a:latin typeface="+mn-lt"/>
              </a:rPr>
              <a:t>(</a:t>
            </a:r>
            <a:r>
              <a:rPr kumimoji="0" lang="en-US" altLang="en-US" sz="1600" b="0" i="0" u="none" strike="noStrike" cap="none" normalizeH="0" baseline="0" dirty="0" err="1">
                <a:ln>
                  <a:noFill/>
                </a:ln>
                <a:solidFill>
                  <a:schemeClr val="tx1"/>
                </a:solidFill>
                <a:effectLst/>
                <a:latin typeface="+mn-lt"/>
              </a:rPr>
              <a:t>hspace</a:t>
            </a:r>
            <a:r>
              <a:rPr kumimoji="0" lang="en-US" altLang="en-US" sz="1600" b="0" i="0" u="none" strike="noStrike" cap="none" normalizeH="0" baseline="0" dirty="0">
                <a:ln>
                  <a:noFill/>
                </a:ln>
                <a:solidFill>
                  <a:srgbClr val="055BE0"/>
                </a:solidFill>
                <a:effectLst/>
                <a:latin typeface="+mn-lt"/>
              </a:rPr>
              <a:t>=</a:t>
            </a:r>
            <a:r>
              <a:rPr kumimoji="0" lang="en-US" altLang="en-US" sz="1600" b="0" i="0" u="none" strike="noStrike" cap="none" normalizeH="0" baseline="0" dirty="0">
                <a:ln>
                  <a:noFill/>
                </a:ln>
                <a:solidFill>
                  <a:srgbClr val="666666"/>
                </a:solidFill>
                <a:effectLst/>
                <a:latin typeface="+mn-lt"/>
              </a:rPr>
              <a:t>1</a:t>
            </a:r>
            <a:r>
              <a:rPr kumimoji="0" lang="en-US" altLang="en-US" sz="1600" b="0" i="0" u="none" strike="noStrike" cap="none" normalizeH="0" baseline="0" dirty="0">
                <a:ln>
                  <a:noFill/>
                </a:ln>
                <a:solidFill>
                  <a:schemeClr val="tx1"/>
                </a:solidFill>
                <a:effectLst/>
                <a:latin typeface="+mn-lt"/>
              </a:rPr>
              <a:t>, </a:t>
            </a:r>
            <a:r>
              <a:rPr kumimoji="0" lang="en-US" altLang="en-US" sz="1600" b="0" i="0" u="none" strike="noStrike" cap="none" normalizeH="0" baseline="0" dirty="0" err="1">
                <a:ln>
                  <a:noFill/>
                </a:ln>
                <a:solidFill>
                  <a:schemeClr val="tx1"/>
                </a:solidFill>
                <a:effectLst/>
                <a:latin typeface="+mn-lt"/>
              </a:rPr>
              <a:t>wspace</a:t>
            </a:r>
            <a:r>
              <a:rPr kumimoji="0" lang="en-US" altLang="en-US" sz="1600" b="0" i="0" u="none" strike="noStrike" cap="none" normalizeH="0" baseline="0" dirty="0">
                <a:ln>
                  <a:noFill/>
                </a:ln>
                <a:solidFill>
                  <a:srgbClr val="055BE0"/>
                </a:solidFill>
                <a:effectLst/>
                <a:latin typeface="+mn-lt"/>
              </a:rPr>
              <a:t>=</a:t>
            </a:r>
            <a:r>
              <a:rPr kumimoji="0" lang="en-US" altLang="en-US" sz="1600" b="0" i="0" u="none" strike="noStrike" cap="none" normalizeH="0" baseline="0" dirty="0">
                <a:ln>
                  <a:noFill/>
                </a:ln>
                <a:solidFill>
                  <a:srgbClr val="666666"/>
                </a:solidFill>
                <a:effectLst/>
                <a:latin typeface="+mn-lt"/>
              </a:rPr>
              <a:t>0.5</a:t>
            </a:r>
            <a:r>
              <a:rPr kumimoji="0" lang="en-US" altLang="en-US" sz="1600" b="0" i="0" u="none" strike="noStrike" cap="none" normalizeH="0" baseline="0" dirty="0">
                <a:ln>
                  <a:noFill/>
                </a:ln>
                <a:solidFill>
                  <a:schemeClr val="tx1"/>
                </a:solidFill>
                <a:effectLst/>
                <a:latin typeface="+mn-lt"/>
              </a:rPr>
              <a:t>)</a:t>
            </a: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600" b="0" i="0" u="none" strike="noStrike" cap="none" normalizeH="0" baseline="0" dirty="0" err="1">
                <a:ln>
                  <a:noFill/>
                </a:ln>
                <a:solidFill>
                  <a:schemeClr val="tx1"/>
                </a:solidFill>
                <a:effectLst/>
                <a:latin typeface="+mn-lt"/>
              </a:rPr>
              <a:t>plt</a:t>
            </a:r>
            <a:r>
              <a:rPr kumimoji="0" lang="en-US" altLang="en-US" sz="1600" b="0" i="0" u="none" strike="noStrike" cap="none" normalizeH="0" baseline="0" dirty="0" err="1">
                <a:ln>
                  <a:noFill/>
                </a:ln>
                <a:solidFill>
                  <a:srgbClr val="055BE0"/>
                </a:solidFill>
                <a:effectLst/>
                <a:latin typeface="+mn-lt"/>
              </a:rPr>
              <a:t>.</a:t>
            </a:r>
            <a:r>
              <a:rPr kumimoji="0" lang="en-US" altLang="en-US" sz="1600" b="0" i="0" u="none" strike="noStrike" cap="none" normalizeH="0" baseline="0" dirty="0" err="1">
                <a:ln>
                  <a:noFill/>
                </a:ln>
                <a:solidFill>
                  <a:schemeClr val="tx1"/>
                </a:solidFill>
                <a:effectLst/>
                <a:latin typeface="+mn-lt"/>
              </a:rPr>
              <a:t>show</a:t>
            </a:r>
            <a:r>
              <a:rPr kumimoji="0" lang="en-US" altLang="en-US" sz="1600" b="0" i="0" u="none" strike="noStrike" cap="none" normalizeH="0" baseline="0" dirty="0">
                <a:ln>
                  <a:noFill/>
                </a:ln>
                <a:solidFill>
                  <a:schemeClr val="tx1"/>
                </a:solidFill>
                <a:effectLst/>
                <a:latin typeface="+mn-lt"/>
              </a:rPr>
              <a:t>() </a:t>
            </a:r>
          </a:p>
        </p:txBody>
      </p:sp>
    </p:spTree>
    <p:extLst>
      <p:ext uri="{BB962C8B-B14F-4D97-AF65-F5344CB8AC3E}">
        <p14:creationId xmlns:p14="http://schemas.microsoft.com/office/powerpoint/2010/main" val="193014137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6" name="Picture 2">
            <a:extLst>
              <a:ext uri="{FF2B5EF4-FFF2-40B4-BE49-F238E27FC236}">
                <a16:creationId xmlns:a16="http://schemas.microsoft.com/office/drawing/2014/main" id="{4E18587B-71B6-61A0-7FB2-E1CD97355E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09731" y="397113"/>
            <a:ext cx="5972537" cy="60637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5327990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EF27DB0-DA9D-CD77-7AC9-7CB06EC84ED9}"/>
              </a:ext>
            </a:extLst>
          </p:cNvPr>
          <p:cNvSpPr txBox="1"/>
          <p:nvPr/>
        </p:nvSpPr>
        <p:spPr>
          <a:xfrm>
            <a:off x="535330" y="550326"/>
            <a:ext cx="6094070" cy="461665"/>
          </a:xfrm>
          <a:prstGeom prst="rect">
            <a:avLst/>
          </a:prstGeom>
          <a:noFill/>
        </p:spPr>
        <p:txBody>
          <a:bodyPr wrap="square">
            <a:spAutoFit/>
          </a:bodyPr>
          <a:lstStyle/>
          <a:p>
            <a:pPr algn="l"/>
            <a:r>
              <a:rPr lang="en-US" sz="2400" b="1" i="0" dirty="0">
                <a:solidFill>
                  <a:srgbClr val="000000"/>
                </a:solidFill>
                <a:effectLst/>
                <a:latin typeface="Inter"/>
              </a:rPr>
              <a:t>Confusion matrix of validation dataset</a:t>
            </a:r>
          </a:p>
        </p:txBody>
      </p:sp>
      <p:sp>
        <p:nvSpPr>
          <p:cNvPr id="5" name="TextBox 4">
            <a:extLst>
              <a:ext uri="{FF2B5EF4-FFF2-40B4-BE49-F238E27FC236}">
                <a16:creationId xmlns:a16="http://schemas.microsoft.com/office/drawing/2014/main" id="{AAC408F2-2B0B-8D52-FE2E-6107303A80FC}"/>
              </a:ext>
            </a:extLst>
          </p:cNvPr>
          <p:cNvSpPr txBox="1"/>
          <p:nvPr/>
        </p:nvSpPr>
        <p:spPr>
          <a:xfrm>
            <a:off x="535329" y="1083555"/>
            <a:ext cx="11027779" cy="646331"/>
          </a:xfrm>
          <a:prstGeom prst="rect">
            <a:avLst/>
          </a:prstGeom>
          <a:noFill/>
        </p:spPr>
        <p:txBody>
          <a:bodyPr wrap="square">
            <a:spAutoFit/>
          </a:bodyPr>
          <a:lstStyle/>
          <a:p>
            <a:r>
              <a:rPr lang="en-US" b="0" i="0" dirty="0">
                <a:effectLst/>
              </a:rPr>
              <a:t>Confusion matrix shows what numbers are recognized well by the model and what numbers the model usually confuses to recognize correctly.</a:t>
            </a:r>
            <a:endParaRPr lang="en-US" dirty="0"/>
          </a:p>
        </p:txBody>
      </p:sp>
      <p:sp>
        <p:nvSpPr>
          <p:cNvPr id="6" name="Rectangle 1">
            <a:extLst>
              <a:ext uri="{FF2B5EF4-FFF2-40B4-BE49-F238E27FC236}">
                <a16:creationId xmlns:a16="http://schemas.microsoft.com/office/drawing/2014/main" id="{A1A68959-B021-0764-02F2-8C5B477B6E1A}"/>
              </a:ext>
            </a:extLst>
          </p:cNvPr>
          <p:cNvSpPr>
            <a:spLocks noChangeArrowheads="1"/>
          </p:cNvSpPr>
          <p:nvPr/>
        </p:nvSpPr>
        <p:spPr bwMode="auto">
          <a:xfrm>
            <a:off x="625033" y="1817537"/>
            <a:ext cx="8472668" cy="926407"/>
          </a:xfrm>
          <a:prstGeom prst="rect">
            <a:avLst/>
          </a:prstGeom>
          <a:solidFill>
            <a:srgbClr val="F7F7F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30000"/>
              </a:spcBef>
              <a:spcAft>
                <a:spcPct val="0"/>
              </a:spcAft>
              <a:defRPr sz="1200">
                <a:solidFill>
                  <a:schemeClr val="tx1"/>
                </a:solidFill>
                <a:latin typeface="Arial" panose="020B0604020202020204" pitchFamily="34" charset="0"/>
              </a:defRPr>
            </a:lvl1pPr>
            <a:lvl2pPr eaLnBrk="0" fontAlgn="base" hangingPunct="0">
              <a:spcBef>
                <a:spcPct val="30000"/>
              </a:spcBef>
              <a:spcAft>
                <a:spcPct val="0"/>
              </a:spcAft>
              <a:defRPr sz="1200">
                <a:solidFill>
                  <a:schemeClr val="tx1"/>
                </a:solidFill>
                <a:latin typeface="Arial" panose="020B0604020202020204" pitchFamily="34" charset="0"/>
              </a:defRPr>
            </a:lvl2pPr>
            <a:lvl3pPr eaLnBrk="0" fontAlgn="base" hangingPunct="0">
              <a:spcBef>
                <a:spcPct val="30000"/>
              </a:spcBef>
              <a:spcAft>
                <a:spcPct val="0"/>
              </a:spcAft>
              <a:defRPr sz="1200">
                <a:solidFill>
                  <a:schemeClr val="tx1"/>
                </a:solidFill>
                <a:latin typeface="Arial" panose="020B0604020202020204" pitchFamily="34" charset="0"/>
              </a:defRPr>
            </a:lvl3pPr>
            <a:lvl4pPr eaLnBrk="0" fontAlgn="base" hangingPunct="0">
              <a:spcBef>
                <a:spcPct val="30000"/>
              </a:spcBef>
              <a:spcAft>
                <a:spcPct val="0"/>
              </a:spcAft>
              <a:defRPr sz="1200">
                <a:solidFill>
                  <a:schemeClr val="tx1"/>
                </a:solidFill>
                <a:latin typeface="Arial" panose="020B0604020202020204" pitchFamily="34" charset="0"/>
              </a:defRPr>
            </a:lvl4pPr>
            <a:lvl5pPr eaLnBrk="0" fontAlgn="base" hangingPunct="0">
              <a:spcBef>
                <a:spcPct val="30000"/>
              </a:spcBef>
              <a:spcAft>
                <a:spcPct val="0"/>
              </a:spcAft>
              <a:defRPr sz="1200">
                <a:solidFill>
                  <a:schemeClr val="tx1"/>
                </a:solidFill>
                <a:latin typeface="Arial" panose="020B0604020202020204" pitchFamily="34" charset="0"/>
              </a:defRPr>
            </a:lvl5pPr>
            <a:lvl6pPr eaLnBrk="0" fontAlgn="base" hangingPunct="0">
              <a:spcBef>
                <a:spcPct val="30000"/>
              </a:spcBef>
              <a:spcAft>
                <a:spcPct val="0"/>
              </a:spcAft>
              <a:defRPr sz="1200">
                <a:solidFill>
                  <a:schemeClr val="tx1"/>
                </a:solidFill>
                <a:latin typeface="Arial" panose="020B0604020202020204" pitchFamily="34" charset="0"/>
              </a:defRPr>
            </a:lvl6pPr>
            <a:lvl7pPr eaLnBrk="0" fontAlgn="base" hangingPunct="0">
              <a:spcBef>
                <a:spcPct val="30000"/>
              </a:spcBef>
              <a:spcAft>
                <a:spcPct val="0"/>
              </a:spcAft>
              <a:defRPr sz="1200">
                <a:solidFill>
                  <a:schemeClr val="tx1"/>
                </a:solidFill>
                <a:latin typeface="Arial" panose="020B0604020202020204" pitchFamily="34" charset="0"/>
              </a:defRPr>
            </a:lvl7pPr>
            <a:lvl8pPr eaLnBrk="0" fontAlgn="base" hangingPunct="0">
              <a:spcBef>
                <a:spcPct val="30000"/>
              </a:spcBef>
              <a:spcAft>
                <a:spcPct val="0"/>
              </a:spcAft>
              <a:defRPr sz="1200">
                <a:solidFill>
                  <a:schemeClr val="tx1"/>
                </a:solidFill>
                <a:latin typeface="Arial" panose="020B0604020202020204" pitchFamily="34" charset="0"/>
              </a:defRPr>
            </a:lvl8pPr>
            <a:lvl9pPr eaLnBrk="0" fontAlgn="base" hangingPunct="0">
              <a:spcBef>
                <a:spcPct val="30000"/>
              </a:spcBef>
              <a:spcAft>
                <a:spcPct val="0"/>
              </a:spcAft>
              <a:defRPr sz="12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400" b="0" i="0" u="none" strike="noStrike" cap="none" normalizeH="0" baseline="0" dirty="0" err="1">
                <a:ln>
                  <a:noFill/>
                </a:ln>
                <a:solidFill>
                  <a:schemeClr val="tx1"/>
                </a:solidFill>
                <a:effectLst/>
                <a:latin typeface="Arial" panose="020B0604020202020204" pitchFamily="34" charset="0"/>
              </a:rPr>
              <a:t>confusion_matrix</a:t>
            </a:r>
            <a:r>
              <a:rPr kumimoji="0" lang="en-US" altLang="en-US" sz="1400" b="0" i="0" u="none" strike="noStrike" cap="none" normalizeH="0" baseline="0" dirty="0">
                <a:ln>
                  <a:noFill/>
                </a:ln>
                <a:solidFill>
                  <a:schemeClr val="tx1"/>
                </a:solidFill>
                <a:effectLst/>
                <a:latin typeface="Roboto Mono" panose="00000009000000000000" pitchFamily="49" charset="0"/>
              </a:rPr>
              <a:t> </a:t>
            </a:r>
            <a:r>
              <a:rPr kumimoji="0" lang="en-US" altLang="en-US" sz="1400" b="0" i="0" u="none" strike="noStrike" cap="none" normalizeH="0" baseline="0" dirty="0">
                <a:ln>
                  <a:noFill/>
                </a:ln>
                <a:solidFill>
                  <a:srgbClr val="055BE0"/>
                </a:solidFill>
                <a:effectLst/>
                <a:latin typeface="Arial" panose="020B0604020202020204" pitchFamily="34" charset="0"/>
              </a:rPr>
              <a:t>=</a:t>
            </a:r>
            <a:r>
              <a:rPr kumimoji="0" lang="en-US" altLang="en-US" sz="1400" b="0" i="0" u="none" strike="noStrike" cap="none" normalizeH="0" baseline="0" dirty="0">
                <a:ln>
                  <a:noFill/>
                </a:ln>
                <a:solidFill>
                  <a:schemeClr val="tx1"/>
                </a:solidFill>
                <a:effectLst/>
                <a:latin typeface="Roboto Mono" panose="00000009000000000000" pitchFamily="49" charset="0"/>
              </a:rPr>
              <a:t> </a:t>
            </a:r>
            <a:r>
              <a:rPr kumimoji="0" lang="en-US" altLang="en-US" sz="1400" b="0" i="0" u="none" strike="noStrike" cap="none" normalizeH="0" baseline="0" dirty="0" err="1">
                <a:ln>
                  <a:noFill/>
                </a:ln>
                <a:solidFill>
                  <a:schemeClr val="tx1"/>
                </a:solidFill>
                <a:effectLst/>
                <a:latin typeface="Arial" panose="020B0604020202020204" pitchFamily="34" charset="0"/>
              </a:rPr>
              <a:t>tf</a:t>
            </a:r>
            <a:r>
              <a:rPr kumimoji="0" lang="en-US" altLang="en-US" sz="1400" b="0" i="0" u="none" strike="noStrike" cap="none" normalizeH="0" baseline="0" dirty="0" err="1">
                <a:ln>
                  <a:noFill/>
                </a:ln>
                <a:solidFill>
                  <a:srgbClr val="055BE0"/>
                </a:solidFill>
                <a:effectLst/>
                <a:latin typeface="Arial" panose="020B0604020202020204" pitchFamily="34" charset="0"/>
              </a:rPr>
              <a:t>.</a:t>
            </a:r>
            <a:r>
              <a:rPr kumimoji="0" lang="en-US" altLang="en-US" sz="1400" b="0" i="0" u="none" strike="noStrike" cap="none" normalizeH="0" baseline="0" dirty="0" err="1">
                <a:ln>
                  <a:noFill/>
                </a:ln>
                <a:solidFill>
                  <a:schemeClr val="tx1"/>
                </a:solidFill>
                <a:effectLst/>
                <a:latin typeface="Arial" panose="020B0604020202020204" pitchFamily="34" charset="0"/>
              </a:rPr>
              <a:t>math</a:t>
            </a:r>
            <a:r>
              <a:rPr kumimoji="0" lang="en-US" altLang="en-US" sz="1400" b="0" i="0" u="none" strike="noStrike" cap="none" normalizeH="0" baseline="0" dirty="0" err="1">
                <a:ln>
                  <a:noFill/>
                </a:ln>
                <a:solidFill>
                  <a:srgbClr val="055BE0"/>
                </a:solidFill>
                <a:effectLst/>
                <a:latin typeface="Arial" panose="020B0604020202020204" pitchFamily="34" charset="0"/>
              </a:rPr>
              <a:t>.</a:t>
            </a:r>
            <a:r>
              <a:rPr kumimoji="0" lang="en-US" altLang="en-US" sz="1400" b="0" i="0" u="none" strike="noStrike" cap="none" normalizeH="0" baseline="0" dirty="0" err="1">
                <a:ln>
                  <a:noFill/>
                </a:ln>
                <a:solidFill>
                  <a:schemeClr val="tx1"/>
                </a:solidFill>
                <a:effectLst/>
                <a:latin typeface="Arial" panose="020B0604020202020204" pitchFamily="34" charset="0"/>
              </a:rPr>
              <a:t>confusion_matrix</a:t>
            </a:r>
            <a:r>
              <a:rPr kumimoji="0" lang="en-US" altLang="en-US" sz="1400" b="0" i="0" u="none" strike="noStrike" cap="none" normalizeH="0" baseline="0" dirty="0">
                <a:ln>
                  <a:noFill/>
                </a:ln>
                <a:solidFill>
                  <a:schemeClr val="tx1"/>
                </a:solidFill>
                <a:effectLst/>
                <a:latin typeface="Roboto Mono" panose="00000009000000000000" pitchFamily="49" charset="0"/>
              </a:rPr>
              <a:t>(</a:t>
            </a:r>
            <a:r>
              <a:rPr kumimoji="0" lang="en-US" altLang="en-US" sz="1400" b="0" i="0" u="none" strike="noStrike" cap="none" normalizeH="0" baseline="0" dirty="0" err="1">
                <a:ln>
                  <a:noFill/>
                </a:ln>
                <a:solidFill>
                  <a:schemeClr val="tx1"/>
                </a:solidFill>
                <a:effectLst/>
                <a:latin typeface="Arial" panose="020B0604020202020204" pitchFamily="34" charset="0"/>
              </a:rPr>
              <a:t>y_validation_re</a:t>
            </a:r>
            <a:r>
              <a:rPr kumimoji="0" lang="en-US" altLang="en-US" sz="1400" b="0" i="0" u="none" strike="noStrike" cap="none" normalizeH="0" baseline="0" dirty="0">
                <a:ln>
                  <a:noFill/>
                </a:ln>
                <a:solidFill>
                  <a:schemeClr val="tx1"/>
                </a:solidFill>
                <a:effectLst/>
                <a:latin typeface="Roboto Mono" panose="00000009000000000000" pitchFamily="49" charset="0"/>
              </a:rPr>
              <a:t>, </a:t>
            </a:r>
            <a:r>
              <a:rPr kumimoji="0" lang="en-US" altLang="en-US" sz="1400" b="0" i="0" u="none" strike="noStrike" cap="none" normalizeH="0" baseline="0" dirty="0">
                <a:ln>
                  <a:noFill/>
                </a:ln>
                <a:solidFill>
                  <a:schemeClr val="tx1"/>
                </a:solidFill>
                <a:effectLst/>
                <a:latin typeface="Arial" panose="020B0604020202020204" pitchFamily="34" charset="0"/>
              </a:rPr>
              <a:t>predictions</a:t>
            </a:r>
            <a:r>
              <a:rPr kumimoji="0" lang="en-US" altLang="en-US" sz="1400" b="0" i="0" u="none" strike="noStrike" cap="none" normalizeH="0" baseline="0" dirty="0">
                <a:ln>
                  <a:noFill/>
                </a:ln>
                <a:solidFill>
                  <a:schemeClr val="tx1"/>
                </a:solidFill>
                <a:effectLst/>
                <a:latin typeface="Roboto Mono" panose="00000009000000000000" pitchFamily="49" charset="0"/>
              </a:rPr>
              <a:t>) </a:t>
            </a:r>
            <a:r>
              <a:rPr kumimoji="0" lang="en-US" altLang="en-US" sz="1400" b="0" i="0" u="none" strike="noStrike" cap="none" normalizeH="0" baseline="0" dirty="0">
                <a:ln>
                  <a:noFill/>
                </a:ln>
                <a:solidFill>
                  <a:schemeClr val="tx1"/>
                </a:solidFill>
                <a:effectLst/>
                <a:latin typeface="Arial" panose="020B0604020202020204" pitchFamily="34" charset="0"/>
              </a:rPr>
              <a:t>f</a:t>
            </a:r>
            <a:r>
              <a:rPr kumimoji="0" lang="en-US" altLang="en-US" sz="1400" b="0" i="0" u="none" strike="noStrike" cap="none" normalizeH="0" baseline="0" dirty="0">
                <a:ln>
                  <a:noFill/>
                </a:ln>
                <a:solidFill>
                  <a:schemeClr val="tx1"/>
                </a:solidFill>
                <a:effectLst/>
                <a:latin typeface="Roboto Mono" panose="00000009000000000000" pitchFamily="49" charset="0"/>
              </a:rPr>
              <a:t>, </a:t>
            </a:r>
            <a:r>
              <a:rPr kumimoji="0" lang="en-US" altLang="en-US" sz="1400" b="0" i="0" u="none" strike="noStrike" cap="none" normalizeH="0" baseline="0" dirty="0">
                <a:ln>
                  <a:noFill/>
                </a:ln>
                <a:solidFill>
                  <a:schemeClr val="tx1"/>
                </a:solidFill>
                <a:effectLst/>
                <a:latin typeface="Arial" panose="020B0604020202020204" pitchFamily="34" charset="0"/>
              </a:rPr>
              <a:t>ax</a:t>
            </a:r>
            <a:r>
              <a:rPr kumimoji="0" lang="en-US" altLang="en-US" sz="1400" b="0" i="0" u="none" strike="noStrike" cap="none" normalizeH="0" baseline="0" dirty="0">
                <a:ln>
                  <a:noFill/>
                </a:ln>
                <a:solidFill>
                  <a:schemeClr val="tx1"/>
                </a:solidFill>
                <a:effectLst/>
                <a:latin typeface="Roboto Mono" panose="00000009000000000000" pitchFamily="49" charset="0"/>
              </a:rPr>
              <a:t> </a:t>
            </a:r>
            <a:r>
              <a:rPr kumimoji="0" lang="en-US" altLang="en-US" sz="1400" b="0" i="0" u="none" strike="noStrike" cap="none" normalizeH="0" baseline="0" dirty="0">
                <a:ln>
                  <a:noFill/>
                </a:ln>
                <a:solidFill>
                  <a:srgbClr val="055BE0"/>
                </a:solidFill>
                <a:effectLst/>
                <a:latin typeface="Arial" panose="020B0604020202020204" pitchFamily="34" charset="0"/>
              </a:rPr>
              <a:t>=</a:t>
            </a:r>
            <a:r>
              <a:rPr kumimoji="0" lang="en-US" altLang="en-US" sz="1400" b="0" i="0" u="none" strike="noStrike" cap="none" normalizeH="0" baseline="0" dirty="0">
                <a:ln>
                  <a:noFill/>
                </a:ln>
                <a:solidFill>
                  <a:schemeClr val="tx1"/>
                </a:solidFill>
                <a:effectLst/>
                <a:latin typeface="Roboto Mono" panose="00000009000000000000" pitchFamily="49" charset="0"/>
              </a:rPr>
              <a:t> </a:t>
            </a:r>
            <a:r>
              <a:rPr kumimoji="0" lang="en-US" altLang="en-US" sz="1400" b="0" i="0" u="none" strike="noStrike" cap="none" normalizeH="0" baseline="0" dirty="0" err="1">
                <a:ln>
                  <a:noFill/>
                </a:ln>
                <a:solidFill>
                  <a:schemeClr val="tx1"/>
                </a:solidFill>
                <a:effectLst/>
                <a:latin typeface="Arial" panose="020B0604020202020204" pitchFamily="34" charset="0"/>
              </a:rPr>
              <a:t>plt</a:t>
            </a:r>
            <a:r>
              <a:rPr kumimoji="0" lang="en-US" altLang="en-US" sz="1400" b="0" i="0" u="none" strike="noStrike" cap="none" normalizeH="0" baseline="0" dirty="0" err="1">
                <a:ln>
                  <a:noFill/>
                </a:ln>
                <a:solidFill>
                  <a:srgbClr val="055BE0"/>
                </a:solidFill>
                <a:effectLst/>
                <a:latin typeface="Arial" panose="020B0604020202020204" pitchFamily="34" charset="0"/>
              </a:rPr>
              <a:t>.</a:t>
            </a:r>
            <a:r>
              <a:rPr kumimoji="0" lang="en-US" altLang="en-US" sz="1400" b="0" i="0" u="none" strike="noStrike" cap="none" normalizeH="0" baseline="0" dirty="0" err="1">
                <a:ln>
                  <a:noFill/>
                </a:ln>
                <a:solidFill>
                  <a:schemeClr val="tx1"/>
                </a:solidFill>
                <a:effectLst/>
                <a:latin typeface="Arial" panose="020B0604020202020204" pitchFamily="34" charset="0"/>
              </a:rPr>
              <a:t>subplots</a:t>
            </a:r>
            <a:r>
              <a:rPr kumimoji="0" lang="en-US" altLang="en-US" sz="1400" b="0" i="0" u="none" strike="noStrike" cap="none" normalizeH="0" baseline="0" dirty="0">
                <a:ln>
                  <a:noFill/>
                </a:ln>
                <a:solidFill>
                  <a:schemeClr val="tx1"/>
                </a:solidFill>
                <a:effectLst/>
                <a:latin typeface="Roboto Mono" panose="00000009000000000000" pitchFamily="49" charset="0"/>
              </a:rPr>
              <a:t>(</a:t>
            </a:r>
            <a:r>
              <a:rPr kumimoji="0" lang="en-US" altLang="en-US" sz="1400" b="0" i="0" u="none" strike="noStrike" cap="none" normalizeH="0" baseline="0" dirty="0" err="1">
                <a:ln>
                  <a:noFill/>
                </a:ln>
                <a:solidFill>
                  <a:schemeClr val="tx1"/>
                </a:solidFill>
                <a:effectLst/>
                <a:latin typeface="Arial" panose="020B0604020202020204" pitchFamily="34" charset="0"/>
              </a:rPr>
              <a:t>figsize</a:t>
            </a:r>
            <a:r>
              <a:rPr kumimoji="0" lang="en-US" altLang="en-US" sz="1400" b="0" i="0" u="none" strike="noStrike" cap="none" normalizeH="0" baseline="0" dirty="0">
                <a:ln>
                  <a:noFill/>
                </a:ln>
                <a:solidFill>
                  <a:srgbClr val="055BE0"/>
                </a:solidFill>
                <a:effectLst/>
                <a:latin typeface="Arial" panose="020B0604020202020204" pitchFamily="34" charset="0"/>
              </a:rPr>
              <a:t>=</a:t>
            </a:r>
            <a:r>
              <a:rPr kumimoji="0" lang="en-US" altLang="en-US" sz="1400" b="0" i="0" u="none" strike="noStrike" cap="none" normalizeH="0" baseline="0" dirty="0">
                <a:ln>
                  <a:noFill/>
                </a:ln>
                <a:solidFill>
                  <a:schemeClr val="tx1"/>
                </a:solidFill>
                <a:effectLst/>
                <a:latin typeface="Roboto Mono" panose="00000009000000000000" pitchFamily="49" charset="0"/>
              </a:rPr>
              <a:t>(</a:t>
            </a:r>
            <a:r>
              <a:rPr kumimoji="0" lang="en-US" altLang="en-US" sz="1400" b="0" i="0" u="none" strike="noStrike" cap="none" normalizeH="0" baseline="0" dirty="0">
                <a:ln>
                  <a:noFill/>
                </a:ln>
                <a:solidFill>
                  <a:srgbClr val="666666"/>
                </a:solidFill>
                <a:effectLst/>
                <a:latin typeface="Roboto Mono" panose="00000009000000000000" pitchFamily="49" charset="0"/>
              </a:rPr>
              <a:t>9</a:t>
            </a:r>
            <a:r>
              <a:rPr kumimoji="0" lang="en-US" altLang="en-US" sz="1400" b="0" i="0" u="none" strike="noStrike" cap="none" normalizeH="0" baseline="0" dirty="0">
                <a:ln>
                  <a:noFill/>
                </a:ln>
                <a:solidFill>
                  <a:schemeClr val="tx1"/>
                </a:solidFill>
                <a:effectLst/>
                <a:latin typeface="Roboto Mono" panose="00000009000000000000" pitchFamily="49" charset="0"/>
              </a:rPr>
              <a:t>, </a:t>
            </a:r>
            <a:r>
              <a:rPr kumimoji="0" lang="en-US" altLang="en-US" sz="1400" b="0" i="0" u="none" strike="noStrike" cap="none" normalizeH="0" baseline="0" dirty="0">
                <a:ln>
                  <a:noFill/>
                </a:ln>
                <a:solidFill>
                  <a:srgbClr val="666666"/>
                </a:solidFill>
                <a:effectLst/>
                <a:latin typeface="Roboto Mono" panose="00000009000000000000" pitchFamily="49" charset="0"/>
              </a:rPr>
              <a:t>7</a:t>
            </a:r>
            <a:r>
              <a:rPr kumimoji="0" lang="en-US" altLang="en-US" sz="1400" b="0" i="0" u="none" strike="noStrike" cap="none" normalizeH="0" baseline="0" dirty="0">
                <a:ln>
                  <a:noFill/>
                </a:ln>
                <a:solidFill>
                  <a:schemeClr val="tx1"/>
                </a:solidFill>
                <a:effectLst/>
                <a:latin typeface="Roboto Mono" panose="00000009000000000000" pitchFamily="49" charset="0"/>
              </a:rPr>
              <a:t>)) </a:t>
            </a: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400" b="0" i="0" u="none" strike="noStrike" cap="none" normalizeH="0" baseline="0" dirty="0" err="1">
                <a:ln>
                  <a:noFill/>
                </a:ln>
                <a:solidFill>
                  <a:schemeClr val="tx1"/>
                </a:solidFill>
                <a:effectLst/>
                <a:latin typeface="Arial" panose="020B0604020202020204" pitchFamily="34" charset="0"/>
              </a:rPr>
              <a:t>sn</a:t>
            </a:r>
            <a:r>
              <a:rPr kumimoji="0" lang="en-US" altLang="en-US" sz="1400" b="0" i="0" u="none" strike="noStrike" cap="none" normalizeH="0" baseline="0" dirty="0" err="1">
                <a:ln>
                  <a:noFill/>
                </a:ln>
                <a:solidFill>
                  <a:srgbClr val="055BE0"/>
                </a:solidFill>
                <a:effectLst/>
                <a:latin typeface="Arial" panose="020B0604020202020204" pitchFamily="34" charset="0"/>
              </a:rPr>
              <a:t>.</a:t>
            </a:r>
            <a:r>
              <a:rPr kumimoji="0" lang="en-US" altLang="en-US" sz="1400" b="0" i="0" u="none" strike="noStrike" cap="none" normalizeH="0" baseline="0" dirty="0" err="1">
                <a:ln>
                  <a:noFill/>
                </a:ln>
                <a:solidFill>
                  <a:schemeClr val="tx1"/>
                </a:solidFill>
                <a:effectLst/>
                <a:latin typeface="Arial" panose="020B0604020202020204" pitchFamily="34" charset="0"/>
              </a:rPr>
              <a:t>heatmap</a:t>
            </a:r>
            <a:r>
              <a:rPr kumimoji="0" lang="en-US" altLang="en-US" sz="1400" b="0" i="0" u="none" strike="noStrike" cap="none" normalizeH="0" baseline="0" dirty="0">
                <a:ln>
                  <a:noFill/>
                </a:ln>
                <a:solidFill>
                  <a:schemeClr val="tx1"/>
                </a:solidFill>
                <a:effectLst/>
                <a:latin typeface="Roboto Mono" panose="00000009000000000000" pitchFamily="49" charset="0"/>
              </a:rPr>
              <a:t>( </a:t>
            </a:r>
            <a:r>
              <a:rPr kumimoji="0" lang="en-US" altLang="en-US" sz="1400" b="0" i="0" u="none" strike="noStrike" cap="none" normalizeH="0" baseline="0" dirty="0" err="1">
                <a:ln>
                  <a:noFill/>
                </a:ln>
                <a:solidFill>
                  <a:schemeClr val="tx1"/>
                </a:solidFill>
                <a:effectLst/>
                <a:latin typeface="Arial" panose="020B0604020202020204" pitchFamily="34" charset="0"/>
              </a:rPr>
              <a:t>confusion_matrix</a:t>
            </a:r>
            <a:r>
              <a:rPr kumimoji="0" lang="en-US" altLang="en-US" sz="1400" b="0" i="0" u="none" strike="noStrike" cap="none" normalizeH="0" baseline="0" dirty="0">
                <a:ln>
                  <a:noFill/>
                </a:ln>
                <a:solidFill>
                  <a:schemeClr val="tx1"/>
                </a:solidFill>
                <a:effectLst/>
                <a:latin typeface="Roboto Mono" panose="00000009000000000000" pitchFamily="49" charset="0"/>
              </a:rPr>
              <a:t>, </a:t>
            </a:r>
            <a:r>
              <a:rPr kumimoji="0" lang="en-US" altLang="en-US" sz="1400" b="0" i="0" u="none" strike="noStrike" cap="none" normalizeH="0" baseline="0" dirty="0" err="1">
                <a:ln>
                  <a:noFill/>
                </a:ln>
                <a:solidFill>
                  <a:schemeClr val="tx1"/>
                </a:solidFill>
                <a:effectLst/>
                <a:latin typeface="Arial" panose="020B0604020202020204" pitchFamily="34" charset="0"/>
              </a:rPr>
              <a:t>annot</a:t>
            </a:r>
            <a:r>
              <a:rPr kumimoji="0" lang="en-US" altLang="en-US" sz="1400" b="0" i="0" u="none" strike="noStrike" cap="none" normalizeH="0" baseline="0" dirty="0">
                <a:ln>
                  <a:noFill/>
                </a:ln>
                <a:solidFill>
                  <a:srgbClr val="055BE0"/>
                </a:solidFill>
                <a:effectLst/>
                <a:latin typeface="Arial" panose="020B0604020202020204" pitchFamily="34" charset="0"/>
              </a:rPr>
              <a:t>=</a:t>
            </a:r>
            <a:r>
              <a:rPr kumimoji="0" lang="en-US" altLang="en-US" sz="1400" b="0" i="0" u="none" strike="noStrike" cap="none" normalizeH="0" baseline="0" dirty="0">
                <a:ln>
                  <a:noFill/>
                </a:ln>
                <a:solidFill>
                  <a:srgbClr val="3D7E7E"/>
                </a:solidFill>
                <a:effectLst/>
                <a:latin typeface="Roboto Mono" panose="00000009000000000000" pitchFamily="49" charset="0"/>
              </a:rPr>
              <a:t>True</a:t>
            </a:r>
            <a:r>
              <a:rPr kumimoji="0" lang="en-US" altLang="en-US" sz="1400" b="0" i="0" u="none" strike="noStrike" cap="none" normalizeH="0" baseline="0" dirty="0">
                <a:ln>
                  <a:noFill/>
                </a:ln>
                <a:solidFill>
                  <a:schemeClr val="tx1"/>
                </a:solidFill>
                <a:effectLst/>
                <a:latin typeface="Roboto Mono" panose="00000009000000000000" pitchFamily="49" charset="0"/>
              </a:rPr>
              <a:t>, </a:t>
            </a:r>
            <a:r>
              <a:rPr kumimoji="0" lang="en-US" altLang="en-US" sz="1400" b="0" i="0" u="none" strike="noStrike" cap="none" normalizeH="0" baseline="0" dirty="0">
                <a:ln>
                  <a:noFill/>
                </a:ln>
                <a:solidFill>
                  <a:schemeClr val="tx1"/>
                </a:solidFill>
                <a:effectLst/>
                <a:latin typeface="Arial" panose="020B0604020202020204" pitchFamily="34" charset="0"/>
              </a:rPr>
              <a:t>linewidths</a:t>
            </a:r>
            <a:r>
              <a:rPr kumimoji="0" lang="en-US" altLang="en-US" sz="1400" b="0" i="0" u="none" strike="noStrike" cap="none" normalizeH="0" baseline="0" dirty="0">
                <a:ln>
                  <a:noFill/>
                </a:ln>
                <a:solidFill>
                  <a:srgbClr val="055BE0"/>
                </a:solidFill>
                <a:effectLst/>
                <a:latin typeface="Arial" panose="020B0604020202020204" pitchFamily="34" charset="0"/>
              </a:rPr>
              <a:t>=</a:t>
            </a:r>
            <a:r>
              <a:rPr kumimoji="0" lang="en-US" altLang="en-US" sz="1400" b="0" i="0" u="none" strike="noStrike" cap="none" normalizeH="0" baseline="0" dirty="0">
                <a:ln>
                  <a:noFill/>
                </a:ln>
                <a:solidFill>
                  <a:srgbClr val="666666"/>
                </a:solidFill>
                <a:effectLst/>
                <a:latin typeface="Roboto Mono" panose="00000009000000000000" pitchFamily="49" charset="0"/>
              </a:rPr>
              <a:t>.5</a:t>
            </a:r>
            <a:r>
              <a:rPr kumimoji="0" lang="en-US" altLang="en-US" sz="1400" b="0" i="0" u="none" strike="noStrike" cap="none" normalizeH="0" baseline="0" dirty="0">
                <a:ln>
                  <a:noFill/>
                </a:ln>
                <a:solidFill>
                  <a:schemeClr val="tx1"/>
                </a:solidFill>
                <a:effectLst/>
                <a:latin typeface="Roboto Mono" panose="00000009000000000000" pitchFamily="49" charset="0"/>
              </a:rPr>
              <a:t>, </a:t>
            </a:r>
            <a:r>
              <a:rPr kumimoji="0" lang="en-US" altLang="en-US" sz="1400" b="0" i="0" u="none" strike="noStrike" cap="none" normalizeH="0" baseline="0" dirty="0" err="1">
                <a:ln>
                  <a:noFill/>
                </a:ln>
                <a:solidFill>
                  <a:schemeClr val="tx1"/>
                </a:solidFill>
                <a:effectLst/>
                <a:latin typeface="Arial" panose="020B0604020202020204" pitchFamily="34" charset="0"/>
              </a:rPr>
              <a:t>fmt</a:t>
            </a:r>
            <a:r>
              <a:rPr kumimoji="0" lang="en-US" altLang="en-US" sz="1400" b="0" i="0" u="none" strike="noStrike" cap="none" normalizeH="0" baseline="0" dirty="0">
                <a:ln>
                  <a:noFill/>
                </a:ln>
                <a:solidFill>
                  <a:srgbClr val="055BE0"/>
                </a:solidFill>
                <a:effectLst/>
                <a:latin typeface="Arial" panose="020B0604020202020204" pitchFamily="34" charset="0"/>
              </a:rPr>
              <a:t>=</a:t>
            </a:r>
            <a:r>
              <a:rPr kumimoji="0" lang="en-US" altLang="en-US" sz="1400" b="0" i="0" u="none" strike="noStrike" cap="none" normalizeH="0" baseline="0" dirty="0">
                <a:ln>
                  <a:noFill/>
                </a:ln>
                <a:solidFill>
                  <a:srgbClr val="BA2121"/>
                </a:solidFill>
                <a:effectLst/>
                <a:latin typeface="Roboto Mono" panose="00000009000000000000" pitchFamily="49" charset="0"/>
              </a:rPr>
              <a:t>"d"</a:t>
            </a:r>
            <a:r>
              <a:rPr kumimoji="0" lang="en-US" altLang="en-US" sz="1400" b="0" i="0" u="none" strike="noStrike" cap="none" normalizeH="0" baseline="0" dirty="0">
                <a:ln>
                  <a:noFill/>
                </a:ln>
                <a:solidFill>
                  <a:schemeClr val="tx1"/>
                </a:solidFill>
                <a:effectLst/>
                <a:latin typeface="Roboto Mono" panose="00000009000000000000" pitchFamily="49" charset="0"/>
              </a:rPr>
              <a:t>, </a:t>
            </a:r>
            <a:r>
              <a:rPr kumimoji="0" lang="en-US" altLang="en-US" sz="1400" b="0" i="0" u="none" strike="noStrike" cap="none" normalizeH="0" baseline="0" dirty="0">
                <a:ln>
                  <a:noFill/>
                </a:ln>
                <a:solidFill>
                  <a:schemeClr val="tx1"/>
                </a:solidFill>
                <a:effectLst/>
                <a:latin typeface="Arial" panose="020B0604020202020204" pitchFamily="34" charset="0"/>
              </a:rPr>
              <a:t>square</a:t>
            </a:r>
            <a:r>
              <a:rPr kumimoji="0" lang="en-US" altLang="en-US" sz="1400" b="0" i="0" u="none" strike="noStrike" cap="none" normalizeH="0" baseline="0" dirty="0">
                <a:ln>
                  <a:noFill/>
                </a:ln>
                <a:solidFill>
                  <a:srgbClr val="055BE0"/>
                </a:solidFill>
                <a:effectLst/>
                <a:latin typeface="Arial" panose="020B0604020202020204" pitchFamily="34" charset="0"/>
              </a:rPr>
              <a:t>=</a:t>
            </a:r>
            <a:r>
              <a:rPr kumimoji="0" lang="en-US" altLang="en-US" sz="1400" b="0" i="0" u="none" strike="noStrike" cap="none" normalizeH="0" baseline="0" dirty="0">
                <a:ln>
                  <a:noFill/>
                </a:ln>
                <a:solidFill>
                  <a:srgbClr val="3D7E7E"/>
                </a:solidFill>
                <a:effectLst/>
                <a:latin typeface="Roboto Mono" panose="00000009000000000000" pitchFamily="49" charset="0"/>
              </a:rPr>
              <a:t>True</a:t>
            </a:r>
            <a:r>
              <a:rPr kumimoji="0" lang="en-US" altLang="en-US" sz="1400" b="0" i="0" u="none" strike="noStrike" cap="none" normalizeH="0" baseline="0" dirty="0">
                <a:ln>
                  <a:noFill/>
                </a:ln>
                <a:solidFill>
                  <a:schemeClr val="tx1"/>
                </a:solidFill>
                <a:effectLst/>
                <a:latin typeface="Roboto Mono" panose="00000009000000000000" pitchFamily="49" charset="0"/>
              </a:rPr>
              <a:t>, </a:t>
            </a:r>
            <a:r>
              <a:rPr kumimoji="0" lang="en-US" altLang="en-US" sz="1400" b="0" i="0" u="none" strike="noStrike" cap="none" normalizeH="0" baseline="0" dirty="0">
                <a:ln>
                  <a:noFill/>
                </a:ln>
                <a:solidFill>
                  <a:schemeClr val="tx1"/>
                </a:solidFill>
                <a:effectLst/>
                <a:latin typeface="Arial" panose="020B0604020202020204" pitchFamily="34" charset="0"/>
              </a:rPr>
              <a:t>ax</a:t>
            </a:r>
            <a:r>
              <a:rPr kumimoji="0" lang="en-US" altLang="en-US" sz="1400" b="0" i="0" u="none" strike="noStrike" cap="none" normalizeH="0" baseline="0" dirty="0">
                <a:ln>
                  <a:noFill/>
                </a:ln>
                <a:solidFill>
                  <a:srgbClr val="055BE0"/>
                </a:solidFill>
                <a:effectLst/>
                <a:latin typeface="Arial" panose="020B0604020202020204" pitchFamily="34" charset="0"/>
              </a:rPr>
              <a:t>=</a:t>
            </a:r>
            <a:r>
              <a:rPr kumimoji="0" lang="en-US" altLang="en-US" sz="1400" b="0" i="0" u="none" strike="noStrike" cap="none" normalizeH="0" baseline="0" dirty="0">
                <a:ln>
                  <a:noFill/>
                </a:ln>
                <a:solidFill>
                  <a:schemeClr val="tx1"/>
                </a:solidFill>
                <a:effectLst/>
                <a:latin typeface="Arial" panose="020B0604020202020204" pitchFamily="34" charset="0"/>
              </a:rPr>
              <a:t>ax</a:t>
            </a:r>
            <a:r>
              <a:rPr kumimoji="0" lang="en-US" altLang="en-US" sz="1400" b="0" i="0" u="none" strike="noStrike" cap="none" normalizeH="0" baseline="0" dirty="0">
                <a:ln>
                  <a:noFill/>
                </a:ln>
                <a:solidFill>
                  <a:schemeClr val="tx1"/>
                </a:solidFill>
                <a:effectLst/>
                <a:latin typeface="Roboto Mono" panose="00000009000000000000" pitchFamily="49" charset="0"/>
              </a:rPr>
              <a:t> ) </a:t>
            </a:r>
            <a:r>
              <a:rPr kumimoji="0" lang="en-US" altLang="en-US" sz="1400" b="0" i="0" u="none" strike="noStrike" cap="none" normalizeH="0" baseline="0" dirty="0" err="1">
                <a:ln>
                  <a:noFill/>
                </a:ln>
                <a:solidFill>
                  <a:schemeClr val="tx1"/>
                </a:solidFill>
                <a:effectLst/>
                <a:latin typeface="Arial" panose="020B0604020202020204" pitchFamily="34" charset="0"/>
              </a:rPr>
              <a:t>plt</a:t>
            </a:r>
            <a:r>
              <a:rPr kumimoji="0" lang="en-US" altLang="en-US" sz="1400" b="0" i="0" u="none" strike="noStrike" cap="none" normalizeH="0" baseline="0" dirty="0" err="1">
                <a:ln>
                  <a:noFill/>
                </a:ln>
                <a:solidFill>
                  <a:srgbClr val="055BE0"/>
                </a:solidFill>
                <a:effectLst/>
                <a:latin typeface="Arial" panose="020B0604020202020204" pitchFamily="34" charset="0"/>
              </a:rPr>
              <a:t>.</a:t>
            </a:r>
            <a:r>
              <a:rPr kumimoji="0" lang="en-US" altLang="en-US" sz="1400" b="0" i="0" u="none" strike="noStrike" cap="none" normalizeH="0" baseline="0" dirty="0" err="1">
                <a:ln>
                  <a:noFill/>
                </a:ln>
                <a:solidFill>
                  <a:schemeClr val="tx1"/>
                </a:solidFill>
                <a:effectLst/>
                <a:latin typeface="Arial" panose="020B0604020202020204" pitchFamily="34" charset="0"/>
              </a:rPr>
              <a:t>show</a:t>
            </a:r>
            <a:r>
              <a:rPr kumimoji="0" lang="en-US" altLang="en-US" sz="1400" b="0" i="0" u="none" strike="noStrike" cap="none" normalizeH="0" baseline="0" dirty="0">
                <a:ln>
                  <a:noFill/>
                </a:ln>
                <a:solidFill>
                  <a:schemeClr val="tx1"/>
                </a:solidFill>
                <a:effectLst/>
                <a:latin typeface="Roboto Mono" panose="00000009000000000000" pitchFamily="49" charset="0"/>
              </a:rPr>
              <a:t>()</a:t>
            </a:r>
            <a:r>
              <a:rPr kumimoji="0" lang="en-US" altLang="en-US" sz="1400" b="0" i="0" u="none" strike="noStrike" cap="none" normalizeH="0" baseline="0" dirty="0">
                <a:ln>
                  <a:noFill/>
                </a:ln>
                <a:solidFill>
                  <a:schemeClr val="tx1"/>
                </a:solidFill>
                <a:effectLst/>
              </a:rPr>
              <a:t> </a:t>
            </a: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pic>
        <p:nvPicPr>
          <p:cNvPr id="37891" name="Picture 3">
            <a:extLst>
              <a:ext uri="{FF2B5EF4-FFF2-40B4-BE49-F238E27FC236}">
                <a16:creationId xmlns:a16="http://schemas.microsoft.com/office/drawing/2014/main" id="{7BA584F1-EAB4-1E7D-DE94-375CD3FC51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54048" y="2831595"/>
            <a:ext cx="4068112" cy="34760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2816485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671EA5-23C8-353A-8A1E-85015016D858}"/>
              </a:ext>
            </a:extLst>
          </p:cNvPr>
          <p:cNvSpPr>
            <a:spLocks noGrp="1"/>
          </p:cNvSpPr>
          <p:nvPr>
            <p:ph type="title"/>
          </p:nvPr>
        </p:nvSpPr>
        <p:spPr>
          <a:xfrm>
            <a:off x="1066800" y="642594"/>
            <a:ext cx="10058400" cy="642196"/>
          </a:xfrm>
        </p:spPr>
        <p:txBody>
          <a:bodyPr>
            <a:normAutofit/>
          </a:bodyPr>
          <a:lstStyle/>
          <a:p>
            <a:pPr algn="ctr"/>
            <a:r>
              <a:rPr lang="en-IN" sz="3200" b="1" dirty="0"/>
              <a:t>7 | Model prediction on unseen dataset (test data)</a:t>
            </a:r>
            <a:endParaRPr lang="en-US" sz="3200" b="1" dirty="0"/>
          </a:p>
        </p:txBody>
      </p:sp>
      <p:sp>
        <p:nvSpPr>
          <p:cNvPr id="4" name="Rectangle 1">
            <a:extLst>
              <a:ext uri="{FF2B5EF4-FFF2-40B4-BE49-F238E27FC236}">
                <a16:creationId xmlns:a16="http://schemas.microsoft.com/office/drawing/2014/main" id="{1F87B3F2-9A54-5785-D0CA-7F3E32B7BBFE}"/>
              </a:ext>
            </a:extLst>
          </p:cNvPr>
          <p:cNvSpPr>
            <a:spLocks noChangeArrowheads="1"/>
          </p:cNvSpPr>
          <p:nvPr/>
        </p:nvSpPr>
        <p:spPr bwMode="auto">
          <a:xfrm rot="10800000" flipV="1">
            <a:off x="1066800" y="2102604"/>
            <a:ext cx="7292051" cy="495520"/>
          </a:xfrm>
          <a:prstGeom prst="rect">
            <a:avLst/>
          </a:prstGeom>
          <a:solidFill>
            <a:srgbClr val="F7F7F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30000"/>
              </a:spcBef>
              <a:spcAft>
                <a:spcPct val="0"/>
              </a:spcAft>
              <a:defRPr sz="1200">
                <a:solidFill>
                  <a:schemeClr val="tx1"/>
                </a:solidFill>
                <a:latin typeface="Arial" panose="020B0604020202020204" pitchFamily="34" charset="0"/>
              </a:defRPr>
            </a:lvl1pPr>
            <a:lvl2pPr eaLnBrk="0" fontAlgn="base" hangingPunct="0">
              <a:spcBef>
                <a:spcPct val="30000"/>
              </a:spcBef>
              <a:spcAft>
                <a:spcPct val="0"/>
              </a:spcAft>
              <a:defRPr sz="1200">
                <a:solidFill>
                  <a:schemeClr val="tx1"/>
                </a:solidFill>
                <a:latin typeface="Arial" panose="020B0604020202020204" pitchFamily="34" charset="0"/>
              </a:defRPr>
            </a:lvl2pPr>
            <a:lvl3pPr eaLnBrk="0" fontAlgn="base" hangingPunct="0">
              <a:spcBef>
                <a:spcPct val="30000"/>
              </a:spcBef>
              <a:spcAft>
                <a:spcPct val="0"/>
              </a:spcAft>
              <a:defRPr sz="1200">
                <a:solidFill>
                  <a:schemeClr val="tx1"/>
                </a:solidFill>
                <a:latin typeface="Arial" panose="020B0604020202020204" pitchFamily="34" charset="0"/>
              </a:defRPr>
            </a:lvl3pPr>
            <a:lvl4pPr eaLnBrk="0" fontAlgn="base" hangingPunct="0">
              <a:spcBef>
                <a:spcPct val="30000"/>
              </a:spcBef>
              <a:spcAft>
                <a:spcPct val="0"/>
              </a:spcAft>
              <a:defRPr sz="1200">
                <a:solidFill>
                  <a:schemeClr val="tx1"/>
                </a:solidFill>
                <a:latin typeface="Arial" panose="020B0604020202020204" pitchFamily="34" charset="0"/>
              </a:defRPr>
            </a:lvl4pPr>
            <a:lvl5pPr eaLnBrk="0" fontAlgn="base" hangingPunct="0">
              <a:spcBef>
                <a:spcPct val="30000"/>
              </a:spcBef>
              <a:spcAft>
                <a:spcPct val="0"/>
              </a:spcAft>
              <a:defRPr sz="1200">
                <a:solidFill>
                  <a:schemeClr val="tx1"/>
                </a:solidFill>
                <a:latin typeface="Arial" panose="020B0604020202020204" pitchFamily="34" charset="0"/>
              </a:defRPr>
            </a:lvl5pPr>
            <a:lvl6pPr eaLnBrk="0" fontAlgn="base" hangingPunct="0">
              <a:spcBef>
                <a:spcPct val="30000"/>
              </a:spcBef>
              <a:spcAft>
                <a:spcPct val="0"/>
              </a:spcAft>
              <a:defRPr sz="1200">
                <a:solidFill>
                  <a:schemeClr val="tx1"/>
                </a:solidFill>
                <a:latin typeface="Arial" panose="020B0604020202020204" pitchFamily="34" charset="0"/>
              </a:defRPr>
            </a:lvl6pPr>
            <a:lvl7pPr eaLnBrk="0" fontAlgn="base" hangingPunct="0">
              <a:spcBef>
                <a:spcPct val="30000"/>
              </a:spcBef>
              <a:spcAft>
                <a:spcPct val="0"/>
              </a:spcAft>
              <a:defRPr sz="1200">
                <a:solidFill>
                  <a:schemeClr val="tx1"/>
                </a:solidFill>
                <a:latin typeface="Arial" panose="020B0604020202020204" pitchFamily="34" charset="0"/>
              </a:defRPr>
            </a:lvl7pPr>
            <a:lvl8pPr eaLnBrk="0" fontAlgn="base" hangingPunct="0">
              <a:spcBef>
                <a:spcPct val="30000"/>
              </a:spcBef>
              <a:spcAft>
                <a:spcPct val="0"/>
              </a:spcAft>
              <a:defRPr sz="1200">
                <a:solidFill>
                  <a:schemeClr val="tx1"/>
                </a:solidFill>
                <a:latin typeface="Arial" panose="020B0604020202020204" pitchFamily="34" charset="0"/>
              </a:defRPr>
            </a:lvl8pPr>
            <a:lvl9pPr eaLnBrk="0" fontAlgn="base" hangingPunct="0">
              <a:spcBef>
                <a:spcPct val="30000"/>
              </a:spcBef>
              <a:spcAft>
                <a:spcPct val="0"/>
              </a:spcAft>
              <a:defRPr sz="12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400" b="0" i="0" u="none" strike="noStrike" cap="none" normalizeH="0" baseline="0" dirty="0" err="1">
                <a:ln>
                  <a:noFill/>
                </a:ln>
                <a:solidFill>
                  <a:schemeClr val="tx1"/>
                </a:solidFill>
                <a:effectLst/>
                <a:latin typeface="+mn-lt"/>
              </a:rPr>
              <a:t>predictions_one_hot</a:t>
            </a:r>
            <a:r>
              <a:rPr kumimoji="0" lang="en-US" altLang="en-US" sz="1400" b="0" i="0" u="none" strike="noStrike" cap="none" normalizeH="0" baseline="0" dirty="0">
                <a:ln>
                  <a:noFill/>
                </a:ln>
                <a:solidFill>
                  <a:schemeClr val="tx1"/>
                </a:solidFill>
                <a:effectLst/>
                <a:latin typeface="+mn-lt"/>
              </a:rPr>
              <a:t> </a:t>
            </a:r>
            <a:r>
              <a:rPr kumimoji="0" lang="en-US" altLang="en-US" sz="1400" b="0" i="0" u="none" strike="noStrike" cap="none" normalizeH="0" baseline="0" dirty="0">
                <a:ln>
                  <a:noFill/>
                </a:ln>
                <a:solidFill>
                  <a:srgbClr val="055BE0"/>
                </a:solidFill>
                <a:effectLst/>
                <a:latin typeface="+mn-lt"/>
              </a:rPr>
              <a:t>=</a:t>
            </a:r>
            <a:r>
              <a:rPr kumimoji="0" lang="en-US" altLang="en-US" sz="1400" b="0" i="0" u="none" strike="noStrike" cap="none" normalizeH="0" baseline="0" dirty="0">
                <a:ln>
                  <a:noFill/>
                </a:ln>
                <a:solidFill>
                  <a:schemeClr val="tx1"/>
                </a:solidFill>
                <a:effectLst/>
                <a:latin typeface="+mn-lt"/>
              </a:rPr>
              <a:t> </a:t>
            </a:r>
            <a:r>
              <a:rPr kumimoji="0" lang="en-US" altLang="en-US" sz="1400" b="0" i="0" u="none" strike="noStrike" cap="none" normalizeH="0" baseline="0" dirty="0" err="1">
                <a:ln>
                  <a:noFill/>
                </a:ln>
                <a:solidFill>
                  <a:schemeClr val="tx1"/>
                </a:solidFill>
                <a:effectLst/>
                <a:latin typeface="+mn-lt"/>
              </a:rPr>
              <a:t>loaded_model</a:t>
            </a:r>
            <a:r>
              <a:rPr kumimoji="0" lang="en-US" altLang="en-US" sz="1400" b="0" i="0" u="none" strike="noStrike" cap="none" normalizeH="0" baseline="0" dirty="0" err="1">
                <a:ln>
                  <a:noFill/>
                </a:ln>
                <a:solidFill>
                  <a:srgbClr val="055BE0"/>
                </a:solidFill>
                <a:effectLst/>
                <a:latin typeface="+mn-lt"/>
              </a:rPr>
              <a:t>.</a:t>
            </a:r>
            <a:r>
              <a:rPr kumimoji="0" lang="en-US" altLang="en-US" sz="1400" b="0" i="0" u="none" strike="noStrike" cap="none" normalizeH="0" baseline="0" dirty="0" err="1">
                <a:ln>
                  <a:noFill/>
                </a:ln>
                <a:solidFill>
                  <a:schemeClr val="tx1"/>
                </a:solidFill>
                <a:effectLst/>
                <a:latin typeface="+mn-lt"/>
              </a:rPr>
              <a:t>predict</a:t>
            </a:r>
            <a:r>
              <a:rPr kumimoji="0" lang="en-US" altLang="en-US" sz="1400" b="0" i="0" u="none" strike="noStrike" cap="none" normalizeH="0" baseline="0" dirty="0">
                <a:ln>
                  <a:noFill/>
                </a:ln>
                <a:solidFill>
                  <a:schemeClr val="tx1"/>
                </a:solidFill>
                <a:effectLst/>
                <a:latin typeface="+mn-lt"/>
              </a:rPr>
              <a:t>([</a:t>
            </a:r>
            <a:r>
              <a:rPr kumimoji="0" lang="en-US" altLang="en-US" sz="1400" b="0" i="0" u="none" strike="noStrike" cap="none" normalizeH="0" baseline="0" dirty="0" err="1">
                <a:ln>
                  <a:noFill/>
                </a:ln>
                <a:solidFill>
                  <a:schemeClr val="tx1"/>
                </a:solidFill>
                <a:effectLst/>
                <a:latin typeface="+mn-lt"/>
              </a:rPr>
              <a:t>x_test_normalized</a:t>
            </a:r>
            <a:r>
              <a:rPr kumimoji="0" lang="en-US" altLang="en-US" sz="1400" b="0" i="0" u="none" strike="noStrike" cap="none" normalizeH="0" baseline="0" dirty="0">
                <a:ln>
                  <a:noFill/>
                </a:ln>
                <a:solidFill>
                  <a:schemeClr val="tx1"/>
                </a:solidFill>
                <a:effectLst/>
                <a:latin typeface="+mn-lt"/>
              </a:rPr>
              <a:t>]) </a:t>
            </a:r>
            <a:endParaRPr kumimoji="0" lang="en-US" altLang="en-US" sz="1400" b="0" i="0" u="none" strike="noStrike" cap="none" normalizeH="0" baseline="0" dirty="0">
              <a:ln>
                <a:noFill/>
              </a:ln>
              <a:solidFill>
                <a:srgbClr val="008000"/>
              </a:solidFill>
              <a:effectLst/>
              <a:latin typeface="+mn-lt"/>
            </a:endParaRP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400" b="0" i="0" u="none" strike="noStrike" cap="none" normalizeH="0" baseline="0" dirty="0">
                <a:ln>
                  <a:noFill/>
                </a:ln>
                <a:solidFill>
                  <a:schemeClr val="tx1"/>
                </a:solidFill>
                <a:effectLst/>
                <a:latin typeface="+mn-lt"/>
              </a:rPr>
              <a:t>print(</a:t>
            </a:r>
            <a:r>
              <a:rPr kumimoji="0" lang="en-US" altLang="en-US" sz="1400" b="0" i="0" u="none" strike="noStrike" cap="none" normalizeH="0" baseline="0" dirty="0">
                <a:ln>
                  <a:noFill/>
                </a:ln>
                <a:solidFill>
                  <a:srgbClr val="BB2323"/>
                </a:solidFill>
                <a:effectLst/>
                <a:latin typeface="+mn-lt"/>
              </a:rPr>
              <a:t>'</a:t>
            </a:r>
            <a:r>
              <a:rPr kumimoji="0" lang="en-US" altLang="en-US" sz="1400" b="0" i="0" u="none" strike="noStrike" cap="none" normalizeH="0" baseline="0" dirty="0" err="1">
                <a:ln>
                  <a:noFill/>
                </a:ln>
                <a:solidFill>
                  <a:srgbClr val="BB2323"/>
                </a:solidFill>
                <a:effectLst/>
                <a:latin typeface="+mn-lt"/>
              </a:rPr>
              <a:t>predictions_one_hot</a:t>
            </a:r>
            <a:r>
              <a:rPr kumimoji="0" lang="en-US" altLang="en-US" sz="1400" b="0" i="0" u="none" strike="noStrike" cap="none" normalizeH="0" baseline="0" dirty="0">
                <a:ln>
                  <a:noFill/>
                </a:ln>
                <a:solidFill>
                  <a:srgbClr val="BB2323"/>
                </a:solidFill>
                <a:effectLst/>
                <a:latin typeface="+mn-lt"/>
              </a:rPr>
              <a:t>:'</a:t>
            </a:r>
            <a:r>
              <a:rPr kumimoji="0" lang="en-US" altLang="en-US" sz="1400" b="0" i="0" u="none" strike="noStrike" cap="none" normalizeH="0" baseline="0" dirty="0">
                <a:ln>
                  <a:noFill/>
                </a:ln>
                <a:solidFill>
                  <a:schemeClr val="tx1"/>
                </a:solidFill>
                <a:effectLst/>
                <a:latin typeface="+mn-lt"/>
              </a:rPr>
              <a:t>, </a:t>
            </a:r>
            <a:r>
              <a:rPr kumimoji="0" lang="en-US" altLang="en-US" sz="1400" b="0" i="0" u="none" strike="noStrike" cap="none" normalizeH="0" baseline="0" dirty="0" err="1">
                <a:ln>
                  <a:noFill/>
                </a:ln>
                <a:solidFill>
                  <a:schemeClr val="tx1"/>
                </a:solidFill>
                <a:effectLst/>
                <a:latin typeface="+mn-lt"/>
              </a:rPr>
              <a:t>predictions_one_hot</a:t>
            </a:r>
            <a:r>
              <a:rPr kumimoji="0" lang="en-US" altLang="en-US" sz="1400" b="0" i="0" u="none" strike="noStrike" cap="none" normalizeH="0" baseline="0" dirty="0" err="1">
                <a:ln>
                  <a:noFill/>
                </a:ln>
                <a:solidFill>
                  <a:srgbClr val="055BE0"/>
                </a:solidFill>
                <a:effectLst/>
                <a:latin typeface="+mn-lt"/>
              </a:rPr>
              <a:t>.</a:t>
            </a:r>
            <a:r>
              <a:rPr kumimoji="0" lang="en-US" altLang="en-US" sz="1400" b="0" i="0" u="none" strike="noStrike" cap="none" normalizeH="0" baseline="0" dirty="0" err="1">
                <a:ln>
                  <a:noFill/>
                </a:ln>
                <a:solidFill>
                  <a:schemeClr val="tx1"/>
                </a:solidFill>
                <a:effectLst/>
                <a:latin typeface="+mn-lt"/>
              </a:rPr>
              <a:t>shape</a:t>
            </a:r>
            <a:r>
              <a:rPr kumimoji="0" lang="en-US" altLang="en-US" sz="1400" b="0" i="0" u="none" strike="noStrike" cap="none" normalizeH="0" baseline="0" dirty="0">
                <a:ln>
                  <a:noFill/>
                </a:ln>
                <a:solidFill>
                  <a:schemeClr val="tx1"/>
                </a:solidFill>
                <a:effectLst/>
                <a:latin typeface="+mn-lt"/>
              </a:rPr>
              <a:t>) </a:t>
            </a:r>
          </a:p>
        </p:txBody>
      </p:sp>
      <p:sp>
        <p:nvSpPr>
          <p:cNvPr id="5" name="Rectangle 2">
            <a:extLst>
              <a:ext uri="{FF2B5EF4-FFF2-40B4-BE49-F238E27FC236}">
                <a16:creationId xmlns:a16="http://schemas.microsoft.com/office/drawing/2014/main" id="{FCBC70F1-677B-B7F1-377A-2BCC95B9198C}"/>
              </a:ext>
            </a:extLst>
          </p:cNvPr>
          <p:cNvSpPr>
            <a:spLocks noChangeArrowheads="1"/>
          </p:cNvSpPr>
          <p:nvPr/>
        </p:nvSpPr>
        <p:spPr bwMode="auto">
          <a:xfrm>
            <a:off x="1066800" y="3198168"/>
            <a:ext cx="5486400"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err="1">
                <a:ln>
                  <a:noFill/>
                </a:ln>
                <a:solidFill>
                  <a:srgbClr val="3C4043"/>
                </a:solidFill>
                <a:effectLst/>
                <a:latin typeface="Roboto Mono" panose="00000009000000000000" pitchFamily="49" charset="0"/>
              </a:rPr>
              <a:t>predictions_one_hot</a:t>
            </a:r>
            <a:r>
              <a:rPr kumimoji="0" lang="en-US" altLang="en-US" sz="1600" b="0" i="0" u="none" strike="noStrike" cap="none" normalizeH="0" baseline="0" dirty="0">
                <a:ln>
                  <a:noFill/>
                </a:ln>
                <a:solidFill>
                  <a:srgbClr val="3C4043"/>
                </a:solidFill>
                <a:effectLst/>
                <a:latin typeface="Roboto Mono" panose="00000009000000000000" pitchFamily="49" charset="0"/>
              </a:rPr>
              <a:t>: (28000, 10)</a:t>
            </a:r>
            <a:r>
              <a:rPr kumimoji="0" lang="en-US" altLang="en-US" sz="1600" b="0" i="0" u="none" strike="noStrike" cap="none" normalizeH="0" baseline="0" dirty="0">
                <a:ln>
                  <a:noFill/>
                </a:ln>
                <a:solidFill>
                  <a:schemeClr val="tx1"/>
                </a:solidFill>
                <a:effectLst/>
              </a:rPr>
              <a:t> </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id="{87791E9F-4586-353C-D88A-430DCF949FF2}"/>
              </a:ext>
            </a:extLst>
          </p:cNvPr>
          <p:cNvSpPr txBox="1"/>
          <p:nvPr/>
        </p:nvSpPr>
        <p:spPr>
          <a:xfrm>
            <a:off x="1066800" y="3911459"/>
            <a:ext cx="10531033" cy="584775"/>
          </a:xfrm>
          <a:prstGeom prst="rect">
            <a:avLst/>
          </a:prstGeom>
          <a:noFill/>
        </p:spPr>
        <p:txBody>
          <a:bodyPr wrap="square">
            <a:spAutoFit/>
          </a:bodyPr>
          <a:lstStyle/>
          <a:p>
            <a:r>
              <a:rPr lang="en-US" sz="1600" b="0" i="0" dirty="0">
                <a:effectLst/>
              </a:rPr>
              <a:t>Each prediction has ten probabilities (one for each number from 0 to 9). We need to choose the digit with the highest probability.</a:t>
            </a:r>
            <a:endParaRPr lang="en-US" sz="1600" dirty="0"/>
          </a:p>
        </p:txBody>
      </p:sp>
    </p:spTree>
    <p:extLst>
      <p:ext uri="{BB962C8B-B14F-4D97-AF65-F5344CB8AC3E}">
        <p14:creationId xmlns:p14="http://schemas.microsoft.com/office/powerpoint/2010/main" val="167072005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4D27231-92BE-27BA-ED89-5CC7C4347CC1}"/>
              </a:ext>
            </a:extLst>
          </p:cNvPr>
          <p:cNvSpPr txBox="1"/>
          <p:nvPr/>
        </p:nvSpPr>
        <p:spPr>
          <a:xfrm>
            <a:off x="535330" y="677647"/>
            <a:ext cx="6094070" cy="369332"/>
          </a:xfrm>
          <a:prstGeom prst="rect">
            <a:avLst/>
          </a:prstGeom>
          <a:noFill/>
        </p:spPr>
        <p:txBody>
          <a:bodyPr wrap="square">
            <a:spAutoFit/>
          </a:bodyPr>
          <a:lstStyle/>
          <a:p>
            <a:pPr algn="l"/>
            <a:r>
              <a:rPr lang="en-US" b="0" i="0" dirty="0">
                <a:solidFill>
                  <a:srgbClr val="000000"/>
                </a:solidFill>
                <a:effectLst/>
              </a:rPr>
              <a:t>Predicted probabilities of all digits</a:t>
            </a:r>
          </a:p>
        </p:txBody>
      </p:sp>
      <p:sp>
        <p:nvSpPr>
          <p:cNvPr id="4" name="Rectangle 1">
            <a:extLst>
              <a:ext uri="{FF2B5EF4-FFF2-40B4-BE49-F238E27FC236}">
                <a16:creationId xmlns:a16="http://schemas.microsoft.com/office/drawing/2014/main" id="{B0B48BE5-D0C8-DF9A-E287-114D0E0F4D35}"/>
              </a:ext>
            </a:extLst>
          </p:cNvPr>
          <p:cNvSpPr>
            <a:spLocks noChangeArrowheads="1"/>
          </p:cNvSpPr>
          <p:nvPr/>
        </p:nvSpPr>
        <p:spPr bwMode="auto">
          <a:xfrm>
            <a:off x="607671" y="1197323"/>
            <a:ext cx="5949387" cy="215444"/>
          </a:xfrm>
          <a:prstGeom prst="rect">
            <a:avLst/>
          </a:prstGeom>
          <a:solidFill>
            <a:srgbClr val="F7F7F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30000"/>
              </a:spcBef>
              <a:spcAft>
                <a:spcPct val="0"/>
              </a:spcAft>
              <a:defRPr sz="1200">
                <a:solidFill>
                  <a:schemeClr val="tx1"/>
                </a:solidFill>
                <a:latin typeface="Arial" panose="020B0604020202020204" pitchFamily="34" charset="0"/>
              </a:defRPr>
            </a:lvl1pPr>
            <a:lvl2pPr eaLnBrk="0" fontAlgn="base" hangingPunct="0">
              <a:spcBef>
                <a:spcPct val="30000"/>
              </a:spcBef>
              <a:spcAft>
                <a:spcPct val="0"/>
              </a:spcAft>
              <a:defRPr sz="1200">
                <a:solidFill>
                  <a:schemeClr val="tx1"/>
                </a:solidFill>
                <a:latin typeface="Arial" panose="020B0604020202020204" pitchFamily="34" charset="0"/>
              </a:defRPr>
            </a:lvl2pPr>
            <a:lvl3pPr eaLnBrk="0" fontAlgn="base" hangingPunct="0">
              <a:spcBef>
                <a:spcPct val="30000"/>
              </a:spcBef>
              <a:spcAft>
                <a:spcPct val="0"/>
              </a:spcAft>
              <a:defRPr sz="1200">
                <a:solidFill>
                  <a:schemeClr val="tx1"/>
                </a:solidFill>
                <a:latin typeface="Arial" panose="020B0604020202020204" pitchFamily="34" charset="0"/>
              </a:defRPr>
            </a:lvl3pPr>
            <a:lvl4pPr eaLnBrk="0" fontAlgn="base" hangingPunct="0">
              <a:spcBef>
                <a:spcPct val="30000"/>
              </a:spcBef>
              <a:spcAft>
                <a:spcPct val="0"/>
              </a:spcAft>
              <a:defRPr sz="1200">
                <a:solidFill>
                  <a:schemeClr val="tx1"/>
                </a:solidFill>
                <a:latin typeface="Arial" panose="020B0604020202020204" pitchFamily="34" charset="0"/>
              </a:defRPr>
            </a:lvl4pPr>
            <a:lvl5pPr eaLnBrk="0" fontAlgn="base" hangingPunct="0">
              <a:spcBef>
                <a:spcPct val="30000"/>
              </a:spcBef>
              <a:spcAft>
                <a:spcPct val="0"/>
              </a:spcAft>
              <a:defRPr sz="1200">
                <a:solidFill>
                  <a:schemeClr val="tx1"/>
                </a:solidFill>
                <a:latin typeface="Arial" panose="020B0604020202020204" pitchFamily="34" charset="0"/>
              </a:defRPr>
            </a:lvl5pPr>
            <a:lvl6pPr eaLnBrk="0" fontAlgn="base" hangingPunct="0">
              <a:spcBef>
                <a:spcPct val="30000"/>
              </a:spcBef>
              <a:spcAft>
                <a:spcPct val="0"/>
              </a:spcAft>
              <a:defRPr sz="1200">
                <a:solidFill>
                  <a:schemeClr val="tx1"/>
                </a:solidFill>
                <a:latin typeface="Arial" panose="020B0604020202020204" pitchFamily="34" charset="0"/>
              </a:defRPr>
            </a:lvl6pPr>
            <a:lvl7pPr eaLnBrk="0" fontAlgn="base" hangingPunct="0">
              <a:spcBef>
                <a:spcPct val="30000"/>
              </a:spcBef>
              <a:spcAft>
                <a:spcPct val="0"/>
              </a:spcAft>
              <a:defRPr sz="1200">
                <a:solidFill>
                  <a:schemeClr val="tx1"/>
                </a:solidFill>
                <a:latin typeface="Arial" panose="020B0604020202020204" pitchFamily="34" charset="0"/>
              </a:defRPr>
            </a:lvl7pPr>
            <a:lvl8pPr eaLnBrk="0" fontAlgn="base" hangingPunct="0">
              <a:spcBef>
                <a:spcPct val="30000"/>
              </a:spcBef>
              <a:spcAft>
                <a:spcPct val="0"/>
              </a:spcAft>
              <a:defRPr sz="1200">
                <a:solidFill>
                  <a:schemeClr val="tx1"/>
                </a:solidFill>
                <a:latin typeface="Arial" panose="020B0604020202020204" pitchFamily="34" charset="0"/>
              </a:defRPr>
            </a:lvl8pPr>
            <a:lvl9pPr eaLnBrk="0" fontAlgn="base" hangingPunct="0">
              <a:spcBef>
                <a:spcPct val="30000"/>
              </a:spcBef>
              <a:spcAft>
                <a:spcPct val="0"/>
              </a:spcAft>
              <a:defRPr sz="12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400" b="0" i="0" u="none" strike="noStrike" cap="none" normalizeH="0" baseline="0" dirty="0" err="1">
                <a:ln>
                  <a:noFill/>
                </a:ln>
                <a:solidFill>
                  <a:schemeClr val="tx1"/>
                </a:solidFill>
                <a:effectLst/>
                <a:latin typeface="Arial" panose="020B0604020202020204" pitchFamily="34" charset="0"/>
              </a:rPr>
              <a:t>pd</a:t>
            </a:r>
            <a:r>
              <a:rPr kumimoji="0" lang="en-US" altLang="en-US" sz="1400" b="0" i="0" u="none" strike="noStrike" cap="none" normalizeH="0" baseline="0" dirty="0" err="1">
                <a:ln>
                  <a:noFill/>
                </a:ln>
                <a:solidFill>
                  <a:srgbClr val="055BE0"/>
                </a:solidFill>
                <a:effectLst/>
                <a:latin typeface="Arial" panose="020B0604020202020204" pitchFamily="34" charset="0"/>
              </a:rPr>
              <a:t>.</a:t>
            </a:r>
            <a:r>
              <a:rPr kumimoji="0" lang="en-US" altLang="en-US" sz="1400" b="0" i="0" u="none" strike="noStrike" cap="none" normalizeH="0" baseline="0" dirty="0" err="1">
                <a:ln>
                  <a:noFill/>
                </a:ln>
                <a:solidFill>
                  <a:schemeClr val="tx1"/>
                </a:solidFill>
                <a:effectLst/>
                <a:latin typeface="Arial" panose="020B0604020202020204" pitchFamily="34" charset="0"/>
              </a:rPr>
              <a:t>DataFrame</a:t>
            </a:r>
            <a:r>
              <a:rPr kumimoji="0" lang="en-US" altLang="en-US" sz="1400" b="0" i="0" u="none" strike="noStrike" cap="none" normalizeH="0" baseline="0" dirty="0">
                <a:ln>
                  <a:noFill/>
                </a:ln>
                <a:solidFill>
                  <a:schemeClr val="tx1"/>
                </a:solidFill>
                <a:effectLst/>
                <a:latin typeface="Roboto Mono" panose="00000009000000000000" pitchFamily="49" charset="0"/>
              </a:rPr>
              <a:t>(</a:t>
            </a:r>
            <a:r>
              <a:rPr kumimoji="0" lang="en-US" altLang="en-US" sz="1400" b="0" i="0" u="none" strike="noStrike" cap="none" normalizeH="0" baseline="0" dirty="0" err="1">
                <a:ln>
                  <a:noFill/>
                </a:ln>
                <a:solidFill>
                  <a:schemeClr val="tx1"/>
                </a:solidFill>
                <a:effectLst/>
                <a:latin typeface="Arial" panose="020B0604020202020204" pitchFamily="34" charset="0"/>
              </a:rPr>
              <a:t>predictions_one_hot</a:t>
            </a:r>
            <a:r>
              <a:rPr kumimoji="0" lang="en-US" altLang="en-US" sz="1400" b="0" i="0" u="none" strike="noStrike" cap="none" normalizeH="0" baseline="0" dirty="0">
                <a:ln>
                  <a:noFill/>
                </a:ln>
                <a:solidFill>
                  <a:schemeClr val="tx1"/>
                </a:solidFill>
                <a:effectLst/>
                <a:latin typeface="Roboto Mono" panose="00000009000000000000" pitchFamily="49" charset="0"/>
              </a:rPr>
              <a:t>)</a:t>
            </a:r>
            <a:r>
              <a:rPr kumimoji="0" lang="en-US" altLang="en-US" sz="1400" b="0" i="0" u="none" strike="noStrike" cap="none" normalizeH="0" baseline="0" dirty="0">
                <a:ln>
                  <a:noFill/>
                </a:ln>
                <a:solidFill>
                  <a:schemeClr val="tx1"/>
                </a:solidFill>
                <a:effectLst/>
              </a:rPr>
              <a:t> </a:t>
            </a: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pic>
        <p:nvPicPr>
          <p:cNvPr id="6" name="Picture 5" descr="A screenshot of a computer&#10;&#10;Description automatically generated">
            <a:extLst>
              <a:ext uri="{FF2B5EF4-FFF2-40B4-BE49-F238E27FC236}">
                <a16:creationId xmlns:a16="http://schemas.microsoft.com/office/drawing/2014/main" id="{92BB90EA-88AE-48A3-93A5-17349D0EAB8B}"/>
              </a:ext>
            </a:extLst>
          </p:cNvPr>
          <p:cNvPicPr>
            <a:picLocks noChangeAspect="1"/>
          </p:cNvPicPr>
          <p:nvPr/>
        </p:nvPicPr>
        <p:blipFill>
          <a:blip r:embed="rId2"/>
          <a:stretch>
            <a:fillRect/>
          </a:stretch>
        </p:blipFill>
        <p:spPr>
          <a:xfrm>
            <a:off x="3582364" y="1563112"/>
            <a:ext cx="3655830" cy="4779816"/>
          </a:xfrm>
          <a:prstGeom prst="rect">
            <a:avLst/>
          </a:prstGeom>
        </p:spPr>
      </p:pic>
    </p:spTree>
    <p:extLst>
      <p:ext uri="{BB962C8B-B14F-4D97-AF65-F5344CB8AC3E}">
        <p14:creationId xmlns:p14="http://schemas.microsoft.com/office/powerpoint/2010/main" val="67470425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3603D36-0916-C808-B12F-315548986749}"/>
              </a:ext>
            </a:extLst>
          </p:cNvPr>
          <p:cNvSpPr txBox="1"/>
          <p:nvPr/>
        </p:nvSpPr>
        <p:spPr>
          <a:xfrm>
            <a:off x="535329" y="573475"/>
            <a:ext cx="7370180" cy="369332"/>
          </a:xfrm>
          <a:prstGeom prst="rect">
            <a:avLst/>
          </a:prstGeom>
          <a:noFill/>
        </p:spPr>
        <p:txBody>
          <a:bodyPr wrap="square">
            <a:spAutoFit/>
          </a:bodyPr>
          <a:lstStyle/>
          <a:p>
            <a:pPr algn="l"/>
            <a:r>
              <a:rPr lang="en-US" b="1" i="0" dirty="0" err="1">
                <a:solidFill>
                  <a:srgbClr val="000000"/>
                </a:solidFill>
                <a:effectLst/>
              </a:rPr>
              <a:t>Visualise</a:t>
            </a:r>
            <a:r>
              <a:rPr lang="en-US" b="1" i="0" dirty="0">
                <a:solidFill>
                  <a:srgbClr val="000000"/>
                </a:solidFill>
                <a:effectLst/>
              </a:rPr>
              <a:t> test predicted data how the digits were written</a:t>
            </a:r>
          </a:p>
        </p:txBody>
      </p:sp>
      <p:sp>
        <p:nvSpPr>
          <p:cNvPr id="7" name="TextBox 6">
            <a:extLst>
              <a:ext uri="{FF2B5EF4-FFF2-40B4-BE49-F238E27FC236}">
                <a16:creationId xmlns:a16="http://schemas.microsoft.com/office/drawing/2014/main" id="{B85D932F-3528-EC18-9B24-A0DC29E0F896}"/>
              </a:ext>
            </a:extLst>
          </p:cNvPr>
          <p:cNvSpPr txBox="1"/>
          <p:nvPr/>
        </p:nvSpPr>
        <p:spPr>
          <a:xfrm>
            <a:off x="535329" y="1140635"/>
            <a:ext cx="6094070" cy="369332"/>
          </a:xfrm>
          <a:prstGeom prst="rect">
            <a:avLst/>
          </a:prstGeom>
          <a:noFill/>
        </p:spPr>
        <p:txBody>
          <a:bodyPr wrap="square">
            <a:spAutoFit/>
          </a:bodyPr>
          <a:lstStyle/>
          <a:p>
            <a:r>
              <a:rPr lang="en-US" b="0" i="0" dirty="0">
                <a:effectLst/>
              </a:rPr>
              <a:t>Predicted digits with highest </a:t>
            </a:r>
            <a:r>
              <a:rPr lang="en-US" b="0" i="0" dirty="0" err="1">
                <a:effectLst/>
              </a:rPr>
              <a:t>probabilites</a:t>
            </a:r>
            <a:endParaRPr lang="en-US" dirty="0"/>
          </a:p>
        </p:txBody>
      </p:sp>
      <p:sp>
        <p:nvSpPr>
          <p:cNvPr id="9" name="TextBox 8">
            <a:extLst>
              <a:ext uri="{FF2B5EF4-FFF2-40B4-BE49-F238E27FC236}">
                <a16:creationId xmlns:a16="http://schemas.microsoft.com/office/drawing/2014/main" id="{95C0233A-D8B8-5CC3-5C4B-C5A91DE2E350}"/>
              </a:ext>
            </a:extLst>
          </p:cNvPr>
          <p:cNvSpPr txBox="1"/>
          <p:nvPr/>
        </p:nvSpPr>
        <p:spPr>
          <a:xfrm>
            <a:off x="535329" y="1707795"/>
            <a:ext cx="6094070" cy="369332"/>
          </a:xfrm>
          <a:prstGeom prst="rect">
            <a:avLst/>
          </a:prstGeom>
          <a:noFill/>
        </p:spPr>
        <p:txBody>
          <a:bodyPr wrap="square">
            <a:spAutoFit/>
          </a:bodyPr>
          <a:lstStyle/>
          <a:p>
            <a:pPr algn="l"/>
            <a:r>
              <a:rPr lang="en-US" b="0" i="0" dirty="0">
                <a:solidFill>
                  <a:srgbClr val="000000"/>
                </a:solidFill>
                <a:effectLst/>
              </a:rPr>
              <a:t>Actual first digit from the test data</a:t>
            </a:r>
          </a:p>
        </p:txBody>
      </p:sp>
      <p:sp>
        <p:nvSpPr>
          <p:cNvPr id="10" name="Rectangle 3">
            <a:extLst>
              <a:ext uri="{FF2B5EF4-FFF2-40B4-BE49-F238E27FC236}">
                <a16:creationId xmlns:a16="http://schemas.microsoft.com/office/drawing/2014/main" id="{FEC36CA1-17A5-BC53-7FC8-4E5F0BF716C3}"/>
              </a:ext>
            </a:extLst>
          </p:cNvPr>
          <p:cNvSpPr>
            <a:spLocks noChangeArrowheads="1"/>
          </p:cNvSpPr>
          <p:nvPr/>
        </p:nvSpPr>
        <p:spPr bwMode="auto">
          <a:xfrm>
            <a:off x="535329" y="2274955"/>
            <a:ext cx="8403220" cy="812530"/>
          </a:xfrm>
          <a:prstGeom prst="rect">
            <a:avLst/>
          </a:prstGeom>
          <a:solidFill>
            <a:srgbClr val="F7F7F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30000"/>
              </a:spcBef>
              <a:spcAft>
                <a:spcPct val="0"/>
              </a:spcAft>
              <a:defRPr sz="1200">
                <a:solidFill>
                  <a:schemeClr val="tx1"/>
                </a:solidFill>
                <a:latin typeface="Arial" panose="020B0604020202020204" pitchFamily="34" charset="0"/>
              </a:defRPr>
            </a:lvl1pPr>
            <a:lvl2pPr eaLnBrk="0" fontAlgn="base" hangingPunct="0">
              <a:spcBef>
                <a:spcPct val="30000"/>
              </a:spcBef>
              <a:spcAft>
                <a:spcPct val="0"/>
              </a:spcAft>
              <a:defRPr sz="1200">
                <a:solidFill>
                  <a:schemeClr val="tx1"/>
                </a:solidFill>
                <a:latin typeface="Arial" panose="020B0604020202020204" pitchFamily="34" charset="0"/>
              </a:defRPr>
            </a:lvl2pPr>
            <a:lvl3pPr eaLnBrk="0" fontAlgn="base" hangingPunct="0">
              <a:spcBef>
                <a:spcPct val="30000"/>
              </a:spcBef>
              <a:spcAft>
                <a:spcPct val="0"/>
              </a:spcAft>
              <a:defRPr sz="1200">
                <a:solidFill>
                  <a:schemeClr val="tx1"/>
                </a:solidFill>
                <a:latin typeface="Arial" panose="020B0604020202020204" pitchFamily="34" charset="0"/>
              </a:defRPr>
            </a:lvl3pPr>
            <a:lvl4pPr eaLnBrk="0" fontAlgn="base" hangingPunct="0">
              <a:spcBef>
                <a:spcPct val="30000"/>
              </a:spcBef>
              <a:spcAft>
                <a:spcPct val="0"/>
              </a:spcAft>
              <a:defRPr sz="1200">
                <a:solidFill>
                  <a:schemeClr val="tx1"/>
                </a:solidFill>
                <a:latin typeface="Arial" panose="020B0604020202020204" pitchFamily="34" charset="0"/>
              </a:defRPr>
            </a:lvl4pPr>
            <a:lvl5pPr eaLnBrk="0" fontAlgn="base" hangingPunct="0">
              <a:spcBef>
                <a:spcPct val="30000"/>
              </a:spcBef>
              <a:spcAft>
                <a:spcPct val="0"/>
              </a:spcAft>
              <a:defRPr sz="1200">
                <a:solidFill>
                  <a:schemeClr val="tx1"/>
                </a:solidFill>
                <a:latin typeface="Arial" panose="020B0604020202020204" pitchFamily="34" charset="0"/>
              </a:defRPr>
            </a:lvl5pPr>
            <a:lvl6pPr eaLnBrk="0" fontAlgn="base" hangingPunct="0">
              <a:spcBef>
                <a:spcPct val="30000"/>
              </a:spcBef>
              <a:spcAft>
                <a:spcPct val="0"/>
              </a:spcAft>
              <a:defRPr sz="1200">
                <a:solidFill>
                  <a:schemeClr val="tx1"/>
                </a:solidFill>
                <a:latin typeface="Arial" panose="020B0604020202020204" pitchFamily="34" charset="0"/>
              </a:defRPr>
            </a:lvl6pPr>
            <a:lvl7pPr eaLnBrk="0" fontAlgn="base" hangingPunct="0">
              <a:spcBef>
                <a:spcPct val="30000"/>
              </a:spcBef>
              <a:spcAft>
                <a:spcPct val="0"/>
              </a:spcAft>
              <a:defRPr sz="1200">
                <a:solidFill>
                  <a:schemeClr val="tx1"/>
                </a:solidFill>
                <a:latin typeface="Arial" panose="020B0604020202020204" pitchFamily="34" charset="0"/>
              </a:defRPr>
            </a:lvl7pPr>
            <a:lvl8pPr eaLnBrk="0" fontAlgn="base" hangingPunct="0">
              <a:spcBef>
                <a:spcPct val="30000"/>
              </a:spcBef>
              <a:spcAft>
                <a:spcPct val="0"/>
              </a:spcAft>
              <a:defRPr sz="1200">
                <a:solidFill>
                  <a:schemeClr val="tx1"/>
                </a:solidFill>
                <a:latin typeface="Arial" panose="020B0604020202020204" pitchFamily="34" charset="0"/>
              </a:defRPr>
            </a:lvl8pPr>
            <a:lvl9pPr eaLnBrk="0" fontAlgn="base" hangingPunct="0">
              <a:spcBef>
                <a:spcPct val="30000"/>
              </a:spcBef>
              <a:spcAft>
                <a:spcPct val="0"/>
              </a:spcAft>
              <a:defRPr sz="12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600" b="0" i="0" u="none" strike="noStrike" cap="none" normalizeH="0" baseline="0" dirty="0" err="1">
                <a:ln>
                  <a:noFill/>
                </a:ln>
                <a:solidFill>
                  <a:schemeClr val="tx1"/>
                </a:solidFill>
                <a:effectLst/>
                <a:latin typeface="+mn-lt"/>
              </a:rPr>
              <a:t>plt</a:t>
            </a:r>
            <a:r>
              <a:rPr kumimoji="0" lang="en-US" altLang="en-US" sz="1600" b="0" i="0" u="none" strike="noStrike" cap="none" normalizeH="0" baseline="0" dirty="0" err="1">
                <a:ln>
                  <a:noFill/>
                </a:ln>
                <a:solidFill>
                  <a:srgbClr val="055BE0"/>
                </a:solidFill>
                <a:effectLst/>
                <a:latin typeface="+mn-lt"/>
              </a:rPr>
              <a:t>.</a:t>
            </a:r>
            <a:r>
              <a:rPr kumimoji="0" lang="en-US" altLang="en-US" sz="1600" b="0" i="0" u="none" strike="noStrike" cap="none" normalizeH="0" baseline="0" dirty="0" err="1">
                <a:ln>
                  <a:noFill/>
                </a:ln>
                <a:solidFill>
                  <a:schemeClr val="tx1"/>
                </a:solidFill>
                <a:effectLst/>
                <a:latin typeface="+mn-lt"/>
              </a:rPr>
              <a:t>imshow</a:t>
            </a:r>
            <a:r>
              <a:rPr kumimoji="0" lang="en-US" altLang="en-US" sz="1600" b="0" i="0" u="none" strike="noStrike" cap="none" normalizeH="0" baseline="0" dirty="0">
                <a:ln>
                  <a:noFill/>
                </a:ln>
                <a:solidFill>
                  <a:schemeClr val="tx1"/>
                </a:solidFill>
                <a:effectLst/>
                <a:latin typeface="+mn-lt"/>
              </a:rPr>
              <a:t>(</a:t>
            </a:r>
            <a:r>
              <a:rPr kumimoji="0" lang="en-US" altLang="en-US" sz="1600" b="0" i="0" u="none" strike="noStrike" cap="none" normalizeH="0" baseline="0" dirty="0" err="1">
                <a:ln>
                  <a:noFill/>
                </a:ln>
                <a:solidFill>
                  <a:schemeClr val="tx1"/>
                </a:solidFill>
                <a:effectLst/>
                <a:latin typeface="+mn-lt"/>
              </a:rPr>
              <a:t>x_test_normalized</a:t>
            </a:r>
            <a:r>
              <a:rPr kumimoji="0" lang="en-US" altLang="en-US" sz="1600" b="0" i="0" u="none" strike="noStrike" cap="none" normalizeH="0" baseline="0" dirty="0">
                <a:ln>
                  <a:noFill/>
                </a:ln>
                <a:solidFill>
                  <a:schemeClr val="tx1"/>
                </a:solidFill>
                <a:effectLst/>
                <a:latin typeface="+mn-lt"/>
              </a:rPr>
              <a:t>[</a:t>
            </a:r>
            <a:r>
              <a:rPr kumimoji="0" lang="en-US" altLang="en-US" sz="1600" b="0" i="0" u="none" strike="noStrike" cap="none" normalizeH="0" baseline="0" dirty="0">
                <a:ln>
                  <a:noFill/>
                </a:ln>
                <a:solidFill>
                  <a:srgbClr val="666666"/>
                </a:solidFill>
                <a:effectLst/>
                <a:latin typeface="+mn-lt"/>
              </a:rPr>
              <a:t>0</a:t>
            </a:r>
            <a:r>
              <a:rPr kumimoji="0" lang="en-US" altLang="en-US" sz="1600" b="0" i="0" u="none" strike="noStrike" cap="none" normalizeH="0" baseline="0" dirty="0">
                <a:ln>
                  <a:noFill/>
                </a:ln>
                <a:solidFill>
                  <a:schemeClr val="tx1"/>
                </a:solidFill>
                <a:effectLst/>
                <a:latin typeface="+mn-lt"/>
              </a:rPr>
              <a:t>]</a:t>
            </a:r>
            <a:r>
              <a:rPr kumimoji="0" lang="en-US" altLang="en-US" sz="1600" b="0" i="0" u="none" strike="noStrike" cap="none" normalizeH="0" baseline="0" dirty="0">
                <a:ln>
                  <a:noFill/>
                </a:ln>
                <a:solidFill>
                  <a:srgbClr val="055BE0"/>
                </a:solidFill>
                <a:effectLst/>
                <a:latin typeface="+mn-lt"/>
              </a:rPr>
              <a:t>.</a:t>
            </a:r>
            <a:r>
              <a:rPr kumimoji="0" lang="en-US" altLang="en-US" sz="1600" b="0" i="0" u="none" strike="noStrike" cap="none" normalizeH="0" baseline="0" dirty="0">
                <a:ln>
                  <a:noFill/>
                </a:ln>
                <a:solidFill>
                  <a:schemeClr val="tx1"/>
                </a:solidFill>
                <a:effectLst/>
                <a:latin typeface="+mn-lt"/>
              </a:rPr>
              <a:t>reshape((IMAGE_WIDTH, IMAGE_HEIGHT)), </a:t>
            </a:r>
            <a:r>
              <a:rPr kumimoji="0" lang="en-US" altLang="en-US" sz="1600" b="0" i="0" u="none" strike="noStrike" cap="none" normalizeH="0" baseline="0" dirty="0" err="1">
                <a:ln>
                  <a:noFill/>
                </a:ln>
                <a:solidFill>
                  <a:schemeClr val="tx1"/>
                </a:solidFill>
                <a:effectLst/>
                <a:latin typeface="+mn-lt"/>
              </a:rPr>
              <a:t>cmap</a:t>
            </a:r>
            <a:r>
              <a:rPr kumimoji="0" lang="en-US" altLang="en-US" sz="1600" b="0" i="0" u="none" strike="noStrike" cap="none" normalizeH="0" baseline="0" dirty="0">
                <a:ln>
                  <a:noFill/>
                </a:ln>
                <a:solidFill>
                  <a:srgbClr val="055BE0"/>
                </a:solidFill>
                <a:effectLst/>
                <a:latin typeface="+mn-lt"/>
              </a:rPr>
              <a:t>=</a:t>
            </a:r>
            <a:r>
              <a:rPr kumimoji="0" lang="en-US" altLang="en-US" sz="1600" b="0" i="0" u="none" strike="noStrike" cap="none" normalizeH="0" baseline="0" dirty="0" err="1">
                <a:ln>
                  <a:noFill/>
                </a:ln>
                <a:solidFill>
                  <a:schemeClr val="tx1"/>
                </a:solidFill>
                <a:effectLst/>
                <a:latin typeface="+mn-lt"/>
              </a:rPr>
              <a:t>plt</a:t>
            </a:r>
            <a:r>
              <a:rPr kumimoji="0" lang="en-US" altLang="en-US" sz="1600" b="0" i="0" u="none" strike="noStrike" cap="none" normalizeH="0" baseline="0" dirty="0" err="1">
                <a:ln>
                  <a:noFill/>
                </a:ln>
                <a:solidFill>
                  <a:srgbClr val="055BE0"/>
                </a:solidFill>
                <a:effectLst/>
                <a:latin typeface="+mn-lt"/>
              </a:rPr>
              <a:t>.</a:t>
            </a:r>
            <a:r>
              <a:rPr kumimoji="0" lang="en-US" altLang="en-US" sz="1600" b="0" i="0" u="none" strike="noStrike" cap="none" normalizeH="0" baseline="0" dirty="0" err="1">
                <a:ln>
                  <a:noFill/>
                </a:ln>
                <a:solidFill>
                  <a:schemeClr val="tx1"/>
                </a:solidFill>
                <a:effectLst/>
                <a:latin typeface="+mn-lt"/>
              </a:rPr>
              <a:t>cm</a:t>
            </a:r>
            <a:r>
              <a:rPr kumimoji="0" lang="en-US" altLang="en-US" sz="1600" b="0" i="0" u="none" strike="noStrike" cap="none" normalizeH="0" baseline="0" dirty="0" err="1">
                <a:ln>
                  <a:noFill/>
                </a:ln>
                <a:solidFill>
                  <a:srgbClr val="055BE0"/>
                </a:solidFill>
                <a:effectLst/>
                <a:latin typeface="+mn-lt"/>
              </a:rPr>
              <a:t>.</a:t>
            </a:r>
            <a:r>
              <a:rPr kumimoji="0" lang="en-US" altLang="en-US" sz="1600" b="0" i="0" u="none" strike="noStrike" cap="none" normalizeH="0" baseline="0" dirty="0" err="1">
                <a:ln>
                  <a:noFill/>
                </a:ln>
                <a:solidFill>
                  <a:schemeClr val="tx1"/>
                </a:solidFill>
                <a:effectLst/>
                <a:latin typeface="+mn-lt"/>
              </a:rPr>
              <a:t>binary</a:t>
            </a:r>
            <a:r>
              <a:rPr kumimoji="0" lang="en-US" altLang="en-US" sz="1600" b="0" i="0" u="none" strike="noStrike" cap="none" normalizeH="0" baseline="0" dirty="0">
                <a:ln>
                  <a:noFill/>
                </a:ln>
                <a:solidFill>
                  <a:schemeClr val="tx1"/>
                </a:solidFill>
                <a:effectLst/>
                <a:latin typeface="+mn-lt"/>
              </a:rPr>
              <a:t>) </a:t>
            </a: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600" b="0" i="0" u="none" strike="noStrike" cap="none" normalizeH="0" baseline="0" dirty="0" err="1">
                <a:ln>
                  <a:noFill/>
                </a:ln>
                <a:solidFill>
                  <a:schemeClr val="tx1"/>
                </a:solidFill>
                <a:effectLst/>
                <a:latin typeface="+mn-lt"/>
              </a:rPr>
              <a:t>plt</a:t>
            </a:r>
            <a:r>
              <a:rPr kumimoji="0" lang="en-US" altLang="en-US" sz="1600" b="0" i="0" u="none" strike="noStrike" cap="none" normalizeH="0" baseline="0" dirty="0" err="1">
                <a:ln>
                  <a:noFill/>
                </a:ln>
                <a:solidFill>
                  <a:srgbClr val="055BE0"/>
                </a:solidFill>
                <a:effectLst/>
                <a:latin typeface="+mn-lt"/>
              </a:rPr>
              <a:t>.</a:t>
            </a:r>
            <a:r>
              <a:rPr kumimoji="0" lang="en-US" altLang="en-US" sz="1600" b="0" i="0" u="none" strike="noStrike" cap="none" normalizeH="0" baseline="0" dirty="0" err="1">
                <a:ln>
                  <a:noFill/>
                </a:ln>
                <a:solidFill>
                  <a:schemeClr val="tx1"/>
                </a:solidFill>
                <a:effectLst/>
                <a:latin typeface="+mn-lt"/>
              </a:rPr>
              <a:t>show</a:t>
            </a:r>
            <a:r>
              <a:rPr kumimoji="0" lang="en-US" altLang="en-US" sz="1600" b="0" i="0" u="none" strike="noStrike" cap="none" normalizeH="0" baseline="0" dirty="0">
                <a:ln>
                  <a:noFill/>
                </a:ln>
                <a:solidFill>
                  <a:schemeClr val="tx1"/>
                </a:solidFill>
                <a:effectLst/>
                <a:latin typeface="+mn-lt"/>
              </a:rPr>
              <a:t>() </a:t>
            </a:r>
          </a:p>
        </p:txBody>
      </p:sp>
      <p:pic>
        <p:nvPicPr>
          <p:cNvPr id="40965" name="Picture 5">
            <a:extLst>
              <a:ext uri="{FF2B5EF4-FFF2-40B4-BE49-F238E27FC236}">
                <a16:creationId xmlns:a16="http://schemas.microsoft.com/office/drawing/2014/main" id="{E432A9DB-FE59-8B59-D245-10C147A4C8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00612" y="3087485"/>
            <a:ext cx="2390775" cy="236220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3C33D55B-0E45-3407-EF50-24D52A8522E9}"/>
              </a:ext>
            </a:extLst>
          </p:cNvPr>
          <p:cNvSpPr txBox="1"/>
          <p:nvPr/>
        </p:nvSpPr>
        <p:spPr>
          <a:xfrm>
            <a:off x="535329" y="5638194"/>
            <a:ext cx="7983638" cy="369332"/>
          </a:xfrm>
          <a:prstGeom prst="rect">
            <a:avLst/>
          </a:prstGeom>
          <a:noFill/>
        </p:spPr>
        <p:txBody>
          <a:bodyPr wrap="square">
            <a:spAutoFit/>
          </a:bodyPr>
          <a:lstStyle/>
          <a:p>
            <a:r>
              <a:rPr lang="en-US" b="0" i="0" dirty="0">
                <a:effectLst/>
              </a:rPr>
              <a:t>model is predicting that the first example from the test data is 2.</a:t>
            </a:r>
            <a:endParaRPr lang="en-US" dirty="0"/>
          </a:p>
        </p:txBody>
      </p:sp>
    </p:spTree>
    <p:extLst>
      <p:ext uri="{BB962C8B-B14F-4D97-AF65-F5344CB8AC3E}">
        <p14:creationId xmlns:p14="http://schemas.microsoft.com/office/powerpoint/2010/main" val="6094803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B6C4330-8768-B6ED-84C1-1639428064E2}"/>
              </a:ext>
            </a:extLst>
          </p:cNvPr>
          <p:cNvSpPr>
            <a:spLocks noChangeArrowheads="1"/>
          </p:cNvSpPr>
          <p:nvPr/>
        </p:nvSpPr>
        <p:spPr bwMode="auto">
          <a:xfrm>
            <a:off x="532436" y="607578"/>
            <a:ext cx="8472668" cy="1551194"/>
          </a:xfrm>
          <a:prstGeom prst="rect">
            <a:avLst/>
          </a:prstGeom>
          <a:solidFill>
            <a:srgbClr val="F7F7F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30000"/>
              </a:spcBef>
              <a:spcAft>
                <a:spcPct val="0"/>
              </a:spcAft>
              <a:defRPr sz="1200">
                <a:solidFill>
                  <a:schemeClr val="tx1"/>
                </a:solidFill>
                <a:latin typeface="Arial" panose="020B0604020202020204" pitchFamily="34" charset="0"/>
              </a:defRPr>
            </a:lvl1pPr>
            <a:lvl2pPr eaLnBrk="0" fontAlgn="base" hangingPunct="0">
              <a:spcBef>
                <a:spcPct val="30000"/>
              </a:spcBef>
              <a:spcAft>
                <a:spcPct val="0"/>
              </a:spcAft>
              <a:defRPr sz="1200">
                <a:solidFill>
                  <a:schemeClr val="tx1"/>
                </a:solidFill>
                <a:latin typeface="Arial" panose="020B0604020202020204" pitchFamily="34" charset="0"/>
              </a:defRPr>
            </a:lvl2pPr>
            <a:lvl3pPr eaLnBrk="0" fontAlgn="base" hangingPunct="0">
              <a:spcBef>
                <a:spcPct val="30000"/>
              </a:spcBef>
              <a:spcAft>
                <a:spcPct val="0"/>
              </a:spcAft>
              <a:defRPr sz="1200">
                <a:solidFill>
                  <a:schemeClr val="tx1"/>
                </a:solidFill>
                <a:latin typeface="Arial" panose="020B0604020202020204" pitchFamily="34" charset="0"/>
              </a:defRPr>
            </a:lvl3pPr>
            <a:lvl4pPr eaLnBrk="0" fontAlgn="base" hangingPunct="0">
              <a:spcBef>
                <a:spcPct val="30000"/>
              </a:spcBef>
              <a:spcAft>
                <a:spcPct val="0"/>
              </a:spcAft>
              <a:defRPr sz="1200">
                <a:solidFill>
                  <a:schemeClr val="tx1"/>
                </a:solidFill>
                <a:latin typeface="Arial" panose="020B0604020202020204" pitchFamily="34" charset="0"/>
              </a:defRPr>
            </a:lvl4pPr>
            <a:lvl5pPr eaLnBrk="0" fontAlgn="base" hangingPunct="0">
              <a:spcBef>
                <a:spcPct val="30000"/>
              </a:spcBef>
              <a:spcAft>
                <a:spcPct val="0"/>
              </a:spcAft>
              <a:defRPr sz="1200">
                <a:solidFill>
                  <a:schemeClr val="tx1"/>
                </a:solidFill>
                <a:latin typeface="Arial" panose="020B0604020202020204" pitchFamily="34" charset="0"/>
              </a:defRPr>
            </a:lvl5pPr>
            <a:lvl6pPr eaLnBrk="0" fontAlgn="base" hangingPunct="0">
              <a:spcBef>
                <a:spcPct val="30000"/>
              </a:spcBef>
              <a:spcAft>
                <a:spcPct val="0"/>
              </a:spcAft>
              <a:defRPr sz="1200">
                <a:solidFill>
                  <a:schemeClr val="tx1"/>
                </a:solidFill>
                <a:latin typeface="Arial" panose="020B0604020202020204" pitchFamily="34" charset="0"/>
              </a:defRPr>
            </a:lvl6pPr>
            <a:lvl7pPr eaLnBrk="0" fontAlgn="base" hangingPunct="0">
              <a:spcBef>
                <a:spcPct val="30000"/>
              </a:spcBef>
              <a:spcAft>
                <a:spcPct val="0"/>
              </a:spcAft>
              <a:defRPr sz="1200">
                <a:solidFill>
                  <a:schemeClr val="tx1"/>
                </a:solidFill>
                <a:latin typeface="Arial" panose="020B0604020202020204" pitchFamily="34" charset="0"/>
              </a:defRPr>
            </a:lvl7pPr>
            <a:lvl8pPr eaLnBrk="0" fontAlgn="base" hangingPunct="0">
              <a:spcBef>
                <a:spcPct val="30000"/>
              </a:spcBef>
              <a:spcAft>
                <a:spcPct val="0"/>
              </a:spcAft>
              <a:defRPr sz="1200">
                <a:solidFill>
                  <a:schemeClr val="tx1"/>
                </a:solidFill>
                <a:latin typeface="Arial" panose="020B0604020202020204" pitchFamily="34" charset="0"/>
              </a:defRPr>
            </a:lvl8pPr>
            <a:lvl9pPr eaLnBrk="0" fontAlgn="base" hangingPunct="0">
              <a:spcBef>
                <a:spcPct val="30000"/>
              </a:spcBef>
              <a:spcAft>
                <a:spcPct val="0"/>
              </a:spcAft>
              <a:defRPr sz="12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400" b="0" i="0" u="none" strike="noStrike" cap="none" normalizeH="0" baseline="0" dirty="0" err="1">
                <a:ln>
                  <a:noFill/>
                </a:ln>
                <a:solidFill>
                  <a:schemeClr val="tx1"/>
                </a:solidFill>
                <a:effectLst/>
                <a:latin typeface="+mn-lt"/>
              </a:rPr>
              <a:t>test_pred</a:t>
            </a:r>
            <a:r>
              <a:rPr kumimoji="0" lang="en-US" altLang="en-US" sz="1400" b="0" i="0" u="none" strike="noStrike" cap="none" normalizeH="0" baseline="0" dirty="0">
                <a:ln>
                  <a:noFill/>
                </a:ln>
                <a:solidFill>
                  <a:schemeClr val="tx1"/>
                </a:solidFill>
                <a:effectLst/>
                <a:latin typeface="+mn-lt"/>
              </a:rPr>
              <a:t> </a:t>
            </a:r>
            <a:r>
              <a:rPr kumimoji="0" lang="en-US" altLang="en-US" sz="1400" b="0" i="0" u="none" strike="noStrike" cap="none" normalizeH="0" baseline="0" dirty="0">
                <a:ln>
                  <a:noFill/>
                </a:ln>
                <a:solidFill>
                  <a:srgbClr val="055BE0"/>
                </a:solidFill>
                <a:effectLst/>
                <a:latin typeface="+mn-lt"/>
              </a:rPr>
              <a:t>=</a:t>
            </a:r>
            <a:r>
              <a:rPr kumimoji="0" lang="en-US" altLang="en-US" sz="1400" b="0" i="0" u="none" strike="noStrike" cap="none" normalizeH="0" baseline="0" dirty="0">
                <a:ln>
                  <a:noFill/>
                </a:ln>
                <a:solidFill>
                  <a:schemeClr val="tx1"/>
                </a:solidFill>
                <a:effectLst/>
                <a:latin typeface="+mn-lt"/>
              </a:rPr>
              <a:t> </a:t>
            </a:r>
            <a:r>
              <a:rPr kumimoji="0" lang="en-US" altLang="en-US" sz="1400" b="0" i="0" u="none" strike="noStrike" cap="none" normalizeH="0" baseline="0" dirty="0" err="1">
                <a:ln>
                  <a:noFill/>
                </a:ln>
                <a:solidFill>
                  <a:schemeClr val="tx1"/>
                </a:solidFill>
                <a:effectLst/>
                <a:latin typeface="+mn-lt"/>
              </a:rPr>
              <a:t>pd</a:t>
            </a:r>
            <a:r>
              <a:rPr kumimoji="0" lang="en-US" altLang="en-US" sz="1400" b="0" i="0" u="none" strike="noStrike" cap="none" normalizeH="0" baseline="0" dirty="0" err="1">
                <a:ln>
                  <a:noFill/>
                </a:ln>
                <a:solidFill>
                  <a:srgbClr val="055BE0"/>
                </a:solidFill>
                <a:effectLst/>
                <a:latin typeface="+mn-lt"/>
              </a:rPr>
              <a:t>.</a:t>
            </a:r>
            <a:r>
              <a:rPr kumimoji="0" lang="en-US" altLang="en-US" sz="1400" b="0" i="0" u="none" strike="noStrike" cap="none" normalizeH="0" baseline="0" dirty="0" err="1">
                <a:ln>
                  <a:noFill/>
                </a:ln>
                <a:solidFill>
                  <a:schemeClr val="tx1"/>
                </a:solidFill>
                <a:effectLst/>
                <a:latin typeface="+mn-lt"/>
              </a:rPr>
              <a:t>DataFrame</a:t>
            </a:r>
            <a:r>
              <a:rPr kumimoji="0" lang="en-US" altLang="en-US" sz="1400" b="0" i="0" u="none" strike="noStrike" cap="none" normalizeH="0" baseline="0" dirty="0">
                <a:ln>
                  <a:noFill/>
                </a:ln>
                <a:solidFill>
                  <a:schemeClr val="tx1"/>
                </a:solidFill>
                <a:effectLst/>
                <a:latin typeface="+mn-lt"/>
              </a:rPr>
              <a:t>( </a:t>
            </a:r>
            <a:r>
              <a:rPr kumimoji="0" lang="en-US" altLang="en-US" sz="1400" b="0" i="0" u="none" strike="noStrike" cap="none" normalizeH="0" baseline="0" dirty="0" err="1">
                <a:ln>
                  <a:noFill/>
                </a:ln>
                <a:solidFill>
                  <a:schemeClr val="tx1"/>
                </a:solidFill>
                <a:effectLst/>
                <a:latin typeface="+mn-lt"/>
              </a:rPr>
              <a:t>loaded_model</a:t>
            </a:r>
            <a:r>
              <a:rPr kumimoji="0" lang="en-US" altLang="en-US" sz="1400" b="0" i="0" u="none" strike="noStrike" cap="none" normalizeH="0" baseline="0" dirty="0" err="1">
                <a:ln>
                  <a:noFill/>
                </a:ln>
                <a:solidFill>
                  <a:srgbClr val="055BE0"/>
                </a:solidFill>
                <a:effectLst/>
                <a:latin typeface="+mn-lt"/>
              </a:rPr>
              <a:t>.</a:t>
            </a:r>
            <a:r>
              <a:rPr kumimoji="0" lang="en-US" altLang="en-US" sz="1400" b="0" i="0" u="none" strike="noStrike" cap="none" normalizeH="0" baseline="0" dirty="0" err="1">
                <a:ln>
                  <a:noFill/>
                </a:ln>
                <a:solidFill>
                  <a:schemeClr val="tx1"/>
                </a:solidFill>
                <a:effectLst/>
                <a:latin typeface="+mn-lt"/>
              </a:rPr>
              <a:t>predict</a:t>
            </a:r>
            <a:r>
              <a:rPr kumimoji="0" lang="en-US" altLang="en-US" sz="1400" b="0" i="0" u="none" strike="noStrike" cap="none" normalizeH="0" baseline="0" dirty="0">
                <a:ln>
                  <a:noFill/>
                </a:ln>
                <a:solidFill>
                  <a:schemeClr val="tx1"/>
                </a:solidFill>
                <a:effectLst/>
                <a:latin typeface="+mn-lt"/>
              </a:rPr>
              <a:t>([</a:t>
            </a:r>
            <a:r>
              <a:rPr kumimoji="0" lang="en-US" altLang="en-US" sz="1400" b="0" i="0" u="none" strike="noStrike" cap="none" normalizeH="0" baseline="0" dirty="0" err="1">
                <a:ln>
                  <a:noFill/>
                </a:ln>
                <a:solidFill>
                  <a:schemeClr val="tx1"/>
                </a:solidFill>
                <a:effectLst/>
                <a:latin typeface="+mn-lt"/>
              </a:rPr>
              <a:t>x_test_normalized</a:t>
            </a:r>
            <a:r>
              <a:rPr kumimoji="0" lang="en-US" altLang="en-US" sz="1400" b="0" i="0" u="none" strike="noStrike" cap="none" normalizeH="0" baseline="0" dirty="0">
                <a:ln>
                  <a:noFill/>
                </a:ln>
                <a:solidFill>
                  <a:schemeClr val="tx1"/>
                </a:solidFill>
                <a:effectLst/>
                <a:latin typeface="+mn-lt"/>
              </a:rPr>
              <a:t>])) </a:t>
            </a: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400" b="0" i="0" u="none" strike="noStrike" cap="none" normalizeH="0" baseline="0" dirty="0" err="1">
                <a:ln>
                  <a:noFill/>
                </a:ln>
                <a:solidFill>
                  <a:schemeClr val="tx1"/>
                </a:solidFill>
                <a:effectLst/>
                <a:latin typeface="+mn-lt"/>
              </a:rPr>
              <a:t>test_pred</a:t>
            </a:r>
            <a:r>
              <a:rPr kumimoji="0" lang="en-US" altLang="en-US" sz="1400" b="0" i="0" u="none" strike="noStrike" cap="none" normalizeH="0" baseline="0" dirty="0">
                <a:ln>
                  <a:noFill/>
                </a:ln>
                <a:solidFill>
                  <a:schemeClr val="tx1"/>
                </a:solidFill>
                <a:effectLst/>
                <a:latin typeface="+mn-lt"/>
              </a:rPr>
              <a:t> </a:t>
            </a:r>
            <a:r>
              <a:rPr kumimoji="0" lang="en-US" altLang="en-US" sz="1400" b="0" i="0" u="none" strike="noStrike" cap="none" normalizeH="0" baseline="0" dirty="0">
                <a:ln>
                  <a:noFill/>
                </a:ln>
                <a:solidFill>
                  <a:srgbClr val="055BE0"/>
                </a:solidFill>
                <a:effectLst/>
                <a:latin typeface="+mn-lt"/>
              </a:rPr>
              <a:t>=</a:t>
            </a:r>
            <a:r>
              <a:rPr kumimoji="0" lang="en-US" altLang="en-US" sz="1400" b="0" i="0" u="none" strike="noStrike" cap="none" normalizeH="0" baseline="0" dirty="0">
                <a:ln>
                  <a:noFill/>
                </a:ln>
                <a:solidFill>
                  <a:schemeClr val="tx1"/>
                </a:solidFill>
                <a:effectLst/>
                <a:latin typeface="+mn-lt"/>
              </a:rPr>
              <a:t> </a:t>
            </a:r>
            <a:r>
              <a:rPr kumimoji="0" lang="en-US" altLang="en-US" sz="1400" b="0" i="0" u="none" strike="noStrike" cap="none" normalizeH="0" baseline="0" dirty="0" err="1">
                <a:ln>
                  <a:noFill/>
                </a:ln>
                <a:solidFill>
                  <a:schemeClr val="tx1"/>
                </a:solidFill>
                <a:effectLst/>
                <a:latin typeface="+mn-lt"/>
              </a:rPr>
              <a:t>pd</a:t>
            </a:r>
            <a:r>
              <a:rPr kumimoji="0" lang="en-US" altLang="en-US" sz="1400" b="0" i="0" u="none" strike="noStrike" cap="none" normalizeH="0" baseline="0" dirty="0" err="1">
                <a:ln>
                  <a:noFill/>
                </a:ln>
                <a:solidFill>
                  <a:srgbClr val="055BE0"/>
                </a:solidFill>
                <a:effectLst/>
                <a:latin typeface="+mn-lt"/>
              </a:rPr>
              <a:t>.</a:t>
            </a:r>
            <a:r>
              <a:rPr kumimoji="0" lang="en-US" altLang="en-US" sz="1400" b="0" i="0" u="none" strike="noStrike" cap="none" normalizeH="0" baseline="0" dirty="0" err="1">
                <a:ln>
                  <a:noFill/>
                </a:ln>
                <a:solidFill>
                  <a:schemeClr val="tx1"/>
                </a:solidFill>
                <a:effectLst/>
                <a:latin typeface="+mn-lt"/>
              </a:rPr>
              <a:t>DataFrame</a:t>
            </a:r>
            <a:r>
              <a:rPr kumimoji="0" lang="en-US" altLang="en-US" sz="1400" b="0" i="0" u="none" strike="noStrike" cap="none" normalizeH="0" baseline="0" dirty="0">
                <a:ln>
                  <a:noFill/>
                </a:ln>
                <a:solidFill>
                  <a:schemeClr val="tx1"/>
                </a:solidFill>
                <a:effectLst/>
                <a:latin typeface="+mn-lt"/>
              </a:rPr>
              <a:t>(</a:t>
            </a:r>
            <a:r>
              <a:rPr kumimoji="0" lang="en-US" altLang="en-US" sz="1400" b="0" i="0" u="none" strike="noStrike" cap="none" normalizeH="0" baseline="0" dirty="0" err="1">
                <a:ln>
                  <a:noFill/>
                </a:ln>
                <a:solidFill>
                  <a:schemeClr val="tx1"/>
                </a:solidFill>
                <a:effectLst/>
                <a:latin typeface="+mn-lt"/>
              </a:rPr>
              <a:t>test_pred</a:t>
            </a:r>
            <a:r>
              <a:rPr kumimoji="0" lang="en-US" altLang="en-US" sz="1400" b="0" i="0" u="none" strike="noStrike" cap="none" normalizeH="0" baseline="0" dirty="0" err="1">
                <a:ln>
                  <a:noFill/>
                </a:ln>
                <a:solidFill>
                  <a:srgbClr val="055BE0"/>
                </a:solidFill>
                <a:effectLst/>
                <a:latin typeface="+mn-lt"/>
              </a:rPr>
              <a:t>.</a:t>
            </a:r>
            <a:r>
              <a:rPr kumimoji="0" lang="en-US" altLang="en-US" sz="1400" b="0" i="0" u="none" strike="noStrike" cap="none" normalizeH="0" baseline="0" dirty="0" err="1">
                <a:ln>
                  <a:noFill/>
                </a:ln>
                <a:solidFill>
                  <a:schemeClr val="tx1"/>
                </a:solidFill>
                <a:effectLst/>
                <a:latin typeface="+mn-lt"/>
              </a:rPr>
              <a:t>idxmax</a:t>
            </a:r>
            <a:r>
              <a:rPr kumimoji="0" lang="en-US" altLang="en-US" sz="1400" b="0" i="0" u="none" strike="noStrike" cap="none" normalizeH="0" baseline="0" dirty="0">
                <a:ln>
                  <a:noFill/>
                </a:ln>
                <a:solidFill>
                  <a:schemeClr val="tx1"/>
                </a:solidFill>
                <a:effectLst/>
                <a:latin typeface="+mn-lt"/>
              </a:rPr>
              <a:t>(axis </a:t>
            </a:r>
            <a:r>
              <a:rPr kumimoji="0" lang="en-US" altLang="en-US" sz="1400" b="0" i="0" u="none" strike="noStrike" cap="none" normalizeH="0" baseline="0" dirty="0">
                <a:ln>
                  <a:noFill/>
                </a:ln>
                <a:solidFill>
                  <a:srgbClr val="055BE0"/>
                </a:solidFill>
                <a:effectLst/>
                <a:latin typeface="+mn-lt"/>
              </a:rPr>
              <a:t>=</a:t>
            </a:r>
            <a:r>
              <a:rPr kumimoji="0" lang="en-US" altLang="en-US" sz="1400" b="0" i="0" u="none" strike="noStrike" cap="none" normalizeH="0" baseline="0" dirty="0">
                <a:ln>
                  <a:noFill/>
                </a:ln>
                <a:solidFill>
                  <a:schemeClr val="tx1"/>
                </a:solidFill>
                <a:effectLst/>
                <a:latin typeface="+mn-lt"/>
              </a:rPr>
              <a:t> </a:t>
            </a:r>
            <a:r>
              <a:rPr kumimoji="0" lang="en-US" altLang="en-US" sz="1400" b="0" i="0" u="none" strike="noStrike" cap="none" normalizeH="0" baseline="0" dirty="0">
                <a:ln>
                  <a:noFill/>
                </a:ln>
                <a:solidFill>
                  <a:srgbClr val="666666"/>
                </a:solidFill>
                <a:effectLst/>
                <a:latin typeface="+mn-lt"/>
              </a:rPr>
              <a:t>1</a:t>
            </a:r>
            <a:r>
              <a:rPr kumimoji="0" lang="en-US" altLang="en-US" sz="1400" b="0" i="0" u="none" strike="noStrike" cap="none" normalizeH="0" baseline="0" dirty="0">
                <a:ln>
                  <a:noFill/>
                </a:ln>
                <a:solidFill>
                  <a:schemeClr val="tx1"/>
                </a:solidFill>
                <a:effectLst/>
                <a:latin typeface="+mn-lt"/>
              </a:rPr>
              <a:t>)) </a:t>
            </a: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400" b="0" i="0" u="none" strike="noStrike" cap="none" normalizeH="0" baseline="0" dirty="0">
                <a:ln>
                  <a:noFill/>
                </a:ln>
                <a:solidFill>
                  <a:schemeClr val="tx1"/>
                </a:solidFill>
                <a:effectLst/>
                <a:latin typeface="+mn-lt"/>
              </a:rPr>
              <a:t>test_pred</a:t>
            </a:r>
            <a:r>
              <a:rPr kumimoji="0" lang="en-US" altLang="en-US" sz="1400" b="0" i="0" u="none" strike="noStrike" cap="none" normalizeH="0" baseline="0" dirty="0">
                <a:ln>
                  <a:noFill/>
                </a:ln>
                <a:solidFill>
                  <a:srgbClr val="055BE0"/>
                </a:solidFill>
                <a:effectLst/>
                <a:latin typeface="+mn-lt"/>
              </a:rPr>
              <a:t>.</a:t>
            </a:r>
            <a:r>
              <a:rPr kumimoji="0" lang="en-US" altLang="en-US" sz="1400" b="0" i="0" u="none" strike="noStrike" cap="none" normalizeH="0" baseline="0" dirty="0">
                <a:ln>
                  <a:noFill/>
                </a:ln>
                <a:solidFill>
                  <a:schemeClr val="tx1"/>
                </a:solidFill>
                <a:effectLst/>
                <a:latin typeface="+mn-lt"/>
              </a:rPr>
              <a:t>index</a:t>
            </a:r>
            <a:r>
              <a:rPr kumimoji="0" lang="en-US" altLang="en-US" sz="1400" b="0" i="0" u="none" strike="noStrike" cap="none" normalizeH="0" baseline="0" dirty="0">
                <a:ln>
                  <a:noFill/>
                </a:ln>
                <a:solidFill>
                  <a:srgbClr val="055BE0"/>
                </a:solidFill>
                <a:effectLst/>
                <a:latin typeface="+mn-lt"/>
              </a:rPr>
              <a:t>.</a:t>
            </a:r>
            <a:r>
              <a:rPr kumimoji="0" lang="en-US" altLang="en-US" sz="1400" b="0" i="0" u="none" strike="noStrike" cap="none" normalizeH="0" baseline="0" dirty="0">
                <a:ln>
                  <a:noFill/>
                </a:ln>
                <a:solidFill>
                  <a:schemeClr val="tx1"/>
                </a:solidFill>
                <a:effectLst/>
                <a:latin typeface="+mn-lt"/>
              </a:rPr>
              <a:t>name </a:t>
            </a:r>
            <a:r>
              <a:rPr kumimoji="0" lang="en-US" altLang="en-US" sz="1400" b="0" i="0" u="none" strike="noStrike" cap="none" normalizeH="0" baseline="0" dirty="0">
                <a:ln>
                  <a:noFill/>
                </a:ln>
                <a:solidFill>
                  <a:srgbClr val="055BE0"/>
                </a:solidFill>
                <a:effectLst/>
                <a:latin typeface="+mn-lt"/>
              </a:rPr>
              <a:t>=</a:t>
            </a:r>
            <a:r>
              <a:rPr kumimoji="0" lang="en-US" altLang="en-US" sz="1400" b="0" i="0" u="none" strike="noStrike" cap="none" normalizeH="0" baseline="0" dirty="0">
                <a:ln>
                  <a:noFill/>
                </a:ln>
                <a:solidFill>
                  <a:schemeClr val="tx1"/>
                </a:solidFill>
                <a:effectLst/>
                <a:latin typeface="+mn-lt"/>
              </a:rPr>
              <a:t> </a:t>
            </a:r>
            <a:r>
              <a:rPr kumimoji="0" lang="en-US" altLang="en-US" sz="1400" b="0" i="0" u="none" strike="noStrike" cap="none" normalizeH="0" baseline="0" dirty="0">
                <a:ln>
                  <a:noFill/>
                </a:ln>
                <a:solidFill>
                  <a:srgbClr val="BB2323"/>
                </a:solidFill>
                <a:effectLst/>
                <a:latin typeface="+mn-lt"/>
              </a:rPr>
              <a:t>'</a:t>
            </a:r>
            <a:r>
              <a:rPr kumimoji="0" lang="en-US" altLang="en-US" sz="1400" b="0" i="0" u="none" strike="noStrike" cap="none" normalizeH="0" baseline="0" dirty="0" err="1">
                <a:ln>
                  <a:noFill/>
                </a:ln>
                <a:solidFill>
                  <a:srgbClr val="BB2323"/>
                </a:solidFill>
                <a:effectLst/>
                <a:latin typeface="+mn-lt"/>
              </a:rPr>
              <a:t>ImageId</a:t>
            </a:r>
            <a:r>
              <a:rPr kumimoji="0" lang="en-US" altLang="en-US" sz="1400" b="0" i="0" u="none" strike="noStrike" cap="none" normalizeH="0" baseline="0" dirty="0">
                <a:ln>
                  <a:noFill/>
                </a:ln>
                <a:solidFill>
                  <a:srgbClr val="BB2323"/>
                </a:solidFill>
                <a:effectLst/>
                <a:latin typeface="+mn-lt"/>
              </a:rPr>
              <a:t>’</a:t>
            </a:r>
            <a:r>
              <a:rPr kumimoji="0" lang="en-US" altLang="en-US" sz="1400" b="0" i="0" u="none" strike="noStrike" cap="none" normalizeH="0" baseline="0" dirty="0">
                <a:ln>
                  <a:noFill/>
                </a:ln>
                <a:solidFill>
                  <a:schemeClr val="tx1"/>
                </a:solidFill>
                <a:effectLst/>
                <a:latin typeface="+mn-lt"/>
              </a:rPr>
              <a:t> </a:t>
            </a: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400" b="0" i="0" u="none" strike="noStrike" cap="none" normalizeH="0" baseline="0" dirty="0" err="1">
                <a:ln>
                  <a:noFill/>
                </a:ln>
                <a:solidFill>
                  <a:schemeClr val="tx1"/>
                </a:solidFill>
                <a:effectLst/>
                <a:latin typeface="+mn-lt"/>
              </a:rPr>
              <a:t>test_pred</a:t>
            </a:r>
            <a:r>
              <a:rPr kumimoji="0" lang="en-US" altLang="en-US" sz="1400" b="0" i="0" u="none" strike="noStrike" cap="none" normalizeH="0" baseline="0" dirty="0">
                <a:ln>
                  <a:noFill/>
                </a:ln>
                <a:solidFill>
                  <a:schemeClr val="tx1"/>
                </a:solidFill>
                <a:effectLst/>
                <a:latin typeface="+mn-lt"/>
              </a:rPr>
              <a:t> </a:t>
            </a:r>
            <a:r>
              <a:rPr kumimoji="0" lang="en-US" altLang="en-US" sz="1400" b="0" i="0" u="none" strike="noStrike" cap="none" normalizeH="0" baseline="0" dirty="0">
                <a:ln>
                  <a:noFill/>
                </a:ln>
                <a:solidFill>
                  <a:srgbClr val="055BE0"/>
                </a:solidFill>
                <a:effectLst/>
                <a:latin typeface="+mn-lt"/>
              </a:rPr>
              <a:t>=</a:t>
            </a:r>
            <a:r>
              <a:rPr kumimoji="0" lang="en-US" altLang="en-US" sz="1400" b="0" i="0" u="none" strike="noStrike" cap="none" normalizeH="0" baseline="0" dirty="0">
                <a:ln>
                  <a:noFill/>
                </a:ln>
                <a:solidFill>
                  <a:schemeClr val="tx1"/>
                </a:solidFill>
                <a:effectLst/>
                <a:latin typeface="+mn-lt"/>
              </a:rPr>
              <a:t> </a:t>
            </a:r>
            <a:r>
              <a:rPr kumimoji="0" lang="en-US" altLang="en-US" sz="1400" b="0" i="0" u="none" strike="noStrike" cap="none" normalizeH="0" baseline="0" dirty="0" err="1">
                <a:ln>
                  <a:noFill/>
                </a:ln>
                <a:solidFill>
                  <a:schemeClr val="tx1"/>
                </a:solidFill>
                <a:effectLst/>
                <a:latin typeface="+mn-lt"/>
              </a:rPr>
              <a:t>test_pred</a:t>
            </a:r>
            <a:r>
              <a:rPr kumimoji="0" lang="en-US" altLang="en-US" sz="1400" b="0" i="0" u="none" strike="noStrike" cap="none" normalizeH="0" baseline="0" dirty="0" err="1">
                <a:ln>
                  <a:noFill/>
                </a:ln>
                <a:solidFill>
                  <a:srgbClr val="055BE0"/>
                </a:solidFill>
                <a:effectLst/>
                <a:latin typeface="+mn-lt"/>
              </a:rPr>
              <a:t>.</a:t>
            </a:r>
            <a:r>
              <a:rPr kumimoji="0" lang="en-US" altLang="en-US" sz="1400" b="0" i="0" u="none" strike="noStrike" cap="none" normalizeH="0" baseline="0" dirty="0" err="1">
                <a:ln>
                  <a:noFill/>
                </a:ln>
                <a:solidFill>
                  <a:schemeClr val="tx1"/>
                </a:solidFill>
                <a:effectLst/>
                <a:latin typeface="+mn-lt"/>
              </a:rPr>
              <a:t>rename</a:t>
            </a:r>
            <a:r>
              <a:rPr kumimoji="0" lang="en-US" altLang="en-US" sz="1400" b="0" i="0" u="none" strike="noStrike" cap="none" normalizeH="0" baseline="0" dirty="0">
                <a:ln>
                  <a:noFill/>
                </a:ln>
                <a:solidFill>
                  <a:schemeClr val="tx1"/>
                </a:solidFill>
                <a:effectLst/>
                <a:latin typeface="+mn-lt"/>
              </a:rPr>
              <a:t>(columns </a:t>
            </a:r>
            <a:r>
              <a:rPr kumimoji="0" lang="en-US" altLang="en-US" sz="1400" b="0" i="0" u="none" strike="noStrike" cap="none" normalizeH="0" baseline="0" dirty="0">
                <a:ln>
                  <a:noFill/>
                </a:ln>
                <a:solidFill>
                  <a:srgbClr val="055BE0"/>
                </a:solidFill>
                <a:effectLst/>
                <a:latin typeface="+mn-lt"/>
              </a:rPr>
              <a:t>=</a:t>
            </a:r>
            <a:r>
              <a:rPr kumimoji="0" lang="en-US" altLang="en-US" sz="1400" b="0" i="0" u="none" strike="noStrike" cap="none" normalizeH="0" baseline="0" dirty="0">
                <a:ln>
                  <a:noFill/>
                </a:ln>
                <a:solidFill>
                  <a:schemeClr val="tx1"/>
                </a:solidFill>
                <a:effectLst/>
                <a:latin typeface="+mn-lt"/>
              </a:rPr>
              <a:t> {</a:t>
            </a:r>
            <a:r>
              <a:rPr kumimoji="0" lang="en-US" altLang="en-US" sz="1400" b="0" i="0" u="none" strike="noStrike" cap="none" normalizeH="0" baseline="0" dirty="0">
                <a:ln>
                  <a:noFill/>
                </a:ln>
                <a:solidFill>
                  <a:srgbClr val="666666"/>
                </a:solidFill>
                <a:effectLst/>
                <a:latin typeface="+mn-lt"/>
              </a:rPr>
              <a:t>0</a:t>
            </a:r>
            <a:r>
              <a:rPr kumimoji="0" lang="en-US" altLang="en-US" sz="1400" b="0" i="0" u="none" strike="noStrike" cap="none" normalizeH="0" baseline="0" dirty="0">
                <a:ln>
                  <a:noFill/>
                </a:ln>
                <a:solidFill>
                  <a:schemeClr val="tx1"/>
                </a:solidFill>
                <a:effectLst/>
                <a:latin typeface="+mn-lt"/>
              </a:rPr>
              <a:t>: </a:t>
            </a:r>
            <a:r>
              <a:rPr kumimoji="0" lang="en-US" altLang="en-US" sz="1400" b="0" i="0" u="none" strike="noStrike" cap="none" normalizeH="0" baseline="0" dirty="0">
                <a:ln>
                  <a:noFill/>
                </a:ln>
                <a:solidFill>
                  <a:srgbClr val="BB2323"/>
                </a:solidFill>
                <a:effectLst/>
                <a:latin typeface="+mn-lt"/>
              </a:rPr>
              <a:t>'Label'</a:t>
            </a:r>
            <a:r>
              <a:rPr kumimoji="0" lang="en-US" altLang="en-US" sz="1400" b="0" i="0" u="none" strike="noStrike" cap="none" normalizeH="0" baseline="0" dirty="0">
                <a:ln>
                  <a:noFill/>
                </a:ln>
                <a:solidFill>
                  <a:schemeClr val="tx1"/>
                </a:solidFill>
                <a:effectLst/>
                <a:latin typeface="+mn-lt"/>
              </a:rPr>
              <a:t>})</a:t>
            </a:r>
            <a:r>
              <a:rPr kumimoji="0" lang="en-US" altLang="en-US" sz="1400" b="0" i="0" u="none" strike="noStrike" cap="none" normalizeH="0" baseline="0" dirty="0">
                <a:ln>
                  <a:noFill/>
                </a:ln>
                <a:solidFill>
                  <a:srgbClr val="055BE0"/>
                </a:solidFill>
                <a:effectLst/>
                <a:latin typeface="+mn-lt"/>
              </a:rPr>
              <a:t>.</a:t>
            </a:r>
            <a:r>
              <a:rPr kumimoji="0" lang="en-US" altLang="en-US" sz="1400" b="0" i="0" u="none" strike="noStrike" cap="none" normalizeH="0" baseline="0" dirty="0" err="1">
                <a:ln>
                  <a:noFill/>
                </a:ln>
                <a:solidFill>
                  <a:schemeClr val="tx1"/>
                </a:solidFill>
                <a:effectLst/>
                <a:latin typeface="+mn-lt"/>
              </a:rPr>
              <a:t>reset_index</a:t>
            </a:r>
            <a:r>
              <a:rPr kumimoji="0" lang="en-US" altLang="en-US" sz="1400" b="0" i="0" u="none" strike="noStrike" cap="none" normalizeH="0" baseline="0" dirty="0">
                <a:ln>
                  <a:noFill/>
                </a:ln>
                <a:solidFill>
                  <a:schemeClr val="tx1"/>
                </a:solidFill>
                <a:effectLst/>
                <a:latin typeface="+mn-lt"/>
              </a:rPr>
              <a:t>() </a:t>
            </a:r>
            <a:r>
              <a:rPr kumimoji="0" lang="en-US" altLang="en-US" sz="1400" b="0" i="0" u="none" strike="noStrike" cap="none" normalizeH="0" baseline="0" dirty="0" err="1">
                <a:ln>
                  <a:noFill/>
                </a:ln>
                <a:solidFill>
                  <a:schemeClr val="tx1"/>
                </a:solidFill>
                <a:effectLst/>
                <a:latin typeface="+mn-lt"/>
              </a:rPr>
              <a:t>test_pred</a:t>
            </a:r>
            <a:r>
              <a:rPr kumimoji="0" lang="en-US" altLang="en-US" sz="1400" b="0" i="0" u="none" strike="noStrike" cap="none" normalizeH="0" baseline="0" dirty="0">
                <a:ln>
                  <a:noFill/>
                </a:ln>
                <a:solidFill>
                  <a:schemeClr val="tx1"/>
                </a:solidFill>
                <a:effectLst/>
                <a:latin typeface="+mn-lt"/>
              </a:rPr>
              <a:t>[</a:t>
            </a:r>
            <a:r>
              <a:rPr kumimoji="0" lang="en-US" altLang="en-US" sz="1400" b="0" i="0" u="none" strike="noStrike" cap="none" normalizeH="0" baseline="0" dirty="0">
                <a:ln>
                  <a:noFill/>
                </a:ln>
                <a:solidFill>
                  <a:srgbClr val="BB2323"/>
                </a:solidFill>
                <a:effectLst/>
                <a:latin typeface="+mn-lt"/>
              </a:rPr>
              <a:t>'</a:t>
            </a:r>
            <a:r>
              <a:rPr kumimoji="0" lang="en-US" altLang="en-US" sz="1400" b="0" i="0" u="none" strike="noStrike" cap="none" normalizeH="0" baseline="0" dirty="0" err="1">
                <a:ln>
                  <a:noFill/>
                </a:ln>
                <a:solidFill>
                  <a:srgbClr val="BB2323"/>
                </a:solidFill>
                <a:effectLst/>
                <a:latin typeface="+mn-lt"/>
              </a:rPr>
              <a:t>ImageId</a:t>
            </a:r>
            <a:r>
              <a:rPr kumimoji="0" lang="en-US" altLang="en-US" sz="1400" b="0" i="0" u="none" strike="noStrike" cap="none" normalizeH="0" baseline="0" dirty="0">
                <a:ln>
                  <a:noFill/>
                </a:ln>
                <a:solidFill>
                  <a:srgbClr val="BB2323"/>
                </a:solidFill>
                <a:effectLst/>
                <a:latin typeface="+mn-lt"/>
              </a:rPr>
              <a:t>'</a:t>
            </a:r>
            <a:r>
              <a:rPr kumimoji="0" lang="en-US" altLang="en-US" sz="1400" b="0" i="0" u="none" strike="noStrike" cap="none" normalizeH="0" baseline="0" dirty="0">
                <a:ln>
                  <a:noFill/>
                </a:ln>
                <a:solidFill>
                  <a:schemeClr val="tx1"/>
                </a:solidFill>
                <a:effectLst/>
                <a:latin typeface="+mn-lt"/>
              </a:rPr>
              <a:t>] </a:t>
            </a:r>
            <a:r>
              <a:rPr kumimoji="0" lang="en-US" altLang="en-US" sz="1400" b="0" i="0" u="none" strike="noStrike" cap="none" normalizeH="0" baseline="0" dirty="0">
                <a:ln>
                  <a:noFill/>
                </a:ln>
                <a:solidFill>
                  <a:srgbClr val="055BE0"/>
                </a:solidFill>
                <a:effectLst/>
                <a:latin typeface="+mn-lt"/>
              </a:rPr>
              <a:t>=</a:t>
            </a:r>
            <a:r>
              <a:rPr kumimoji="0" lang="en-US" altLang="en-US" sz="1400" b="0" i="0" u="none" strike="noStrike" cap="none" normalizeH="0" baseline="0" dirty="0">
                <a:ln>
                  <a:noFill/>
                </a:ln>
                <a:solidFill>
                  <a:schemeClr val="tx1"/>
                </a:solidFill>
                <a:effectLst/>
                <a:latin typeface="+mn-lt"/>
              </a:rPr>
              <a:t> </a:t>
            </a:r>
            <a:r>
              <a:rPr kumimoji="0" lang="en-US" altLang="en-US" sz="1400" b="0" i="0" u="none" strike="noStrike" cap="none" normalizeH="0" baseline="0" dirty="0" err="1">
                <a:ln>
                  <a:noFill/>
                </a:ln>
                <a:solidFill>
                  <a:schemeClr val="tx1"/>
                </a:solidFill>
                <a:effectLst/>
                <a:latin typeface="+mn-lt"/>
              </a:rPr>
              <a:t>test_pred</a:t>
            </a:r>
            <a:r>
              <a:rPr kumimoji="0" lang="en-US" altLang="en-US" sz="1400" b="0" i="0" u="none" strike="noStrike" cap="none" normalizeH="0" baseline="0" dirty="0">
                <a:ln>
                  <a:noFill/>
                </a:ln>
                <a:solidFill>
                  <a:schemeClr val="tx1"/>
                </a:solidFill>
                <a:effectLst/>
                <a:latin typeface="+mn-lt"/>
              </a:rPr>
              <a:t>[</a:t>
            </a:r>
            <a:r>
              <a:rPr kumimoji="0" lang="en-US" altLang="en-US" sz="1400" b="0" i="0" u="none" strike="noStrike" cap="none" normalizeH="0" baseline="0" dirty="0">
                <a:ln>
                  <a:noFill/>
                </a:ln>
                <a:solidFill>
                  <a:srgbClr val="BB2323"/>
                </a:solidFill>
                <a:effectLst/>
                <a:latin typeface="+mn-lt"/>
              </a:rPr>
              <a:t>'</a:t>
            </a:r>
            <a:r>
              <a:rPr kumimoji="0" lang="en-US" altLang="en-US" sz="1400" b="0" i="0" u="none" strike="noStrike" cap="none" normalizeH="0" baseline="0" dirty="0" err="1">
                <a:ln>
                  <a:noFill/>
                </a:ln>
                <a:solidFill>
                  <a:srgbClr val="BB2323"/>
                </a:solidFill>
                <a:effectLst/>
                <a:latin typeface="+mn-lt"/>
              </a:rPr>
              <a:t>ImageId</a:t>
            </a:r>
            <a:r>
              <a:rPr kumimoji="0" lang="en-US" altLang="en-US" sz="1400" b="0" i="0" u="none" strike="noStrike" cap="none" normalizeH="0" baseline="0" dirty="0">
                <a:ln>
                  <a:noFill/>
                </a:ln>
                <a:solidFill>
                  <a:srgbClr val="BB2323"/>
                </a:solidFill>
                <a:effectLst/>
                <a:latin typeface="+mn-lt"/>
              </a:rPr>
              <a:t>'</a:t>
            </a:r>
            <a:r>
              <a:rPr kumimoji="0" lang="en-US" altLang="en-US" sz="1400" b="0" i="0" u="none" strike="noStrike" cap="none" normalizeH="0" baseline="0" dirty="0">
                <a:ln>
                  <a:noFill/>
                </a:ln>
                <a:solidFill>
                  <a:schemeClr val="tx1"/>
                </a:solidFill>
                <a:effectLst/>
                <a:latin typeface="+mn-lt"/>
              </a:rPr>
              <a:t>] </a:t>
            </a:r>
            <a:r>
              <a:rPr kumimoji="0" lang="en-US" altLang="en-US" sz="1400" b="0" i="0" u="none" strike="noStrike" cap="none" normalizeH="0" baseline="0" dirty="0">
                <a:ln>
                  <a:noFill/>
                </a:ln>
                <a:solidFill>
                  <a:srgbClr val="055BE0"/>
                </a:solidFill>
                <a:effectLst/>
                <a:latin typeface="+mn-lt"/>
              </a:rPr>
              <a:t>+</a:t>
            </a:r>
            <a:r>
              <a:rPr kumimoji="0" lang="en-US" altLang="en-US" sz="1400" b="0" i="0" u="none" strike="noStrike" cap="none" normalizeH="0" baseline="0" dirty="0">
                <a:ln>
                  <a:noFill/>
                </a:ln>
                <a:solidFill>
                  <a:schemeClr val="tx1"/>
                </a:solidFill>
                <a:effectLst/>
                <a:latin typeface="+mn-lt"/>
              </a:rPr>
              <a:t> </a:t>
            </a:r>
            <a:r>
              <a:rPr kumimoji="0" lang="en-US" altLang="en-US" sz="1400" b="0" i="0" u="none" strike="noStrike" cap="none" normalizeH="0" baseline="0" dirty="0">
                <a:ln>
                  <a:noFill/>
                </a:ln>
                <a:solidFill>
                  <a:srgbClr val="666666"/>
                </a:solidFill>
                <a:effectLst/>
                <a:latin typeface="+mn-lt"/>
              </a:rPr>
              <a:t>1</a:t>
            </a:r>
            <a:r>
              <a:rPr kumimoji="0" lang="en-US" altLang="en-US" sz="1400" b="0" i="0" u="none" strike="noStrike" cap="none" normalizeH="0" baseline="0" dirty="0">
                <a:ln>
                  <a:noFill/>
                </a:ln>
                <a:solidFill>
                  <a:schemeClr val="tx1"/>
                </a:solidFill>
                <a:effectLst/>
                <a:latin typeface="+mn-lt"/>
              </a:rPr>
              <a:t> </a:t>
            </a: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400" b="0" i="0" u="none" strike="noStrike" cap="none" normalizeH="0" baseline="0" dirty="0" err="1">
                <a:ln>
                  <a:noFill/>
                </a:ln>
                <a:solidFill>
                  <a:schemeClr val="tx1"/>
                </a:solidFill>
                <a:effectLst/>
                <a:latin typeface="+mn-lt"/>
              </a:rPr>
              <a:t>test_pred</a:t>
            </a:r>
            <a:r>
              <a:rPr kumimoji="0" lang="en-US" altLang="en-US" sz="1400" b="0" i="0" u="none" strike="noStrike" cap="none" normalizeH="0" baseline="0" dirty="0" err="1">
                <a:ln>
                  <a:noFill/>
                </a:ln>
                <a:solidFill>
                  <a:srgbClr val="055BE0"/>
                </a:solidFill>
                <a:effectLst/>
                <a:latin typeface="+mn-lt"/>
              </a:rPr>
              <a:t>.</a:t>
            </a:r>
            <a:r>
              <a:rPr kumimoji="0" lang="en-US" altLang="en-US" sz="1400" b="0" i="0" u="none" strike="noStrike" cap="none" normalizeH="0" baseline="0" dirty="0" err="1">
                <a:ln>
                  <a:noFill/>
                </a:ln>
                <a:solidFill>
                  <a:schemeClr val="tx1"/>
                </a:solidFill>
                <a:effectLst/>
                <a:latin typeface="+mn-lt"/>
              </a:rPr>
              <a:t>head</a:t>
            </a:r>
            <a:r>
              <a:rPr kumimoji="0" lang="en-US" altLang="en-US" sz="1400" b="0" i="0" u="none" strike="noStrike" cap="none" normalizeH="0" baseline="0" dirty="0">
                <a:ln>
                  <a:noFill/>
                </a:ln>
                <a:solidFill>
                  <a:schemeClr val="tx1"/>
                </a:solidFill>
                <a:effectLst/>
                <a:latin typeface="+mn-lt"/>
              </a:rPr>
              <a:t>() </a:t>
            </a:r>
          </a:p>
        </p:txBody>
      </p:sp>
      <p:sp>
        <p:nvSpPr>
          <p:cNvPr id="3" name="Rectangle 2">
            <a:extLst>
              <a:ext uri="{FF2B5EF4-FFF2-40B4-BE49-F238E27FC236}">
                <a16:creationId xmlns:a16="http://schemas.microsoft.com/office/drawing/2014/main" id="{30C11D6C-8351-9B34-CCB5-5D8FAC807062}"/>
              </a:ext>
            </a:extLst>
          </p:cNvPr>
          <p:cNvSpPr>
            <a:spLocks noChangeArrowheads="1"/>
          </p:cNvSpPr>
          <p:nvPr/>
        </p:nvSpPr>
        <p:spPr bwMode="auto">
          <a:xfrm>
            <a:off x="532436" y="5407613"/>
            <a:ext cx="9109276" cy="215444"/>
          </a:xfrm>
          <a:prstGeom prst="rect">
            <a:avLst/>
          </a:prstGeom>
          <a:solidFill>
            <a:srgbClr val="F7F7F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30000"/>
              </a:spcBef>
              <a:spcAft>
                <a:spcPct val="0"/>
              </a:spcAft>
              <a:defRPr sz="1200">
                <a:solidFill>
                  <a:schemeClr val="tx1"/>
                </a:solidFill>
                <a:latin typeface="Arial" panose="020B0604020202020204" pitchFamily="34" charset="0"/>
              </a:defRPr>
            </a:lvl1pPr>
            <a:lvl2pPr eaLnBrk="0" fontAlgn="base" hangingPunct="0">
              <a:spcBef>
                <a:spcPct val="30000"/>
              </a:spcBef>
              <a:spcAft>
                <a:spcPct val="0"/>
              </a:spcAft>
              <a:defRPr sz="1200">
                <a:solidFill>
                  <a:schemeClr val="tx1"/>
                </a:solidFill>
                <a:latin typeface="Arial" panose="020B0604020202020204" pitchFamily="34" charset="0"/>
              </a:defRPr>
            </a:lvl2pPr>
            <a:lvl3pPr eaLnBrk="0" fontAlgn="base" hangingPunct="0">
              <a:spcBef>
                <a:spcPct val="30000"/>
              </a:spcBef>
              <a:spcAft>
                <a:spcPct val="0"/>
              </a:spcAft>
              <a:defRPr sz="1200">
                <a:solidFill>
                  <a:schemeClr val="tx1"/>
                </a:solidFill>
                <a:latin typeface="Arial" panose="020B0604020202020204" pitchFamily="34" charset="0"/>
              </a:defRPr>
            </a:lvl3pPr>
            <a:lvl4pPr eaLnBrk="0" fontAlgn="base" hangingPunct="0">
              <a:spcBef>
                <a:spcPct val="30000"/>
              </a:spcBef>
              <a:spcAft>
                <a:spcPct val="0"/>
              </a:spcAft>
              <a:defRPr sz="1200">
                <a:solidFill>
                  <a:schemeClr val="tx1"/>
                </a:solidFill>
                <a:latin typeface="Arial" panose="020B0604020202020204" pitchFamily="34" charset="0"/>
              </a:defRPr>
            </a:lvl4pPr>
            <a:lvl5pPr eaLnBrk="0" fontAlgn="base" hangingPunct="0">
              <a:spcBef>
                <a:spcPct val="30000"/>
              </a:spcBef>
              <a:spcAft>
                <a:spcPct val="0"/>
              </a:spcAft>
              <a:defRPr sz="1200">
                <a:solidFill>
                  <a:schemeClr val="tx1"/>
                </a:solidFill>
                <a:latin typeface="Arial" panose="020B0604020202020204" pitchFamily="34" charset="0"/>
              </a:defRPr>
            </a:lvl5pPr>
            <a:lvl6pPr eaLnBrk="0" fontAlgn="base" hangingPunct="0">
              <a:spcBef>
                <a:spcPct val="30000"/>
              </a:spcBef>
              <a:spcAft>
                <a:spcPct val="0"/>
              </a:spcAft>
              <a:defRPr sz="1200">
                <a:solidFill>
                  <a:schemeClr val="tx1"/>
                </a:solidFill>
                <a:latin typeface="Arial" panose="020B0604020202020204" pitchFamily="34" charset="0"/>
              </a:defRPr>
            </a:lvl6pPr>
            <a:lvl7pPr eaLnBrk="0" fontAlgn="base" hangingPunct="0">
              <a:spcBef>
                <a:spcPct val="30000"/>
              </a:spcBef>
              <a:spcAft>
                <a:spcPct val="0"/>
              </a:spcAft>
              <a:defRPr sz="1200">
                <a:solidFill>
                  <a:schemeClr val="tx1"/>
                </a:solidFill>
                <a:latin typeface="Arial" panose="020B0604020202020204" pitchFamily="34" charset="0"/>
              </a:defRPr>
            </a:lvl7pPr>
            <a:lvl8pPr eaLnBrk="0" fontAlgn="base" hangingPunct="0">
              <a:spcBef>
                <a:spcPct val="30000"/>
              </a:spcBef>
              <a:spcAft>
                <a:spcPct val="0"/>
              </a:spcAft>
              <a:defRPr sz="1200">
                <a:solidFill>
                  <a:schemeClr val="tx1"/>
                </a:solidFill>
                <a:latin typeface="Arial" panose="020B0604020202020204" pitchFamily="34" charset="0"/>
              </a:defRPr>
            </a:lvl8pPr>
            <a:lvl9pPr eaLnBrk="0" fontAlgn="base" hangingPunct="0">
              <a:spcBef>
                <a:spcPct val="30000"/>
              </a:spcBef>
              <a:spcAft>
                <a:spcPct val="0"/>
              </a:spcAft>
              <a:defRPr sz="12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err="1">
                <a:ln>
                  <a:noFill/>
                </a:ln>
                <a:solidFill>
                  <a:schemeClr val="tx1"/>
                </a:solidFill>
                <a:effectLst/>
                <a:latin typeface="+mn-lt"/>
              </a:rPr>
              <a:t>test_pred</a:t>
            </a:r>
            <a:r>
              <a:rPr kumimoji="0" lang="en-US" altLang="en-US" sz="1400" b="0" i="0" u="none" strike="noStrike" cap="none" normalizeH="0" baseline="0" dirty="0" err="1">
                <a:ln>
                  <a:noFill/>
                </a:ln>
                <a:solidFill>
                  <a:srgbClr val="055BE0"/>
                </a:solidFill>
                <a:effectLst/>
                <a:latin typeface="+mn-lt"/>
              </a:rPr>
              <a:t>.</a:t>
            </a:r>
            <a:r>
              <a:rPr kumimoji="0" lang="en-US" altLang="en-US" sz="1400" b="0" i="0" u="none" strike="noStrike" cap="none" normalizeH="0" baseline="0" dirty="0" err="1">
                <a:ln>
                  <a:noFill/>
                </a:ln>
                <a:solidFill>
                  <a:schemeClr val="tx1"/>
                </a:solidFill>
                <a:effectLst/>
                <a:latin typeface="+mn-lt"/>
              </a:rPr>
              <a:t>to_csv</a:t>
            </a:r>
            <a:r>
              <a:rPr kumimoji="0" lang="en-US" altLang="en-US" sz="1400" b="0" i="0" u="none" strike="noStrike" cap="none" normalizeH="0" baseline="0" dirty="0">
                <a:ln>
                  <a:noFill/>
                </a:ln>
                <a:solidFill>
                  <a:schemeClr val="tx1"/>
                </a:solidFill>
                <a:effectLst/>
                <a:latin typeface="+mn-lt"/>
              </a:rPr>
              <a:t>(</a:t>
            </a:r>
            <a:r>
              <a:rPr kumimoji="0" lang="en-US" altLang="en-US" sz="1400" b="0" i="0" u="none" strike="noStrike" cap="none" normalizeH="0" baseline="0" dirty="0">
                <a:ln>
                  <a:noFill/>
                </a:ln>
                <a:solidFill>
                  <a:srgbClr val="BB2323"/>
                </a:solidFill>
                <a:effectLst/>
                <a:latin typeface="+mn-lt"/>
              </a:rPr>
              <a:t>'submission.csv'</a:t>
            </a:r>
            <a:r>
              <a:rPr kumimoji="0" lang="en-US" altLang="en-US" sz="1400" b="0" i="0" u="none" strike="noStrike" cap="none" normalizeH="0" baseline="0" dirty="0">
                <a:ln>
                  <a:noFill/>
                </a:ln>
                <a:solidFill>
                  <a:schemeClr val="tx1"/>
                </a:solidFill>
                <a:effectLst/>
                <a:latin typeface="+mn-lt"/>
              </a:rPr>
              <a:t>, index </a:t>
            </a:r>
            <a:r>
              <a:rPr kumimoji="0" lang="en-US" altLang="en-US" sz="1400" b="0" i="0" u="none" strike="noStrike" cap="none" normalizeH="0" baseline="0" dirty="0">
                <a:ln>
                  <a:noFill/>
                </a:ln>
                <a:solidFill>
                  <a:srgbClr val="055BE0"/>
                </a:solidFill>
                <a:effectLst/>
                <a:latin typeface="+mn-lt"/>
              </a:rPr>
              <a:t>=</a:t>
            </a:r>
            <a:r>
              <a:rPr kumimoji="0" lang="en-US" altLang="en-US" sz="1400" b="0" i="0" u="none" strike="noStrike" cap="none" normalizeH="0" baseline="0" dirty="0">
                <a:ln>
                  <a:noFill/>
                </a:ln>
                <a:solidFill>
                  <a:schemeClr val="tx1"/>
                </a:solidFill>
                <a:effectLst/>
                <a:latin typeface="+mn-lt"/>
              </a:rPr>
              <a:t> </a:t>
            </a:r>
            <a:r>
              <a:rPr kumimoji="0" lang="en-US" altLang="en-US" sz="1400" b="0" i="0" u="none" strike="noStrike" cap="none" normalizeH="0" baseline="0" dirty="0">
                <a:ln>
                  <a:noFill/>
                </a:ln>
                <a:solidFill>
                  <a:srgbClr val="3D7E7E"/>
                </a:solidFill>
                <a:effectLst/>
                <a:latin typeface="+mn-lt"/>
              </a:rPr>
              <a:t>False</a:t>
            </a:r>
            <a:r>
              <a:rPr kumimoji="0" lang="en-US" altLang="en-US" sz="1400" b="0" i="0" u="none" strike="noStrike" cap="none" normalizeH="0" baseline="0" dirty="0">
                <a:ln>
                  <a:noFill/>
                </a:ln>
                <a:solidFill>
                  <a:schemeClr val="tx1"/>
                </a:solidFill>
                <a:effectLst/>
                <a:latin typeface="+mn-lt"/>
              </a:rPr>
              <a:t>) </a:t>
            </a:r>
          </a:p>
        </p:txBody>
      </p:sp>
      <p:pic>
        <p:nvPicPr>
          <p:cNvPr id="5" name="Picture 4" descr="A screenshot of a computer&#10;&#10;Description automatically generated">
            <a:extLst>
              <a:ext uri="{FF2B5EF4-FFF2-40B4-BE49-F238E27FC236}">
                <a16:creationId xmlns:a16="http://schemas.microsoft.com/office/drawing/2014/main" id="{A9F8AD8A-C7A2-0933-8ED3-0906E12DE29E}"/>
              </a:ext>
            </a:extLst>
          </p:cNvPr>
          <p:cNvPicPr>
            <a:picLocks noChangeAspect="1"/>
          </p:cNvPicPr>
          <p:nvPr/>
        </p:nvPicPr>
        <p:blipFill>
          <a:blip r:embed="rId2"/>
          <a:stretch>
            <a:fillRect/>
          </a:stretch>
        </p:blipFill>
        <p:spPr>
          <a:xfrm>
            <a:off x="3027564" y="2420304"/>
            <a:ext cx="3185908" cy="2725777"/>
          </a:xfrm>
          <a:prstGeom prst="rect">
            <a:avLst/>
          </a:prstGeom>
        </p:spPr>
      </p:pic>
    </p:spTree>
    <p:extLst>
      <p:ext uri="{BB962C8B-B14F-4D97-AF65-F5344CB8AC3E}">
        <p14:creationId xmlns:p14="http://schemas.microsoft.com/office/powerpoint/2010/main" val="61776703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2D1284E-30CA-CAC1-C7A3-D6412457611A}"/>
              </a:ext>
            </a:extLst>
          </p:cNvPr>
          <p:cNvSpPr txBox="1"/>
          <p:nvPr/>
        </p:nvSpPr>
        <p:spPr>
          <a:xfrm>
            <a:off x="3047036" y="1356293"/>
            <a:ext cx="6094070" cy="4540538"/>
          </a:xfrm>
          <a:prstGeom prst="rect">
            <a:avLst/>
          </a:prstGeom>
          <a:noFill/>
        </p:spPr>
        <p:txBody>
          <a:bodyPr wrap="square">
            <a:spAutoFit/>
          </a:bodyPr>
          <a:lstStyle/>
          <a:p>
            <a:pPr algn="ctr">
              <a:lnSpc>
                <a:spcPct val="115000"/>
              </a:lnSpc>
              <a:spcAft>
                <a:spcPts val="1000"/>
              </a:spcAft>
            </a:pPr>
            <a:r>
              <a:rPr lang="en-US" sz="4000" b="1" dirty="0">
                <a:solidFill>
                  <a:srgbClr val="000000"/>
                </a:solidFill>
                <a:latin typeface="Times New Roman" panose="02020603050405020304" pitchFamily="18" charset="0"/>
                <a:ea typeface="Calibri" panose="020F0502020204030204" pitchFamily="34" charset="0"/>
                <a:cs typeface="Mangal" panose="02040503050203030202" pitchFamily="18" charset="0"/>
              </a:rPr>
              <a:t>8</a:t>
            </a:r>
            <a:r>
              <a:rPr lang="en-US" sz="4000" b="1" dirty="0">
                <a:solidFill>
                  <a:srgbClr val="000000"/>
                </a:solidFill>
                <a:effectLst/>
                <a:latin typeface="Times New Roman" panose="02020603050405020304" pitchFamily="18" charset="0"/>
                <a:ea typeface="Calibri" panose="020F0502020204030204" pitchFamily="34" charset="0"/>
                <a:cs typeface="Mangal" panose="02040503050203030202" pitchFamily="18" charset="0"/>
              </a:rPr>
              <a:t> | References</a:t>
            </a:r>
            <a:endParaRPr lang="en-US" sz="4000" dirty="0">
              <a:effectLst/>
              <a:latin typeface="Calibri" panose="020F0502020204030204" pitchFamily="34" charset="0"/>
              <a:ea typeface="Calibri" panose="020F0502020204030204" pitchFamily="34" charset="0"/>
              <a:cs typeface="Mangal" panose="02040503050203030202" pitchFamily="18" charset="0"/>
            </a:endParaRPr>
          </a:p>
          <a:p>
            <a:pPr algn="ctr">
              <a:lnSpc>
                <a:spcPct val="115000"/>
              </a:lnSpc>
              <a:spcAft>
                <a:spcPts val="1000"/>
              </a:spcAft>
            </a:pPr>
            <a:r>
              <a:rPr lang="en-US" sz="1800" b="1" dirty="0">
                <a:effectLst/>
                <a:latin typeface="Times New Roman" panose="02020603050405020304" pitchFamily="18" charset="0"/>
                <a:ea typeface="Calibri" panose="020F0502020204030204" pitchFamily="34" charset="0"/>
                <a:cs typeface="Mangal" panose="02040503050203030202" pitchFamily="18" charset="0"/>
              </a:rPr>
              <a:t> </a:t>
            </a:r>
            <a:endParaRPr lang="en-US" sz="1100" dirty="0">
              <a:effectLst/>
              <a:latin typeface="Calibri" panose="020F0502020204030204" pitchFamily="34" charset="0"/>
              <a:ea typeface="Calibri" panose="020F0502020204030204" pitchFamily="34" charset="0"/>
              <a:cs typeface="Mangal" panose="02040503050203030202" pitchFamily="18" charset="0"/>
            </a:endParaRPr>
          </a:p>
          <a:p>
            <a:pPr marL="342900" lvl="0" indent="-342900">
              <a:lnSpc>
                <a:spcPct val="115000"/>
              </a:lnSpc>
              <a:buFont typeface="Symbol" panose="05050102010706020507" pitchFamily="18" charset="2"/>
              <a:buChar char=""/>
            </a:pPr>
            <a:r>
              <a:rPr lang="en-US" sz="1800" b="1" u="sng" dirty="0">
                <a:solidFill>
                  <a:srgbClr val="0000FF"/>
                </a:solidFill>
                <a:effectLst/>
                <a:latin typeface="Times New Roman" panose="02020603050405020304" pitchFamily="18" charset="0"/>
                <a:ea typeface="Calibri" panose="020F0502020204030204" pitchFamily="34" charset="0"/>
                <a:cs typeface="Mangal" panose="02040503050203030202" pitchFamily="18" charset="0"/>
                <a:hlinkClick r:id="rId2"/>
              </a:rPr>
              <a:t>https://www.kaggle.com/code/itsmohammadshahid/7-cnn-handwritten-digit-recognition</a:t>
            </a:r>
            <a:endParaRPr lang="en-US" sz="1100" dirty="0">
              <a:effectLst/>
              <a:latin typeface="Calibri" panose="020F0502020204030204" pitchFamily="34" charset="0"/>
              <a:ea typeface="Calibri" panose="020F0502020204030204" pitchFamily="34" charset="0"/>
              <a:cs typeface="Mangal" panose="02040503050203030202" pitchFamily="18" charset="0"/>
            </a:endParaRPr>
          </a:p>
          <a:p>
            <a:pPr marL="342900" lvl="0" indent="-342900">
              <a:lnSpc>
                <a:spcPct val="115000"/>
              </a:lnSpc>
              <a:buFont typeface="Symbol" panose="05050102010706020507" pitchFamily="18" charset="2"/>
              <a:buChar char=""/>
            </a:pPr>
            <a:r>
              <a:rPr lang="en-US" sz="1800" b="1" u="sng" dirty="0">
                <a:solidFill>
                  <a:srgbClr val="0000FF"/>
                </a:solidFill>
                <a:effectLst/>
                <a:latin typeface="Times New Roman" panose="02020603050405020304" pitchFamily="18" charset="0"/>
                <a:ea typeface="Calibri" panose="020F0502020204030204" pitchFamily="34" charset="0"/>
                <a:cs typeface="Mangal" panose="02040503050203030202" pitchFamily="18" charset="0"/>
                <a:hlinkClick r:id="rId3"/>
              </a:rPr>
              <a:t>https://github.com/</a:t>
            </a:r>
            <a:endParaRPr lang="en-US" sz="1100" dirty="0">
              <a:effectLst/>
              <a:latin typeface="Calibri" panose="020F0502020204030204" pitchFamily="34" charset="0"/>
              <a:ea typeface="Calibri" panose="020F0502020204030204" pitchFamily="34" charset="0"/>
              <a:cs typeface="Mangal" panose="02040503050203030202" pitchFamily="18" charset="0"/>
            </a:endParaRPr>
          </a:p>
          <a:p>
            <a:pPr marL="342900" lvl="0" indent="-342900">
              <a:lnSpc>
                <a:spcPct val="115000"/>
              </a:lnSpc>
              <a:buFont typeface="Symbol" panose="05050102010706020507" pitchFamily="18" charset="2"/>
              <a:buChar char=""/>
            </a:pPr>
            <a:r>
              <a:rPr lang="en-US" sz="1800" b="1" u="sng" dirty="0">
                <a:solidFill>
                  <a:srgbClr val="0000FF"/>
                </a:solidFill>
                <a:effectLst/>
                <a:latin typeface="Times New Roman" panose="02020603050405020304" pitchFamily="18" charset="0"/>
                <a:ea typeface="Calibri" panose="020F0502020204030204" pitchFamily="34" charset="0"/>
                <a:cs typeface="Mangal" panose="02040503050203030202" pitchFamily="18" charset="0"/>
                <a:hlinkClick r:id="rId4"/>
              </a:rPr>
              <a:t>https://www.codewithharry.com/</a:t>
            </a:r>
            <a:endParaRPr lang="en-US" sz="1100" dirty="0">
              <a:effectLst/>
              <a:latin typeface="Calibri" panose="020F0502020204030204" pitchFamily="34" charset="0"/>
              <a:ea typeface="Calibri" panose="020F0502020204030204" pitchFamily="34" charset="0"/>
              <a:cs typeface="Mangal" panose="02040503050203030202" pitchFamily="18" charset="0"/>
            </a:endParaRPr>
          </a:p>
          <a:p>
            <a:pPr marL="342900" lvl="0" indent="-342900">
              <a:lnSpc>
                <a:spcPct val="115000"/>
              </a:lnSpc>
              <a:spcAft>
                <a:spcPts val="1000"/>
              </a:spcAft>
              <a:buFont typeface="Symbol" panose="05050102010706020507" pitchFamily="18" charset="2"/>
              <a:buChar char=""/>
            </a:pPr>
            <a:r>
              <a:rPr lang="en-US" sz="1800" b="1" u="sng" dirty="0">
                <a:solidFill>
                  <a:srgbClr val="0000FF"/>
                </a:solidFill>
                <a:effectLst/>
                <a:latin typeface="Times New Roman" panose="02020603050405020304" pitchFamily="18" charset="0"/>
                <a:ea typeface="Calibri" panose="020F0502020204030204" pitchFamily="34" charset="0"/>
                <a:cs typeface="Mangal" panose="02040503050203030202" pitchFamily="18" charset="0"/>
                <a:hlinkClick r:id="rId5"/>
              </a:rPr>
              <a:t>https://www.geeksforgeeks.org/courses?source=google&amp;medium=cpc&amp;device=c&amp;keyword=geeksforgeeks&amp;matchtype=e&amp;campaignid=20039445781&amp;adgroup=147845288105&amp;gad_source=1&amp;gclid=CjwKCAiAzJOtBhALEiwAtwj8ti3CY0oh0xL_6ZcoJNYe59xC598EJlxwdk2fhyDDCvdu4tvLmXXT2hoCSaAQAvD_BwE</a:t>
            </a:r>
            <a:endParaRPr lang="en-US" sz="1100" dirty="0">
              <a:effectLst/>
              <a:latin typeface="Calibri" panose="020F0502020204030204" pitchFamily="34" charset="0"/>
              <a:ea typeface="Calibri" panose="020F0502020204030204" pitchFamily="34" charset="0"/>
              <a:cs typeface="Mangal" panose="02040503050203030202" pitchFamily="18" charset="0"/>
            </a:endParaRPr>
          </a:p>
        </p:txBody>
      </p:sp>
    </p:spTree>
    <p:extLst>
      <p:ext uri="{BB962C8B-B14F-4D97-AF65-F5344CB8AC3E}">
        <p14:creationId xmlns:p14="http://schemas.microsoft.com/office/powerpoint/2010/main" val="274507677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7B09A9-2201-D3BF-6419-9E9E4DB69164}"/>
              </a:ext>
            </a:extLst>
          </p:cNvPr>
          <p:cNvSpPr>
            <a:spLocks noGrp="1"/>
          </p:cNvSpPr>
          <p:nvPr>
            <p:ph type="ctrTitle"/>
          </p:nvPr>
        </p:nvSpPr>
        <p:spPr>
          <a:xfrm>
            <a:off x="1629103" y="2244830"/>
            <a:ext cx="8933796" cy="949783"/>
          </a:xfrm>
        </p:spPr>
        <p:txBody>
          <a:bodyPr>
            <a:normAutofit fontScale="90000"/>
          </a:bodyPr>
          <a:lstStyle/>
          <a:p>
            <a:r>
              <a:rPr lang="en-IN" dirty="0"/>
              <a:t>THANKYOU </a:t>
            </a:r>
            <a:endParaRPr lang="en-US" dirty="0"/>
          </a:p>
        </p:txBody>
      </p:sp>
      <p:sp>
        <p:nvSpPr>
          <p:cNvPr id="3" name="Subtitle 2">
            <a:extLst>
              <a:ext uri="{FF2B5EF4-FFF2-40B4-BE49-F238E27FC236}">
                <a16:creationId xmlns:a16="http://schemas.microsoft.com/office/drawing/2014/main" id="{F350D037-631F-FBF7-CF3C-ACF9F92A361F}"/>
              </a:ext>
            </a:extLst>
          </p:cNvPr>
          <p:cNvSpPr>
            <a:spLocks noGrp="1"/>
          </p:cNvSpPr>
          <p:nvPr>
            <p:ph type="subTitle" idx="1"/>
          </p:nvPr>
        </p:nvSpPr>
        <p:spPr>
          <a:xfrm>
            <a:off x="1629101" y="3530278"/>
            <a:ext cx="8936846" cy="1759352"/>
          </a:xfrm>
        </p:spPr>
        <p:txBody>
          <a:bodyPr>
            <a:normAutofit/>
          </a:bodyPr>
          <a:lstStyle/>
          <a:p>
            <a:r>
              <a:rPr lang="en-IN" sz="2000" dirty="0"/>
              <a:t>KARAN RAY</a:t>
            </a:r>
          </a:p>
          <a:p>
            <a:r>
              <a:rPr lang="en-IN" sz="2000" dirty="0">
                <a:hlinkClick r:id="rId2"/>
              </a:rPr>
              <a:t>karan2609n@gmail.com</a:t>
            </a:r>
            <a:endParaRPr lang="en-IN" sz="2000" dirty="0"/>
          </a:p>
          <a:p>
            <a:r>
              <a:rPr lang="en-IN" sz="2000" dirty="0" err="1"/>
              <a:t>Rollno</a:t>
            </a:r>
            <a:r>
              <a:rPr lang="en-IN" sz="2000" dirty="0"/>
              <a:t>.: 65</a:t>
            </a:r>
          </a:p>
          <a:p>
            <a:r>
              <a:rPr lang="en-IN" sz="2000" dirty="0"/>
              <a:t>Section : “S”</a:t>
            </a:r>
            <a:endParaRPr lang="en-US" sz="2000" dirty="0"/>
          </a:p>
        </p:txBody>
      </p:sp>
    </p:spTree>
    <p:extLst>
      <p:ext uri="{BB962C8B-B14F-4D97-AF65-F5344CB8AC3E}">
        <p14:creationId xmlns:p14="http://schemas.microsoft.com/office/powerpoint/2010/main" val="375630319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VTI">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Savon">
      <a:majorFont>
        <a:latin typeface="Avenir Next LT Pro Light"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venir Next LT Pro"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VTI" id="{A72E8C35-66DD-49F8-AF66-813F19B983AE}" vid="{93CCBC76-B7A1-4C3D-93EA-5CE34C4670F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Custom 46">
    <a:dk1>
      <a:sysClr val="windowText" lastClr="000000"/>
    </a:dk1>
    <a:lt1>
      <a:sysClr val="window" lastClr="FFFFFF"/>
    </a:lt1>
    <a:dk2>
      <a:srgbClr val="121316"/>
    </a:dk2>
    <a:lt2>
      <a:srgbClr val="FEFCF7"/>
    </a:lt2>
    <a:accent1>
      <a:srgbClr val="8394A4"/>
    </a:accent1>
    <a:accent2>
      <a:srgbClr val="65739F"/>
    </a:accent2>
    <a:accent3>
      <a:srgbClr val="B2AC8A"/>
    </a:accent3>
    <a:accent4>
      <a:srgbClr val="879BB3"/>
    </a:accent4>
    <a:accent5>
      <a:srgbClr val="D7B579"/>
    </a:accent5>
    <a:accent6>
      <a:srgbClr val="8A9B89"/>
    </a:accent6>
    <a:hlink>
      <a:srgbClr val="85C4D2"/>
    </a:hlink>
    <a:folHlink>
      <a:srgbClr val="8E8CA7"/>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46BCBFB-BBC7-42F1-95CD-058E172363A0}">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1F91CDEB-92ED-41DC-BF33-2916A768762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259D436-C82E-43E0-8A01-53DF9CED603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Faded pastoral</Template>
  <TotalTime>357</TotalTime>
  <Words>4933</Words>
  <Application>Microsoft Office PowerPoint</Application>
  <PresentationFormat>Widescreen</PresentationFormat>
  <Paragraphs>392</Paragraphs>
  <Slides>49</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49</vt:i4>
      </vt:variant>
    </vt:vector>
  </HeadingPairs>
  <TitlesOfParts>
    <vt:vector size="59" baseType="lpstr">
      <vt:lpstr>Arial</vt:lpstr>
      <vt:lpstr>Avenir Next LT Pro</vt:lpstr>
      <vt:lpstr>Avenir Next LT Pro Light</vt:lpstr>
      <vt:lpstr>Calibri</vt:lpstr>
      <vt:lpstr>Garamond</vt:lpstr>
      <vt:lpstr>Inter</vt:lpstr>
      <vt:lpstr>Roboto Mono</vt:lpstr>
      <vt:lpstr>Symbol</vt:lpstr>
      <vt:lpstr>Times New Roman</vt:lpstr>
      <vt:lpstr>SavonVTI</vt:lpstr>
      <vt:lpstr>HANDWRITTEN digit recognition using python</vt:lpstr>
      <vt:lpstr>Submitted to:      Submitted by: Ms. Jyoti Ramola           Mr. Karan Ray (CC-CSE-S-III-Sem)    Roll. No:2318031 Guided by:     CSE-S-III-Sem        Ms. Jyoti Ramola                                  Session: 2023-2024   DEPARTMENT OF COMPUTER SCIENCE AND INFORMATION TECHNOLOGY GRAPHIC ERA HILL UNVERSITY, DEHRADUN </vt:lpstr>
      <vt:lpstr>Table of Content </vt:lpstr>
      <vt:lpstr>1 | Introduction</vt:lpstr>
      <vt:lpstr>PowerPoint Presentation</vt:lpstr>
      <vt:lpstr>2 | Import the dependencies and load the dataset</vt:lpstr>
      <vt:lpstr>PowerPoint Presentation</vt:lpstr>
      <vt:lpstr>PowerPoint Presentation</vt:lpstr>
      <vt:lpstr>PowerPoint Presentation</vt:lpstr>
      <vt:lpstr>3 | Data overview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4 | Explore the Data</vt:lpstr>
      <vt:lpstr>PowerPoint Presentation</vt:lpstr>
      <vt:lpstr>PowerPoint Presentation</vt:lpstr>
      <vt:lpstr>PowerPoint Presentation</vt:lpstr>
      <vt:lpstr>PowerPoint Presentation</vt:lpstr>
      <vt:lpstr>PowerPoint Presentation</vt:lpstr>
      <vt:lpstr>PowerPoint Presentation</vt:lpstr>
      <vt:lpstr>5 | Build the CNN to classify Handwritten Digits</vt:lpstr>
      <vt:lpstr>PowerPoint Presentation</vt:lpstr>
      <vt:lpstr>PowerPoint Presentation</vt:lpstr>
      <vt:lpstr>PowerPoint Presentation</vt:lpstr>
      <vt:lpstr>PowerPoint Presentation</vt:lpstr>
      <vt:lpstr>PowerPoint Presentation</vt:lpstr>
      <vt:lpstr>6 | Model Evaluation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7 | Model prediction on unseen dataset (test data)</vt:lpstr>
      <vt:lpstr>PowerPoint Presentation</vt:lpstr>
      <vt:lpstr>PowerPoint Presentation</vt:lpstr>
      <vt:lpstr>PowerPoint Presentation</vt:lpstr>
      <vt:lpstr>PowerPoint Presentation</vt:lpstr>
      <vt:lpstr>THANKYOU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HANDWRITTEN digit recognition using python</dc:title>
  <dc:creator>Karan Ray</dc:creator>
  <cp:lastModifiedBy>Karan Ray</cp:lastModifiedBy>
  <cp:revision>1</cp:revision>
  <dcterms:created xsi:type="dcterms:W3CDTF">2024-01-15T09:27:07Z</dcterms:created>
  <dcterms:modified xsi:type="dcterms:W3CDTF">2024-01-19T06:08:48Z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